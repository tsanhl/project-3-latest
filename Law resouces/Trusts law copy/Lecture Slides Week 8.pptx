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24"/>
  </p:notesMasterIdLst>
  <p:sldIdLst>
    <p:sldId id="256" r:id="rId3"/>
    <p:sldId id="276" r:id="rId4"/>
    <p:sldId id="278" r:id="rId5"/>
    <p:sldId id="258" r:id="rId6"/>
    <p:sldId id="259" r:id="rId7"/>
    <p:sldId id="424" r:id="rId8"/>
    <p:sldId id="260" r:id="rId9"/>
    <p:sldId id="277"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ACA4"/>
    <a:srgbClr val="FDBBA1"/>
    <a:srgbClr val="F9D7A5"/>
    <a:srgbClr val="FCAB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00B67-E829-FB6E-5C90-F633B877EA31}" v="263" dt="2024-11-22T17:11:03.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p:restoredTop sz="94681"/>
  </p:normalViewPr>
  <p:slideViewPr>
    <p:cSldViewPr snapToGrid="0">
      <p:cViewPr varScale="1">
        <p:scale>
          <a:sx n="80" d="100"/>
          <a:sy n="80" d="100"/>
        </p:scale>
        <p:origin x="56"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2C3B24-0058-4FBB-89EE-4F2BF1F5121A}"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5EE10BA9-F1ED-45E4-B927-B8BB0A4BD7BF}">
      <dgm:prSet phldrT="[Text]"/>
      <dgm:spPr>
        <a:solidFill>
          <a:srgbClr val="7030A0"/>
        </a:solidFill>
      </dgm:spPr>
      <dgm:t>
        <a:bodyPr/>
        <a:lstStyle/>
        <a:p>
          <a:r>
            <a:rPr lang="en-GB" dirty="0"/>
            <a:t>The trust</a:t>
          </a:r>
        </a:p>
      </dgm:t>
    </dgm:pt>
    <dgm:pt modelId="{B1F56C11-C8A5-49D4-93F2-A9C59FB4CDE0}" type="parTrans" cxnId="{A4FC06B2-F318-4661-AAE3-A8A8E22EEF7B}">
      <dgm:prSet/>
      <dgm:spPr/>
      <dgm:t>
        <a:bodyPr/>
        <a:lstStyle/>
        <a:p>
          <a:endParaRPr lang="en-GB"/>
        </a:p>
      </dgm:t>
    </dgm:pt>
    <dgm:pt modelId="{0F6A20E5-8649-41A6-B06B-870DAF8D1538}" type="sibTrans" cxnId="{A4FC06B2-F318-4661-AAE3-A8A8E22EEF7B}">
      <dgm:prSet/>
      <dgm:spPr/>
      <dgm:t>
        <a:bodyPr/>
        <a:lstStyle/>
        <a:p>
          <a:endParaRPr lang="en-GB"/>
        </a:p>
      </dgm:t>
    </dgm:pt>
    <dgm:pt modelId="{E5D36416-76ED-47C5-9567-F5A94EAE9DE9}">
      <dgm:prSet phldrT="[Text]"/>
      <dgm:spPr>
        <a:solidFill>
          <a:srgbClr val="00B0F0"/>
        </a:solidFill>
      </dgm:spPr>
      <dgm:t>
        <a:bodyPr/>
        <a:lstStyle/>
        <a:p>
          <a:r>
            <a:rPr lang="en-GB" dirty="0"/>
            <a:t>Express</a:t>
          </a:r>
        </a:p>
      </dgm:t>
    </dgm:pt>
    <dgm:pt modelId="{92290AA3-4EEB-4CC5-AF82-74187061E596}" type="parTrans" cxnId="{71BB67F1-BE33-42F0-9FB4-A297ECAA6852}">
      <dgm:prSet/>
      <dgm:spPr/>
      <dgm:t>
        <a:bodyPr/>
        <a:lstStyle/>
        <a:p>
          <a:endParaRPr lang="en-GB"/>
        </a:p>
      </dgm:t>
    </dgm:pt>
    <dgm:pt modelId="{4DFE6296-7B2C-449C-8242-70DED9F22788}" type="sibTrans" cxnId="{71BB67F1-BE33-42F0-9FB4-A297ECAA6852}">
      <dgm:prSet/>
      <dgm:spPr/>
      <dgm:t>
        <a:bodyPr/>
        <a:lstStyle/>
        <a:p>
          <a:endParaRPr lang="en-GB"/>
        </a:p>
      </dgm:t>
    </dgm:pt>
    <dgm:pt modelId="{11166367-33BC-4376-BBC1-5BD15A9567E1}">
      <dgm:prSet phldrT="[Text]"/>
      <dgm:spPr>
        <a:solidFill>
          <a:srgbClr val="FFC000"/>
        </a:solidFill>
      </dgm:spPr>
      <dgm:t>
        <a:bodyPr/>
        <a:lstStyle/>
        <a:p>
          <a:r>
            <a:rPr lang="en-GB" dirty="0"/>
            <a:t>Beneficiary</a:t>
          </a:r>
        </a:p>
      </dgm:t>
    </dgm:pt>
    <dgm:pt modelId="{B0CA5B25-A630-49D0-80EA-7E90047EE632}" type="parTrans" cxnId="{99BB73D9-261A-4409-A566-0F66679B1AC4}">
      <dgm:prSet/>
      <dgm:spPr/>
      <dgm:t>
        <a:bodyPr/>
        <a:lstStyle/>
        <a:p>
          <a:endParaRPr lang="en-GB"/>
        </a:p>
      </dgm:t>
    </dgm:pt>
    <dgm:pt modelId="{C163A79A-DFBD-4D05-BF11-BBD1DA916A9A}" type="sibTrans" cxnId="{99BB73D9-261A-4409-A566-0F66679B1AC4}">
      <dgm:prSet/>
      <dgm:spPr/>
      <dgm:t>
        <a:bodyPr/>
        <a:lstStyle/>
        <a:p>
          <a:endParaRPr lang="en-GB"/>
        </a:p>
      </dgm:t>
    </dgm:pt>
    <dgm:pt modelId="{2D3D2918-F661-4EA3-B329-541E726225D6}">
      <dgm:prSet phldrT="[Text]"/>
      <dgm:spPr>
        <a:solidFill>
          <a:schemeClr val="tx2">
            <a:lumMod val="60000"/>
            <a:lumOff val="40000"/>
          </a:schemeClr>
        </a:solidFill>
      </dgm:spPr>
      <dgm:t>
        <a:bodyPr/>
        <a:lstStyle/>
        <a:p>
          <a:r>
            <a:rPr lang="en-GB" dirty="0"/>
            <a:t>Implied</a:t>
          </a:r>
        </a:p>
      </dgm:t>
    </dgm:pt>
    <dgm:pt modelId="{B1F0DFAC-1198-47BD-93F9-04509A2353F4}" type="parTrans" cxnId="{98A17889-554B-49E1-9ADE-BA24F10D3197}">
      <dgm:prSet/>
      <dgm:spPr/>
      <dgm:t>
        <a:bodyPr/>
        <a:lstStyle/>
        <a:p>
          <a:endParaRPr lang="en-GB"/>
        </a:p>
      </dgm:t>
    </dgm:pt>
    <dgm:pt modelId="{8BB893CA-7DFE-4C6C-9C6F-73444BE73B6A}" type="sibTrans" cxnId="{98A17889-554B-49E1-9ADE-BA24F10D3197}">
      <dgm:prSet/>
      <dgm:spPr/>
      <dgm:t>
        <a:bodyPr/>
        <a:lstStyle/>
        <a:p>
          <a:endParaRPr lang="en-GB"/>
        </a:p>
      </dgm:t>
    </dgm:pt>
    <dgm:pt modelId="{8641692E-9661-4817-98B0-4392C1BE4329}">
      <dgm:prSet/>
      <dgm:spPr>
        <a:solidFill>
          <a:schemeClr val="accent2"/>
        </a:solidFill>
      </dgm:spPr>
      <dgm:t>
        <a:bodyPr/>
        <a:lstStyle/>
        <a:p>
          <a:r>
            <a:rPr lang="en-GB" dirty="0"/>
            <a:t>Fixed</a:t>
          </a:r>
        </a:p>
      </dgm:t>
    </dgm:pt>
    <dgm:pt modelId="{FB913A4F-3AC6-4A3F-8C0B-446A473B2380}" type="parTrans" cxnId="{C3B7F951-8210-4235-8342-E6E9EA329A7F}">
      <dgm:prSet/>
      <dgm:spPr/>
      <dgm:t>
        <a:bodyPr/>
        <a:lstStyle/>
        <a:p>
          <a:endParaRPr lang="en-GB"/>
        </a:p>
      </dgm:t>
    </dgm:pt>
    <dgm:pt modelId="{93E62A0F-FF21-48E2-82A6-D57D4FB22C7B}" type="sibTrans" cxnId="{C3B7F951-8210-4235-8342-E6E9EA329A7F}">
      <dgm:prSet/>
      <dgm:spPr/>
      <dgm:t>
        <a:bodyPr/>
        <a:lstStyle/>
        <a:p>
          <a:endParaRPr lang="en-GB"/>
        </a:p>
      </dgm:t>
    </dgm:pt>
    <dgm:pt modelId="{6AA53CDF-C869-4DFE-8333-32785EE3BF74}">
      <dgm:prSet/>
      <dgm:spPr>
        <a:solidFill>
          <a:srgbClr val="FF0000"/>
        </a:solidFill>
      </dgm:spPr>
      <dgm:t>
        <a:bodyPr/>
        <a:lstStyle/>
        <a:p>
          <a:r>
            <a:rPr lang="en-GB" dirty="0"/>
            <a:t>Discretionary</a:t>
          </a:r>
        </a:p>
      </dgm:t>
    </dgm:pt>
    <dgm:pt modelId="{55C26780-9853-4100-950A-3AF6425E33F3}" type="parTrans" cxnId="{81F7AC86-B722-4231-A9E0-6FD6C4234DC3}">
      <dgm:prSet/>
      <dgm:spPr/>
      <dgm:t>
        <a:bodyPr/>
        <a:lstStyle/>
        <a:p>
          <a:endParaRPr lang="en-GB"/>
        </a:p>
      </dgm:t>
    </dgm:pt>
    <dgm:pt modelId="{2D3F6BC7-B1FD-4CB8-8F20-66CEBFB9727B}" type="sibTrans" cxnId="{81F7AC86-B722-4231-A9E0-6FD6C4234DC3}">
      <dgm:prSet/>
      <dgm:spPr/>
      <dgm:t>
        <a:bodyPr/>
        <a:lstStyle/>
        <a:p>
          <a:endParaRPr lang="en-GB"/>
        </a:p>
      </dgm:t>
    </dgm:pt>
    <dgm:pt modelId="{83394505-37F9-46FF-A42D-112885EFC6DC}">
      <dgm:prSet/>
      <dgm:spPr>
        <a:solidFill>
          <a:srgbClr val="D67CC7"/>
        </a:solidFill>
      </dgm:spPr>
      <dgm:t>
        <a:bodyPr/>
        <a:lstStyle/>
        <a:p>
          <a:r>
            <a:rPr lang="en-GB" dirty="0"/>
            <a:t>Inter vivos/ testamentary</a:t>
          </a:r>
        </a:p>
      </dgm:t>
    </dgm:pt>
    <dgm:pt modelId="{68E8F9E6-803A-4B66-838E-71A9A3BE6603}" type="parTrans" cxnId="{F036CA1C-5B6D-459F-9451-3BDC66B9600A}">
      <dgm:prSet/>
      <dgm:spPr/>
      <dgm:t>
        <a:bodyPr/>
        <a:lstStyle/>
        <a:p>
          <a:endParaRPr lang="en-GB"/>
        </a:p>
      </dgm:t>
    </dgm:pt>
    <dgm:pt modelId="{90D662E8-F783-4ACD-825A-65757EEB56B2}" type="sibTrans" cxnId="{F036CA1C-5B6D-459F-9451-3BDC66B9600A}">
      <dgm:prSet/>
      <dgm:spPr/>
      <dgm:t>
        <a:bodyPr/>
        <a:lstStyle/>
        <a:p>
          <a:endParaRPr lang="en-GB"/>
        </a:p>
      </dgm:t>
    </dgm:pt>
    <dgm:pt modelId="{D81A4F50-5AD6-45A3-A3C3-7945CC41EEA9}">
      <dgm:prSet/>
      <dgm:spPr>
        <a:solidFill>
          <a:srgbClr val="00B050"/>
        </a:solidFill>
      </dgm:spPr>
      <dgm:t>
        <a:bodyPr/>
        <a:lstStyle/>
        <a:p>
          <a:r>
            <a:rPr lang="en-GB" dirty="0"/>
            <a:t>Purpose</a:t>
          </a:r>
        </a:p>
      </dgm:t>
    </dgm:pt>
    <dgm:pt modelId="{2420143D-AE29-4ADB-A0E2-B20B9B5E8329}" type="parTrans" cxnId="{4FDEEAF8-9D7E-43C8-AFA1-C9E6C6806A8B}">
      <dgm:prSet/>
      <dgm:spPr/>
      <dgm:t>
        <a:bodyPr/>
        <a:lstStyle/>
        <a:p>
          <a:endParaRPr lang="en-GB"/>
        </a:p>
      </dgm:t>
    </dgm:pt>
    <dgm:pt modelId="{525C5EE0-56A4-4AA9-B63B-F05610E7B510}" type="sibTrans" cxnId="{4FDEEAF8-9D7E-43C8-AFA1-C9E6C6806A8B}">
      <dgm:prSet/>
      <dgm:spPr/>
      <dgm:t>
        <a:bodyPr/>
        <a:lstStyle/>
        <a:p>
          <a:endParaRPr lang="en-GB"/>
        </a:p>
      </dgm:t>
    </dgm:pt>
    <dgm:pt modelId="{B3426525-F0C5-48AE-8C6E-84654A514678}">
      <dgm:prSet/>
      <dgm:spPr>
        <a:solidFill>
          <a:schemeClr val="accent2">
            <a:lumMod val="60000"/>
            <a:lumOff val="40000"/>
          </a:schemeClr>
        </a:solidFill>
      </dgm:spPr>
      <dgm:t>
        <a:bodyPr/>
        <a:lstStyle/>
        <a:p>
          <a:r>
            <a:rPr lang="en-GB" dirty="0">
              <a:solidFill>
                <a:schemeClr val="bg1"/>
              </a:solidFill>
            </a:rPr>
            <a:t>Resulting</a:t>
          </a:r>
        </a:p>
      </dgm:t>
    </dgm:pt>
    <dgm:pt modelId="{676EE9F8-0808-4B1B-8830-2B14FF50B4F1}" type="parTrans" cxnId="{3AAF7373-BBA3-4557-B40F-68F0A9BD9966}">
      <dgm:prSet/>
      <dgm:spPr/>
      <dgm:t>
        <a:bodyPr/>
        <a:lstStyle/>
        <a:p>
          <a:endParaRPr lang="en-GB"/>
        </a:p>
      </dgm:t>
    </dgm:pt>
    <dgm:pt modelId="{61D19FE6-91DB-471F-9277-418B6B4B1005}" type="sibTrans" cxnId="{3AAF7373-BBA3-4557-B40F-68F0A9BD9966}">
      <dgm:prSet/>
      <dgm:spPr/>
      <dgm:t>
        <a:bodyPr/>
        <a:lstStyle/>
        <a:p>
          <a:endParaRPr lang="en-GB"/>
        </a:p>
      </dgm:t>
    </dgm:pt>
    <dgm:pt modelId="{03BBEA62-1CC4-4B29-8AA3-02294C2F6743}">
      <dgm:prSet/>
      <dgm:spPr>
        <a:solidFill>
          <a:schemeClr val="accent1">
            <a:lumMod val="50000"/>
          </a:schemeClr>
        </a:solidFill>
      </dgm:spPr>
      <dgm:t>
        <a:bodyPr/>
        <a:lstStyle/>
        <a:p>
          <a:r>
            <a:rPr lang="en-GB" dirty="0"/>
            <a:t>Constructive</a:t>
          </a:r>
        </a:p>
      </dgm:t>
    </dgm:pt>
    <dgm:pt modelId="{BAC5CDFA-50F1-4436-B513-5E452C077591}" type="parTrans" cxnId="{8CEE3453-B8A6-4843-8E26-F20FB7CEF06C}">
      <dgm:prSet/>
      <dgm:spPr/>
      <dgm:t>
        <a:bodyPr/>
        <a:lstStyle/>
        <a:p>
          <a:endParaRPr lang="en-GB"/>
        </a:p>
      </dgm:t>
    </dgm:pt>
    <dgm:pt modelId="{8DA7FD1B-1BAE-4AE9-9F56-166EFC79E228}" type="sibTrans" cxnId="{8CEE3453-B8A6-4843-8E26-F20FB7CEF06C}">
      <dgm:prSet/>
      <dgm:spPr/>
      <dgm:t>
        <a:bodyPr/>
        <a:lstStyle/>
        <a:p>
          <a:endParaRPr lang="en-GB"/>
        </a:p>
      </dgm:t>
    </dgm:pt>
    <dgm:pt modelId="{C0F1ED6B-8BB1-413D-BF0D-1C01D2EBECBE}">
      <dgm:prSet/>
      <dgm:spPr>
        <a:solidFill>
          <a:srgbClr val="FAACA4"/>
        </a:solidFill>
      </dgm:spPr>
      <dgm:t>
        <a:bodyPr/>
        <a:lstStyle/>
        <a:p>
          <a:r>
            <a:rPr lang="en-GB" dirty="0"/>
            <a:t>Charitable</a:t>
          </a:r>
        </a:p>
      </dgm:t>
    </dgm:pt>
    <dgm:pt modelId="{8EA1821F-CBD9-4C05-AF4A-435CFCB4A466}" type="parTrans" cxnId="{EBCD539E-C0C3-4946-89D2-B5FD7A6F64E6}">
      <dgm:prSet/>
      <dgm:spPr/>
      <dgm:t>
        <a:bodyPr/>
        <a:lstStyle/>
        <a:p>
          <a:endParaRPr lang="en-GB"/>
        </a:p>
      </dgm:t>
    </dgm:pt>
    <dgm:pt modelId="{22AA65B4-18F6-4F91-AD9A-43CFD5DF1BDB}" type="sibTrans" cxnId="{EBCD539E-C0C3-4946-89D2-B5FD7A6F64E6}">
      <dgm:prSet/>
      <dgm:spPr/>
      <dgm:t>
        <a:bodyPr/>
        <a:lstStyle/>
        <a:p>
          <a:endParaRPr lang="en-GB"/>
        </a:p>
      </dgm:t>
    </dgm:pt>
    <dgm:pt modelId="{CEBBDDA5-052A-4920-ABA3-5B4CF01C4C27}">
      <dgm:prSet/>
      <dgm:spPr>
        <a:solidFill>
          <a:srgbClr val="92D050"/>
        </a:solidFill>
      </dgm:spPr>
      <dgm:t>
        <a:bodyPr/>
        <a:lstStyle/>
        <a:p>
          <a:r>
            <a:rPr lang="en-GB" dirty="0"/>
            <a:t>Non-charitable</a:t>
          </a:r>
        </a:p>
      </dgm:t>
    </dgm:pt>
    <dgm:pt modelId="{D956EE0F-AFAA-4E3B-ACF2-B76238C3C7E2}" type="parTrans" cxnId="{9C5EDDF9-526C-436B-B8BE-EFC67C1EB098}">
      <dgm:prSet/>
      <dgm:spPr/>
      <dgm:t>
        <a:bodyPr/>
        <a:lstStyle/>
        <a:p>
          <a:endParaRPr lang="en-GB"/>
        </a:p>
      </dgm:t>
    </dgm:pt>
    <dgm:pt modelId="{1D4BF49C-6DC3-4CA7-9CE0-2D391F85F6CD}" type="sibTrans" cxnId="{9C5EDDF9-526C-436B-B8BE-EFC67C1EB098}">
      <dgm:prSet/>
      <dgm:spPr/>
      <dgm:t>
        <a:bodyPr/>
        <a:lstStyle/>
        <a:p>
          <a:endParaRPr lang="en-GB"/>
        </a:p>
      </dgm:t>
    </dgm:pt>
    <dgm:pt modelId="{6A45366A-1B57-44BA-BC3E-AF7361865307}" type="pres">
      <dgm:prSet presAssocID="{662C3B24-0058-4FBB-89EE-4F2BF1F5121A}" presName="diagram" presStyleCnt="0">
        <dgm:presLayoutVars>
          <dgm:chPref val="1"/>
          <dgm:dir/>
          <dgm:animOne val="branch"/>
          <dgm:animLvl val="lvl"/>
          <dgm:resizeHandles val="exact"/>
        </dgm:presLayoutVars>
      </dgm:prSet>
      <dgm:spPr/>
    </dgm:pt>
    <dgm:pt modelId="{FF5D8674-C92D-486D-8BA8-4F12440D9D7E}" type="pres">
      <dgm:prSet presAssocID="{5EE10BA9-F1ED-45E4-B927-B8BB0A4BD7BF}" presName="root1" presStyleCnt="0"/>
      <dgm:spPr/>
    </dgm:pt>
    <dgm:pt modelId="{BDCC4A18-B219-492A-B65D-8D05D5ED7E89}" type="pres">
      <dgm:prSet presAssocID="{5EE10BA9-F1ED-45E4-B927-B8BB0A4BD7BF}" presName="LevelOneTextNode" presStyleLbl="node0" presStyleIdx="0" presStyleCnt="1">
        <dgm:presLayoutVars>
          <dgm:chPref val="3"/>
        </dgm:presLayoutVars>
      </dgm:prSet>
      <dgm:spPr/>
    </dgm:pt>
    <dgm:pt modelId="{15DF623B-81CB-473C-890B-0710B38A78FE}" type="pres">
      <dgm:prSet presAssocID="{5EE10BA9-F1ED-45E4-B927-B8BB0A4BD7BF}" presName="level2hierChild" presStyleCnt="0"/>
      <dgm:spPr/>
    </dgm:pt>
    <dgm:pt modelId="{C90EE599-092D-4D74-AEF2-B7F7D8F99D95}" type="pres">
      <dgm:prSet presAssocID="{92290AA3-4EEB-4CC5-AF82-74187061E596}" presName="conn2-1" presStyleLbl="parChTrans1D2" presStyleIdx="0" presStyleCnt="2"/>
      <dgm:spPr/>
    </dgm:pt>
    <dgm:pt modelId="{52804B7B-00E9-449E-8010-B56CB823D5D8}" type="pres">
      <dgm:prSet presAssocID="{92290AA3-4EEB-4CC5-AF82-74187061E596}" presName="connTx" presStyleLbl="parChTrans1D2" presStyleIdx="0" presStyleCnt="2"/>
      <dgm:spPr/>
    </dgm:pt>
    <dgm:pt modelId="{DE5D7DDA-B292-4D84-8904-775A0AFEA05F}" type="pres">
      <dgm:prSet presAssocID="{E5D36416-76ED-47C5-9567-F5A94EAE9DE9}" presName="root2" presStyleCnt="0"/>
      <dgm:spPr/>
    </dgm:pt>
    <dgm:pt modelId="{8CB305FC-DFA5-4D34-9B42-D0CE329F108D}" type="pres">
      <dgm:prSet presAssocID="{E5D36416-76ED-47C5-9567-F5A94EAE9DE9}" presName="LevelTwoTextNode" presStyleLbl="node2" presStyleIdx="0" presStyleCnt="2">
        <dgm:presLayoutVars>
          <dgm:chPref val="3"/>
        </dgm:presLayoutVars>
      </dgm:prSet>
      <dgm:spPr/>
    </dgm:pt>
    <dgm:pt modelId="{ABD48895-84DD-4D50-9F09-43CDC771CF18}" type="pres">
      <dgm:prSet presAssocID="{E5D36416-76ED-47C5-9567-F5A94EAE9DE9}" presName="level3hierChild" presStyleCnt="0"/>
      <dgm:spPr/>
    </dgm:pt>
    <dgm:pt modelId="{A14E4B55-F693-4E69-8BF2-9E96A5D05D5C}" type="pres">
      <dgm:prSet presAssocID="{68E8F9E6-803A-4B66-838E-71A9A3BE6603}" presName="conn2-1" presStyleLbl="parChTrans1D3" presStyleIdx="0" presStyleCnt="3"/>
      <dgm:spPr/>
    </dgm:pt>
    <dgm:pt modelId="{1C82FBB8-5D53-4F3B-A7AF-EA9B459BE076}" type="pres">
      <dgm:prSet presAssocID="{68E8F9E6-803A-4B66-838E-71A9A3BE6603}" presName="connTx" presStyleLbl="parChTrans1D3" presStyleIdx="0" presStyleCnt="3"/>
      <dgm:spPr/>
    </dgm:pt>
    <dgm:pt modelId="{3E2BF2A0-19F3-4160-B6D7-C473610E12B3}" type="pres">
      <dgm:prSet presAssocID="{83394505-37F9-46FF-A42D-112885EFC6DC}" presName="root2" presStyleCnt="0"/>
      <dgm:spPr/>
    </dgm:pt>
    <dgm:pt modelId="{81DCD0B5-9F5F-4C64-B844-8E19BBC937FF}" type="pres">
      <dgm:prSet presAssocID="{83394505-37F9-46FF-A42D-112885EFC6DC}" presName="LevelTwoTextNode" presStyleLbl="node3" presStyleIdx="0" presStyleCnt="3">
        <dgm:presLayoutVars>
          <dgm:chPref val="3"/>
        </dgm:presLayoutVars>
      </dgm:prSet>
      <dgm:spPr/>
    </dgm:pt>
    <dgm:pt modelId="{52AFE244-654E-4DA1-9D98-236180F98D68}" type="pres">
      <dgm:prSet presAssocID="{83394505-37F9-46FF-A42D-112885EFC6DC}" presName="level3hierChild" presStyleCnt="0"/>
      <dgm:spPr/>
    </dgm:pt>
    <dgm:pt modelId="{4D59E086-00FA-4D43-B2FD-A536895B7A56}" type="pres">
      <dgm:prSet presAssocID="{B0CA5B25-A630-49D0-80EA-7E90047EE632}" presName="conn2-1" presStyleLbl="parChTrans1D4" presStyleIdx="0" presStyleCnt="6"/>
      <dgm:spPr/>
    </dgm:pt>
    <dgm:pt modelId="{236CF969-C33F-4F41-B9CA-5A5EC893602E}" type="pres">
      <dgm:prSet presAssocID="{B0CA5B25-A630-49D0-80EA-7E90047EE632}" presName="connTx" presStyleLbl="parChTrans1D4" presStyleIdx="0" presStyleCnt="6"/>
      <dgm:spPr/>
    </dgm:pt>
    <dgm:pt modelId="{8ACED60E-15BE-402D-942B-15A93E4DD213}" type="pres">
      <dgm:prSet presAssocID="{11166367-33BC-4376-BBC1-5BD15A9567E1}" presName="root2" presStyleCnt="0"/>
      <dgm:spPr/>
    </dgm:pt>
    <dgm:pt modelId="{C87658BB-ED1E-4786-B8C4-9733851DFF9E}" type="pres">
      <dgm:prSet presAssocID="{11166367-33BC-4376-BBC1-5BD15A9567E1}" presName="LevelTwoTextNode" presStyleLbl="node4" presStyleIdx="0" presStyleCnt="6">
        <dgm:presLayoutVars>
          <dgm:chPref val="3"/>
        </dgm:presLayoutVars>
      </dgm:prSet>
      <dgm:spPr/>
    </dgm:pt>
    <dgm:pt modelId="{BD52A33E-7E2D-4D0D-AA33-ABDA22019904}" type="pres">
      <dgm:prSet presAssocID="{11166367-33BC-4376-BBC1-5BD15A9567E1}" presName="level3hierChild" presStyleCnt="0"/>
      <dgm:spPr/>
    </dgm:pt>
    <dgm:pt modelId="{895A3773-61C6-4393-B5D1-7749EE5EA6FC}" type="pres">
      <dgm:prSet presAssocID="{FB913A4F-3AC6-4A3F-8C0B-446A473B2380}" presName="conn2-1" presStyleLbl="parChTrans1D4" presStyleIdx="1" presStyleCnt="6"/>
      <dgm:spPr/>
    </dgm:pt>
    <dgm:pt modelId="{ECF2A0AD-3C55-4F7D-878D-FD0D71C06F3D}" type="pres">
      <dgm:prSet presAssocID="{FB913A4F-3AC6-4A3F-8C0B-446A473B2380}" presName="connTx" presStyleLbl="parChTrans1D4" presStyleIdx="1" presStyleCnt="6"/>
      <dgm:spPr/>
    </dgm:pt>
    <dgm:pt modelId="{40FDC93B-6482-4479-8106-BCC4B0E9D1EF}" type="pres">
      <dgm:prSet presAssocID="{8641692E-9661-4817-98B0-4392C1BE4329}" presName="root2" presStyleCnt="0"/>
      <dgm:spPr/>
    </dgm:pt>
    <dgm:pt modelId="{B6C4F000-2CC3-4FD0-9996-C57E026F5328}" type="pres">
      <dgm:prSet presAssocID="{8641692E-9661-4817-98B0-4392C1BE4329}" presName="LevelTwoTextNode" presStyleLbl="node4" presStyleIdx="1" presStyleCnt="6">
        <dgm:presLayoutVars>
          <dgm:chPref val="3"/>
        </dgm:presLayoutVars>
      </dgm:prSet>
      <dgm:spPr/>
    </dgm:pt>
    <dgm:pt modelId="{ABC53400-7224-484F-B203-BB24DFB9BE7F}" type="pres">
      <dgm:prSet presAssocID="{8641692E-9661-4817-98B0-4392C1BE4329}" presName="level3hierChild" presStyleCnt="0"/>
      <dgm:spPr/>
    </dgm:pt>
    <dgm:pt modelId="{A14B4995-4C35-4384-BDC9-EA77E35AE83D}" type="pres">
      <dgm:prSet presAssocID="{55C26780-9853-4100-950A-3AF6425E33F3}" presName="conn2-1" presStyleLbl="parChTrans1D4" presStyleIdx="2" presStyleCnt="6"/>
      <dgm:spPr/>
    </dgm:pt>
    <dgm:pt modelId="{7CCEE378-7AF4-45BD-8017-746547316F92}" type="pres">
      <dgm:prSet presAssocID="{55C26780-9853-4100-950A-3AF6425E33F3}" presName="connTx" presStyleLbl="parChTrans1D4" presStyleIdx="2" presStyleCnt="6"/>
      <dgm:spPr/>
    </dgm:pt>
    <dgm:pt modelId="{0A55E245-885D-4BBC-97B3-0DD8F0E5DE13}" type="pres">
      <dgm:prSet presAssocID="{6AA53CDF-C869-4DFE-8333-32785EE3BF74}" presName="root2" presStyleCnt="0"/>
      <dgm:spPr/>
    </dgm:pt>
    <dgm:pt modelId="{3191F280-E958-4B60-870D-EED6BDD6F18D}" type="pres">
      <dgm:prSet presAssocID="{6AA53CDF-C869-4DFE-8333-32785EE3BF74}" presName="LevelTwoTextNode" presStyleLbl="node4" presStyleIdx="2" presStyleCnt="6">
        <dgm:presLayoutVars>
          <dgm:chPref val="3"/>
        </dgm:presLayoutVars>
      </dgm:prSet>
      <dgm:spPr/>
    </dgm:pt>
    <dgm:pt modelId="{EC56269E-32DC-4BE7-BBDA-D536B6769DF9}" type="pres">
      <dgm:prSet presAssocID="{6AA53CDF-C869-4DFE-8333-32785EE3BF74}" presName="level3hierChild" presStyleCnt="0"/>
      <dgm:spPr/>
    </dgm:pt>
    <dgm:pt modelId="{434BD2DE-0E13-447F-92B0-5D48250BE56A}" type="pres">
      <dgm:prSet presAssocID="{2420143D-AE29-4ADB-A0E2-B20B9B5E8329}" presName="conn2-1" presStyleLbl="parChTrans1D4" presStyleIdx="3" presStyleCnt="6"/>
      <dgm:spPr/>
    </dgm:pt>
    <dgm:pt modelId="{80E7668A-11AD-49E7-B077-98B36DAA4BE3}" type="pres">
      <dgm:prSet presAssocID="{2420143D-AE29-4ADB-A0E2-B20B9B5E8329}" presName="connTx" presStyleLbl="parChTrans1D4" presStyleIdx="3" presStyleCnt="6"/>
      <dgm:spPr/>
    </dgm:pt>
    <dgm:pt modelId="{72DA95F7-8068-4ABD-BC72-B1FAAAEA0F0A}" type="pres">
      <dgm:prSet presAssocID="{D81A4F50-5AD6-45A3-A3C3-7945CC41EEA9}" presName="root2" presStyleCnt="0"/>
      <dgm:spPr/>
    </dgm:pt>
    <dgm:pt modelId="{EE71943B-74E5-4347-9F6C-7A8FD072222B}" type="pres">
      <dgm:prSet presAssocID="{D81A4F50-5AD6-45A3-A3C3-7945CC41EEA9}" presName="LevelTwoTextNode" presStyleLbl="node4" presStyleIdx="3" presStyleCnt="6">
        <dgm:presLayoutVars>
          <dgm:chPref val="3"/>
        </dgm:presLayoutVars>
      </dgm:prSet>
      <dgm:spPr/>
    </dgm:pt>
    <dgm:pt modelId="{DACEDC17-DE0A-4921-8CE5-CCDB779105A5}" type="pres">
      <dgm:prSet presAssocID="{D81A4F50-5AD6-45A3-A3C3-7945CC41EEA9}" presName="level3hierChild" presStyleCnt="0"/>
      <dgm:spPr/>
    </dgm:pt>
    <dgm:pt modelId="{C589803A-7F07-4262-B897-763A0B216C36}" type="pres">
      <dgm:prSet presAssocID="{8EA1821F-CBD9-4C05-AF4A-435CFCB4A466}" presName="conn2-1" presStyleLbl="parChTrans1D4" presStyleIdx="4" presStyleCnt="6"/>
      <dgm:spPr/>
    </dgm:pt>
    <dgm:pt modelId="{08D41CB4-03A5-4F6D-908A-68CB1B58379F}" type="pres">
      <dgm:prSet presAssocID="{8EA1821F-CBD9-4C05-AF4A-435CFCB4A466}" presName="connTx" presStyleLbl="parChTrans1D4" presStyleIdx="4" presStyleCnt="6"/>
      <dgm:spPr/>
    </dgm:pt>
    <dgm:pt modelId="{BBF0C76B-8AD8-45E0-BB28-8396C1705822}" type="pres">
      <dgm:prSet presAssocID="{C0F1ED6B-8BB1-413D-BF0D-1C01D2EBECBE}" presName="root2" presStyleCnt="0"/>
      <dgm:spPr/>
    </dgm:pt>
    <dgm:pt modelId="{69FD914A-95DB-45EA-A903-DC5B0DE305D6}" type="pres">
      <dgm:prSet presAssocID="{C0F1ED6B-8BB1-413D-BF0D-1C01D2EBECBE}" presName="LevelTwoTextNode" presStyleLbl="node4" presStyleIdx="4" presStyleCnt="6">
        <dgm:presLayoutVars>
          <dgm:chPref val="3"/>
        </dgm:presLayoutVars>
      </dgm:prSet>
      <dgm:spPr/>
    </dgm:pt>
    <dgm:pt modelId="{6AF4805B-CFE0-47EC-A64B-818AD96AAC46}" type="pres">
      <dgm:prSet presAssocID="{C0F1ED6B-8BB1-413D-BF0D-1C01D2EBECBE}" presName="level3hierChild" presStyleCnt="0"/>
      <dgm:spPr/>
    </dgm:pt>
    <dgm:pt modelId="{3C1C52B7-3D97-4401-96C5-22056D435CE5}" type="pres">
      <dgm:prSet presAssocID="{D956EE0F-AFAA-4E3B-ACF2-B76238C3C7E2}" presName="conn2-1" presStyleLbl="parChTrans1D4" presStyleIdx="5" presStyleCnt="6"/>
      <dgm:spPr/>
    </dgm:pt>
    <dgm:pt modelId="{68500236-410A-4E93-90D9-06E1EB04F6EC}" type="pres">
      <dgm:prSet presAssocID="{D956EE0F-AFAA-4E3B-ACF2-B76238C3C7E2}" presName="connTx" presStyleLbl="parChTrans1D4" presStyleIdx="5" presStyleCnt="6"/>
      <dgm:spPr/>
    </dgm:pt>
    <dgm:pt modelId="{8D2AD4E0-CE7C-4556-9626-5C17531A58DA}" type="pres">
      <dgm:prSet presAssocID="{CEBBDDA5-052A-4920-ABA3-5B4CF01C4C27}" presName="root2" presStyleCnt="0"/>
      <dgm:spPr/>
    </dgm:pt>
    <dgm:pt modelId="{A812A7C8-E6E3-467C-9E35-099A2589213F}" type="pres">
      <dgm:prSet presAssocID="{CEBBDDA5-052A-4920-ABA3-5B4CF01C4C27}" presName="LevelTwoTextNode" presStyleLbl="node4" presStyleIdx="5" presStyleCnt="6">
        <dgm:presLayoutVars>
          <dgm:chPref val="3"/>
        </dgm:presLayoutVars>
      </dgm:prSet>
      <dgm:spPr/>
    </dgm:pt>
    <dgm:pt modelId="{A54302B8-476E-40E4-96FE-C5E3B35ED3F8}" type="pres">
      <dgm:prSet presAssocID="{CEBBDDA5-052A-4920-ABA3-5B4CF01C4C27}" presName="level3hierChild" presStyleCnt="0"/>
      <dgm:spPr/>
    </dgm:pt>
    <dgm:pt modelId="{5F323AB1-5280-41FD-B088-DFA2FC240CE8}" type="pres">
      <dgm:prSet presAssocID="{B1F0DFAC-1198-47BD-93F9-04509A2353F4}" presName="conn2-1" presStyleLbl="parChTrans1D2" presStyleIdx="1" presStyleCnt="2"/>
      <dgm:spPr/>
    </dgm:pt>
    <dgm:pt modelId="{5C33A993-230A-4BEF-B2C9-576D77A06627}" type="pres">
      <dgm:prSet presAssocID="{B1F0DFAC-1198-47BD-93F9-04509A2353F4}" presName="connTx" presStyleLbl="parChTrans1D2" presStyleIdx="1" presStyleCnt="2"/>
      <dgm:spPr/>
    </dgm:pt>
    <dgm:pt modelId="{020AA5DC-3C46-4B1F-9F67-BC2ADA91F9B0}" type="pres">
      <dgm:prSet presAssocID="{2D3D2918-F661-4EA3-B329-541E726225D6}" presName="root2" presStyleCnt="0"/>
      <dgm:spPr/>
    </dgm:pt>
    <dgm:pt modelId="{BCD403E8-6631-4C07-B188-0B8ED2FD42EC}" type="pres">
      <dgm:prSet presAssocID="{2D3D2918-F661-4EA3-B329-541E726225D6}" presName="LevelTwoTextNode" presStyleLbl="node2" presStyleIdx="1" presStyleCnt="2">
        <dgm:presLayoutVars>
          <dgm:chPref val="3"/>
        </dgm:presLayoutVars>
      </dgm:prSet>
      <dgm:spPr/>
    </dgm:pt>
    <dgm:pt modelId="{DB642AC5-1938-4D50-94B7-ED314375C0F0}" type="pres">
      <dgm:prSet presAssocID="{2D3D2918-F661-4EA3-B329-541E726225D6}" presName="level3hierChild" presStyleCnt="0"/>
      <dgm:spPr/>
    </dgm:pt>
    <dgm:pt modelId="{E0460995-0AA4-45E4-93F6-EB99B2514813}" type="pres">
      <dgm:prSet presAssocID="{676EE9F8-0808-4B1B-8830-2B14FF50B4F1}" presName="conn2-1" presStyleLbl="parChTrans1D3" presStyleIdx="1" presStyleCnt="3"/>
      <dgm:spPr/>
    </dgm:pt>
    <dgm:pt modelId="{C5B7C3B2-F43F-48F4-B21C-488C11F62799}" type="pres">
      <dgm:prSet presAssocID="{676EE9F8-0808-4B1B-8830-2B14FF50B4F1}" presName="connTx" presStyleLbl="parChTrans1D3" presStyleIdx="1" presStyleCnt="3"/>
      <dgm:spPr/>
    </dgm:pt>
    <dgm:pt modelId="{B7872C85-92FB-46A6-B2E6-C951F773D0B5}" type="pres">
      <dgm:prSet presAssocID="{B3426525-F0C5-48AE-8C6E-84654A514678}" presName="root2" presStyleCnt="0"/>
      <dgm:spPr/>
    </dgm:pt>
    <dgm:pt modelId="{0F3398CE-7E16-43BB-AF46-DA4798725C32}" type="pres">
      <dgm:prSet presAssocID="{B3426525-F0C5-48AE-8C6E-84654A514678}" presName="LevelTwoTextNode" presStyleLbl="node3" presStyleIdx="1" presStyleCnt="3">
        <dgm:presLayoutVars>
          <dgm:chPref val="3"/>
        </dgm:presLayoutVars>
      </dgm:prSet>
      <dgm:spPr/>
    </dgm:pt>
    <dgm:pt modelId="{5E7A5EAD-7F7F-4697-AF28-1758200B5DFF}" type="pres">
      <dgm:prSet presAssocID="{B3426525-F0C5-48AE-8C6E-84654A514678}" presName="level3hierChild" presStyleCnt="0"/>
      <dgm:spPr/>
    </dgm:pt>
    <dgm:pt modelId="{2B347D2B-4A8B-43B2-AD6A-C4F61D82E89A}" type="pres">
      <dgm:prSet presAssocID="{BAC5CDFA-50F1-4436-B513-5E452C077591}" presName="conn2-1" presStyleLbl="parChTrans1D3" presStyleIdx="2" presStyleCnt="3"/>
      <dgm:spPr/>
    </dgm:pt>
    <dgm:pt modelId="{53D53E31-9A40-4911-BCED-FA15BEA79BCA}" type="pres">
      <dgm:prSet presAssocID="{BAC5CDFA-50F1-4436-B513-5E452C077591}" presName="connTx" presStyleLbl="parChTrans1D3" presStyleIdx="2" presStyleCnt="3"/>
      <dgm:spPr/>
    </dgm:pt>
    <dgm:pt modelId="{B43AC8BB-51BC-43D2-9E81-BCB326148020}" type="pres">
      <dgm:prSet presAssocID="{03BBEA62-1CC4-4B29-8AA3-02294C2F6743}" presName="root2" presStyleCnt="0"/>
      <dgm:spPr/>
    </dgm:pt>
    <dgm:pt modelId="{F0694A0B-F715-487E-BBEA-38D7B9448D58}" type="pres">
      <dgm:prSet presAssocID="{03BBEA62-1CC4-4B29-8AA3-02294C2F6743}" presName="LevelTwoTextNode" presStyleLbl="node3" presStyleIdx="2" presStyleCnt="3">
        <dgm:presLayoutVars>
          <dgm:chPref val="3"/>
        </dgm:presLayoutVars>
      </dgm:prSet>
      <dgm:spPr/>
    </dgm:pt>
    <dgm:pt modelId="{0703B74D-D205-46C5-86D9-27506FDBB8AB}" type="pres">
      <dgm:prSet presAssocID="{03BBEA62-1CC4-4B29-8AA3-02294C2F6743}" presName="level3hierChild" presStyleCnt="0"/>
      <dgm:spPr/>
    </dgm:pt>
  </dgm:ptLst>
  <dgm:cxnLst>
    <dgm:cxn modelId="{D016190E-22CF-463B-AE16-82443FCD86A4}" type="presOf" srcId="{55C26780-9853-4100-950A-3AF6425E33F3}" destId="{7CCEE378-7AF4-45BD-8017-746547316F92}" srcOrd="1" destOrd="0" presId="urn:microsoft.com/office/officeart/2005/8/layout/hierarchy2"/>
    <dgm:cxn modelId="{FDFE4B0E-32E6-484E-8429-F5885AAD4037}" type="presOf" srcId="{83394505-37F9-46FF-A42D-112885EFC6DC}" destId="{81DCD0B5-9F5F-4C64-B844-8E19BBC937FF}" srcOrd="0" destOrd="0" presId="urn:microsoft.com/office/officeart/2005/8/layout/hierarchy2"/>
    <dgm:cxn modelId="{05C7DC14-F8C9-42FD-84E9-AF358EAF0205}" type="presOf" srcId="{B1F0DFAC-1198-47BD-93F9-04509A2353F4}" destId="{5C33A993-230A-4BEF-B2C9-576D77A06627}" srcOrd="1" destOrd="0" presId="urn:microsoft.com/office/officeart/2005/8/layout/hierarchy2"/>
    <dgm:cxn modelId="{74B62C17-4E8F-4D24-B8BC-2CCCE6905FC5}" type="presOf" srcId="{2420143D-AE29-4ADB-A0E2-B20B9B5E8329}" destId="{80E7668A-11AD-49E7-B077-98B36DAA4BE3}" srcOrd="1" destOrd="0" presId="urn:microsoft.com/office/officeart/2005/8/layout/hierarchy2"/>
    <dgm:cxn modelId="{F036CA1C-5B6D-459F-9451-3BDC66B9600A}" srcId="{E5D36416-76ED-47C5-9567-F5A94EAE9DE9}" destId="{83394505-37F9-46FF-A42D-112885EFC6DC}" srcOrd="0" destOrd="0" parTransId="{68E8F9E6-803A-4B66-838E-71A9A3BE6603}" sibTransId="{90D662E8-F783-4ACD-825A-65757EEB56B2}"/>
    <dgm:cxn modelId="{B1517920-804C-46FD-A27D-A059637FDA63}" type="presOf" srcId="{676EE9F8-0808-4B1B-8830-2B14FF50B4F1}" destId="{E0460995-0AA4-45E4-93F6-EB99B2514813}" srcOrd="0" destOrd="0" presId="urn:microsoft.com/office/officeart/2005/8/layout/hierarchy2"/>
    <dgm:cxn modelId="{606E9E23-ACA4-42F5-90B9-F76A5A957888}" type="presOf" srcId="{6AA53CDF-C869-4DFE-8333-32785EE3BF74}" destId="{3191F280-E958-4B60-870D-EED6BDD6F18D}" srcOrd="0" destOrd="0" presId="urn:microsoft.com/office/officeart/2005/8/layout/hierarchy2"/>
    <dgm:cxn modelId="{D4EE2F28-0109-4B58-B9CA-BF70C6E35D25}" type="presOf" srcId="{FB913A4F-3AC6-4A3F-8C0B-446A473B2380}" destId="{ECF2A0AD-3C55-4F7D-878D-FD0D71C06F3D}" srcOrd="1" destOrd="0" presId="urn:microsoft.com/office/officeart/2005/8/layout/hierarchy2"/>
    <dgm:cxn modelId="{9E438328-6D9B-4451-8C43-BAA937EEEDA0}" type="presOf" srcId="{11166367-33BC-4376-BBC1-5BD15A9567E1}" destId="{C87658BB-ED1E-4786-B8C4-9733851DFF9E}" srcOrd="0" destOrd="0" presId="urn:microsoft.com/office/officeart/2005/8/layout/hierarchy2"/>
    <dgm:cxn modelId="{CCE7E22B-F076-40B5-9547-122D46101E89}" type="presOf" srcId="{676EE9F8-0808-4B1B-8830-2B14FF50B4F1}" destId="{C5B7C3B2-F43F-48F4-B21C-488C11F62799}" srcOrd="1" destOrd="0" presId="urn:microsoft.com/office/officeart/2005/8/layout/hierarchy2"/>
    <dgm:cxn modelId="{94BC3D2C-DBB6-4137-9558-86483BE6AFAB}" type="presOf" srcId="{B0CA5B25-A630-49D0-80EA-7E90047EE632}" destId="{236CF969-C33F-4F41-B9CA-5A5EC893602E}" srcOrd="1" destOrd="0" presId="urn:microsoft.com/office/officeart/2005/8/layout/hierarchy2"/>
    <dgm:cxn modelId="{1ED44E33-7D19-4083-B2AC-25F4736E42D5}" type="presOf" srcId="{D956EE0F-AFAA-4E3B-ACF2-B76238C3C7E2}" destId="{3C1C52B7-3D97-4401-96C5-22056D435CE5}" srcOrd="0" destOrd="0" presId="urn:microsoft.com/office/officeart/2005/8/layout/hierarchy2"/>
    <dgm:cxn modelId="{FADC1D5F-6C31-4293-88D6-135E8C9F10BC}" type="presOf" srcId="{92290AA3-4EEB-4CC5-AF82-74187061E596}" destId="{C90EE599-092D-4D74-AEF2-B7F7D8F99D95}" srcOrd="0" destOrd="0" presId="urn:microsoft.com/office/officeart/2005/8/layout/hierarchy2"/>
    <dgm:cxn modelId="{FD8D0C62-3D87-48F7-A9C3-5FBDC4941B62}" type="presOf" srcId="{CEBBDDA5-052A-4920-ABA3-5B4CF01C4C27}" destId="{A812A7C8-E6E3-467C-9E35-099A2589213F}" srcOrd="0" destOrd="0" presId="urn:microsoft.com/office/officeart/2005/8/layout/hierarchy2"/>
    <dgm:cxn modelId="{BEBB4243-5091-49E0-B46A-7B17AF826C82}" type="presOf" srcId="{03BBEA62-1CC4-4B29-8AA3-02294C2F6743}" destId="{F0694A0B-F715-487E-BBEA-38D7B9448D58}" srcOrd="0" destOrd="0" presId="urn:microsoft.com/office/officeart/2005/8/layout/hierarchy2"/>
    <dgm:cxn modelId="{A5F6CC63-B5B5-4B68-ADE2-01436AA60DA6}" type="presOf" srcId="{2420143D-AE29-4ADB-A0E2-B20B9B5E8329}" destId="{434BD2DE-0E13-447F-92B0-5D48250BE56A}" srcOrd="0" destOrd="0" presId="urn:microsoft.com/office/officeart/2005/8/layout/hierarchy2"/>
    <dgm:cxn modelId="{588AB866-DF60-4F70-B5CB-4E63E57CDB52}" type="presOf" srcId="{D956EE0F-AFAA-4E3B-ACF2-B76238C3C7E2}" destId="{68500236-410A-4E93-90D9-06E1EB04F6EC}" srcOrd="1" destOrd="0" presId="urn:microsoft.com/office/officeart/2005/8/layout/hierarchy2"/>
    <dgm:cxn modelId="{3D29834B-F122-478A-8D78-C9C3E2EDCFE2}" type="presOf" srcId="{D81A4F50-5AD6-45A3-A3C3-7945CC41EEA9}" destId="{EE71943B-74E5-4347-9F6C-7A8FD072222B}" srcOrd="0" destOrd="0" presId="urn:microsoft.com/office/officeart/2005/8/layout/hierarchy2"/>
    <dgm:cxn modelId="{C3B7F951-8210-4235-8342-E6E9EA329A7F}" srcId="{11166367-33BC-4376-BBC1-5BD15A9567E1}" destId="{8641692E-9661-4817-98B0-4392C1BE4329}" srcOrd="0" destOrd="0" parTransId="{FB913A4F-3AC6-4A3F-8C0B-446A473B2380}" sibTransId="{93E62A0F-FF21-48E2-82A6-D57D4FB22C7B}"/>
    <dgm:cxn modelId="{18382752-4D7E-497E-B83B-1C43BF35E436}" type="presOf" srcId="{8641692E-9661-4817-98B0-4392C1BE4329}" destId="{B6C4F000-2CC3-4FD0-9996-C57E026F5328}" srcOrd="0" destOrd="0" presId="urn:microsoft.com/office/officeart/2005/8/layout/hierarchy2"/>
    <dgm:cxn modelId="{AC040153-054A-4E12-A1A5-655BA4F380DE}" type="presOf" srcId="{C0F1ED6B-8BB1-413D-BF0D-1C01D2EBECBE}" destId="{69FD914A-95DB-45EA-A903-DC5B0DE305D6}" srcOrd="0" destOrd="0" presId="urn:microsoft.com/office/officeart/2005/8/layout/hierarchy2"/>
    <dgm:cxn modelId="{8CEE3453-B8A6-4843-8E26-F20FB7CEF06C}" srcId="{2D3D2918-F661-4EA3-B329-541E726225D6}" destId="{03BBEA62-1CC4-4B29-8AA3-02294C2F6743}" srcOrd="1" destOrd="0" parTransId="{BAC5CDFA-50F1-4436-B513-5E452C077591}" sibTransId="{8DA7FD1B-1BAE-4AE9-9F56-166EFC79E228}"/>
    <dgm:cxn modelId="{3AAF7373-BBA3-4557-B40F-68F0A9BD9966}" srcId="{2D3D2918-F661-4EA3-B329-541E726225D6}" destId="{B3426525-F0C5-48AE-8C6E-84654A514678}" srcOrd="0" destOrd="0" parTransId="{676EE9F8-0808-4B1B-8830-2B14FF50B4F1}" sibTransId="{61D19FE6-91DB-471F-9277-418B6B4B1005}"/>
    <dgm:cxn modelId="{CE503255-3250-4FFA-A5A7-7935FEEC5EA6}" type="presOf" srcId="{92290AA3-4EEB-4CC5-AF82-74187061E596}" destId="{52804B7B-00E9-449E-8010-B56CB823D5D8}" srcOrd="1" destOrd="0" presId="urn:microsoft.com/office/officeart/2005/8/layout/hierarchy2"/>
    <dgm:cxn modelId="{AF348677-4F7A-4F66-BA2E-6EC383F61C91}" type="presOf" srcId="{E5D36416-76ED-47C5-9567-F5A94EAE9DE9}" destId="{8CB305FC-DFA5-4D34-9B42-D0CE329F108D}" srcOrd="0" destOrd="0" presId="urn:microsoft.com/office/officeart/2005/8/layout/hierarchy2"/>
    <dgm:cxn modelId="{81F7AC86-B722-4231-A9E0-6FD6C4234DC3}" srcId="{11166367-33BC-4376-BBC1-5BD15A9567E1}" destId="{6AA53CDF-C869-4DFE-8333-32785EE3BF74}" srcOrd="1" destOrd="0" parTransId="{55C26780-9853-4100-950A-3AF6425E33F3}" sibTransId="{2D3F6BC7-B1FD-4CB8-8F20-66CEBFB9727B}"/>
    <dgm:cxn modelId="{98A17889-554B-49E1-9ADE-BA24F10D3197}" srcId="{5EE10BA9-F1ED-45E4-B927-B8BB0A4BD7BF}" destId="{2D3D2918-F661-4EA3-B329-541E726225D6}" srcOrd="1" destOrd="0" parTransId="{B1F0DFAC-1198-47BD-93F9-04509A2353F4}" sibTransId="{8BB893CA-7DFE-4C6C-9C6F-73444BE73B6A}"/>
    <dgm:cxn modelId="{F2FDB99A-5ACE-4E3A-95EB-E7800739FFFF}" type="presOf" srcId="{8EA1821F-CBD9-4C05-AF4A-435CFCB4A466}" destId="{C589803A-7F07-4262-B897-763A0B216C36}" srcOrd="0" destOrd="0" presId="urn:microsoft.com/office/officeart/2005/8/layout/hierarchy2"/>
    <dgm:cxn modelId="{D785B29D-28A9-4EB1-8FF1-F037BC44FCA5}" type="presOf" srcId="{5EE10BA9-F1ED-45E4-B927-B8BB0A4BD7BF}" destId="{BDCC4A18-B219-492A-B65D-8D05D5ED7E89}" srcOrd="0" destOrd="0" presId="urn:microsoft.com/office/officeart/2005/8/layout/hierarchy2"/>
    <dgm:cxn modelId="{EBCD539E-C0C3-4946-89D2-B5FD7A6F64E6}" srcId="{D81A4F50-5AD6-45A3-A3C3-7945CC41EEA9}" destId="{C0F1ED6B-8BB1-413D-BF0D-1C01D2EBECBE}" srcOrd="0" destOrd="0" parTransId="{8EA1821F-CBD9-4C05-AF4A-435CFCB4A466}" sibTransId="{22AA65B4-18F6-4F91-AD9A-43CFD5DF1BDB}"/>
    <dgm:cxn modelId="{3F71EA9E-4216-46D6-B6DC-C9026FA4B0B3}" type="presOf" srcId="{68E8F9E6-803A-4B66-838E-71A9A3BE6603}" destId="{1C82FBB8-5D53-4F3B-A7AF-EA9B459BE076}" srcOrd="1" destOrd="0" presId="urn:microsoft.com/office/officeart/2005/8/layout/hierarchy2"/>
    <dgm:cxn modelId="{00DDE8A2-F797-4EE6-B71D-7821836896C2}" type="presOf" srcId="{B0CA5B25-A630-49D0-80EA-7E90047EE632}" destId="{4D59E086-00FA-4D43-B2FD-A536895B7A56}" srcOrd="0" destOrd="0" presId="urn:microsoft.com/office/officeart/2005/8/layout/hierarchy2"/>
    <dgm:cxn modelId="{8CBD58A3-7A07-48DB-ACBB-3F28CFF175BF}" type="presOf" srcId="{FB913A4F-3AC6-4A3F-8C0B-446A473B2380}" destId="{895A3773-61C6-4393-B5D1-7749EE5EA6FC}" srcOrd="0" destOrd="0" presId="urn:microsoft.com/office/officeart/2005/8/layout/hierarchy2"/>
    <dgm:cxn modelId="{11D64FAA-1599-4BB9-BF07-6119481B7654}" type="presOf" srcId="{BAC5CDFA-50F1-4436-B513-5E452C077591}" destId="{2B347D2B-4A8B-43B2-AD6A-C4F61D82E89A}" srcOrd="0" destOrd="0" presId="urn:microsoft.com/office/officeart/2005/8/layout/hierarchy2"/>
    <dgm:cxn modelId="{A4FC06B2-F318-4661-AAE3-A8A8E22EEF7B}" srcId="{662C3B24-0058-4FBB-89EE-4F2BF1F5121A}" destId="{5EE10BA9-F1ED-45E4-B927-B8BB0A4BD7BF}" srcOrd="0" destOrd="0" parTransId="{B1F56C11-C8A5-49D4-93F2-A9C59FB4CDE0}" sibTransId="{0F6A20E5-8649-41A6-B06B-870DAF8D1538}"/>
    <dgm:cxn modelId="{71EF18BA-776D-4E8E-B338-858FB62C0AB8}" type="presOf" srcId="{662C3B24-0058-4FBB-89EE-4F2BF1F5121A}" destId="{6A45366A-1B57-44BA-BC3E-AF7361865307}" srcOrd="0" destOrd="0" presId="urn:microsoft.com/office/officeart/2005/8/layout/hierarchy2"/>
    <dgm:cxn modelId="{0A484FBB-E8B0-464F-93C6-98AD6B15288E}" type="presOf" srcId="{8EA1821F-CBD9-4C05-AF4A-435CFCB4A466}" destId="{08D41CB4-03A5-4F6D-908A-68CB1B58379F}" srcOrd="1" destOrd="0" presId="urn:microsoft.com/office/officeart/2005/8/layout/hierarchy2"/>
    <dgm:cxn modelId="{355A52C3-AABF-4829-8C32-0BAC9054DAAB}" type="presOf" srcId="{55C26780-9853-4100-950A-3AF6425E33F3}" destId="{A14B4995-4C35-4384-BDC9-EA77E35AE83D}" srcOrd="0" destOrd="0" presId="urn:microsoft.com/office/officeart/2005/8/layout/hierarchy2"/>
    <dgm:cxn modelId="{D0541BD5-ADCA-4D84-8184-7EDA729D64C4}" type="presOf" srcId="{BAC5CDFA-50F1-4436-B513-5E452C077591}" destId="{53D53E31-9A40-4911-BCED-FA15BEA79BCA}" srcOrd="1" destOrd="0" presId="urn:microsoft.com/office/officeart/2005/8/layout/hierarchy2"/>
    <dgm:cxn modelId="{99BB73D9-261A-4409-A566-0F66679B1AC4}" srcId="{83394505-37F9-46FF-A42D-112885EFC6DC}" destId="{11166367-33BC-4376-BBC1-5BD15A9567E1}" srcOrd="0" destOrd="0" parTransId="{B0CA5B25-A630-49D0-80EA-7E90047EE632}" sibTransId="{C163A79A-DFBD-4D05-BF11-BBD1DA916A9A}"/>
    <dgm:cxn modelId="{9708A0DA-C8A2-4D58-93B4-1C0B4DD878BB}" type="presOf" srcId="{2D3D2918-F661-4EA3-B329-541E726225D6}" destId="{BCD403E8-6631-4C07-B188-0B8ED2FD42EC}" srcOrd="0" destOrd="0" presId="urn:microsoft.com/office/officeart/2005/8/layout/hierarchy2"/>
    <dgm:cxn modelId="{798411E1-7E4F-497C-815A-A7D2EE991966}" type="presOf" srcId="{B3426525-F0C5-48AE-8C6E-84654A514678}" destId="{0F3398CE-7E16-43BB-AF46-DA4798725C32}" srcOrd="0" destOrd="0" presId="urn:microsoft.com/office/officeart/2005/8/layout/hierarchy2"/>
    <dgm:cxn modelId="{6610B1E9-6390-4174-B950-C73C9E06AB62}" type="presOf" srcId="{B1F0DFAC-1198-47BD-93F9-04509A2353F4}" destId="{5F323AB1-5280-41FD-B088-DFA2FC240CE8}" srcOrd="0" destOrd="0" presId="urn:microsoft.com/office/officeart/2005/8/layout/hierarchy2"/>
    <dgm:cxn modelId="{71BB67F1-BE33-42F0-9FB4-A297ECAA6852}" srcId="{5EE10BA9-F1ED-45E4-B927-B8BB0A4BD7BF}" destId="{E5D36416-76ED-47C5-9567-F5A94EAE9DE9}" srcOrd="0" destOrd="0" parTransId="{92290AA3-4EEB-4CC5-AF82-74187061E596}" sibTransId="{4DFE6296-7B2C-449C-8242-70DED9F22788}"/>
    <dgm:cxn modelId="{4FDEEAF8-9D7E-43C8-AFA1-C9E6C6806A8B}" srcId="{83394505-37F9-46FF-A42D-112885EFC6DC}" destId="{D81A4F50-5AD6-45A3-A3C3-7945CC41EEA9}" srcOrd="1" destOrd="0" parTransId="{2420143D-AE29-4ADB-A0E2-B20B9B5E8329}" sibTransId="{525C5EE0-56A4-4AA9-B63B-F05610E7B510}"/>
    <dgm:cxn modelId="{9C5EDDF9-526C-436B-B8BE-EFC67C1EB098}" srcId="{D81A4F50-5AD6-45A3-A3C3-7945CC41EEA9}" destId="{CEBBDDA5-052A-4920-ABA3-5B4CF01C4C27}" srcOrd="1" destOrd="0" parTransId="{D956EE0F-AFAA-4E3B-ACF2-B76238C3C7E2}" sibTransId="{1D4BF49C-6DC3-4CA7-9CE0-2D391F85F6CD}"/>
    <dgm:cxn modelId="{656C0DFB-88CF-4BB0-9BFB-24869D63E6A4}" type="presOf" srcId="{68E8F9E6-803A-4B66-838E-71A9A3BE6603}" destId="{A14E4B55-F693-4E69-8BF2-9E96A5D05D5C}" srcOrd="0" destOrd="0" presId="urn:microsoft.com/office/officeart/2005/8/layout/hierarchy2"/>
    <dgm:cxn modelId="{8490D26B-2E2B-43D0-B27A-F1B8C251D417}" type="presParOf" srcId="{6A45366A-1B57-44BA-BC3E-AF7361865307}" destId="{FF5D8674-C92D-486D-8BA8-4F12440D9D7E}" srcOrd="0" destOrd="0" presId="urn:microsoft.com/office/officeart/2005/8/layout/hierarchy2"/>
    <dgm:cxn modelId="{8F2D8DAB-0636-4871-A53E-670411DA8433}" type="presParOf" srcId="{FF5D8674-C92D-486D-8BA8-4F12440D9D7E}" destId="{BDCC4A18-B219-492A-B65D-8D05D5ED7E89}" srcOrd="0" destOrd="0" presId="urn:microsoft.com/office/officeart/2005/8/layout/hierarchy2"/>
    <dgm:cxn modelId="{0540DDD6-3CE2-47A9-AD86-42FD3220A21E}" type="presParOf" srcId="{FF5D8674-C92D-486D-8BA8-4F12440D9D7E}" destId="{15DF623B-81CB-473C-890B-0710B38A78FE}" srcOrd="1" destOrd="0" presId="urn:microsoft.com/office/officeart/2005/8/layout/hierarchy2"/>
    <dgm:cxn modelId="{CB48F545-7E9A-4EBA-98E5-194A17CD64C8}" type="presParOf" srcId="{15DF623B-81CB-473C-890B-0710B38A78FE}" destId="{C90EE599-092D-4D74-AEF2-B7F7D8F99D95}" srcOrd="0" destOrd="0" presId="urn:microsoft.com/office/officeart/2005/8/layout/hierarchy2"/>
    <dgm:cxn modelId="{B5A55B38-472F-4D8E-964F-9114C64DAFD2}" type="presParOf" srcId="{C90EE599-092D-4D74-AEF2-B7F7D8F99D95}" destId="{52804B7B-00E9-449E-8010-B56CB823D5D8}" srcOrd="0" destOrd="0" presId="urn:microsoft.com/office/officeart/2005/8/layout/hierarchy2"/>
    <dgm:cxn modelId="{236135CB-6B49-4799-9EAD-DFF8A54D8F6D}" type="presParOf" srcId="{15DF623B-81CB-473C-890B-0710B38A78FE}" destId="{DE5D7DDA-B292-4D84-8904-775A0AFEA05F}" srcOrd="1" destOrd="0" presId="urn:microsoft.com/office/officeart/2005/8/layout/hierarchy2"/>
    <dgm:cxn modelId="{051B215C-FC75-4077-9929-A3D3122A24E4}" type="presParOf" srcId="{DE5D7DDA-B292-4D84-8904-775A0AFEA05F}" destId="{8CB305FC-DFA5-4D34-9B42-D0CE329F108D}" srcOrd="0" destOrd="0" presId="urn:microsoft.com/office/officeart/2005/8/layout/hierarchy2"/>
    <dgm:cxn modelId="{E8C2C704-E393-4A0A-A291-FC19243C7088}" type="presParOf" srcId="{DE5D7DDA-B292-4D84-8904-775A0AFEA05F}" destId="{ABD48895-84DD-4D50-9F09-43CDC771CF18}" srcOrd="1" destOrd="0" presId="urn:microsoft.com/office/officeart/2005/8/layout/hierarchy2"/>
    <dgm:cxn modelId="{47491C16-8BB4-4AC4-842F-C0FE10D30A92}" type="presParOf" srcId="{ABD48895-84DD-4D50-9F09-43CDC771CF18}" destId="{A14E4B55-F693-4E69-8BF2-9E96A5D05D5C}" srcOrd="0" destOrd="0" presId="urn:microsoft.com/office/officeart/2005/8/layout/hierarchy2"/>
    <dgm:cxn modelId="{3761B623-6C9B-4207-AC11-4FD53D36D5A3}" type="presParOf" srcId="{A14E4B55-F693-4E69-8BF2-9E96A5D05D5C}" destId="{1C82FBB8-5D53-4F3B-A7AF-EA9B459BE076}" srcOrd="0" destOrd="0" presId="urn:microsoft.com/office/officeart/2005/8/layout/hierarchy2"/>
    <dgm:cxn modelId="{0B18B4E1-1119-499F-85D6-8D91B294EE93}" type="presParOf" srcId="{ABD48895-84DD-4D50-9F09-43CDC771CF18}" destId="{3E2BF2A0-19F3-4160-B6D7-C473610E12B3}" srcOrd="1" destOrd="0" presId="urn:microsoft.com/office/officeart/2005/8/layout/hierarchy2"/>
    <dgm:cxn modelId="{8B8D983F-8454-4735-B89E-E686B8D0D19B}" type="presParOf" srcId="{3E2BF2A0-19F3-4160-B6D7-C473610E12B3}" destId="{81DCD0B5-9F5F-4C64-B844-8E19BBC937FF}" srcOrd="0" destOrd="0" presId="urn:microsoft.com/office/officeart/2005/8/layout/hierarchy2"/>
    <dgm:cxn modelId="{429507B4-B104-4AD6-94C6-5E1705F71553}" type="presParOf" srcId="{3E2BF2A0-19F3-4160-B6D7-C473610E12B3}" destId="{52AFE244-654E-4DA1-9D98-236180F98D68}" srcOrd="1" destOrd="0" presId="urn:microsoft.com/office/officeart/2005/8/layout/hierarchy2"/>
    <dgm:cxn modelId="{AD5396C9-6049-49E0-A3C4-845AEFF98215}" type="presParOf" srcId="{52AFE244-654E-4DA1-9D98-236180F98D68}" destId="{4D59E086-00FA-4D43-B2FD-A536895B7A56}" srcOrd="0" destOrd="0" presId="urn:microsoft.com/office/officeart/2005/8/layout/hierarchy2"/>
    <dgm:cxn modelId="{3921BB78-C8A7-4F16-87F2-1E1145BFD454}" type="presParOf" srcId="{4D59E086-00FA-4D43-B2FD-A536895B7A56}" destId="{236CF969-C33F-4F41-B9CA-5A5EC893602E}" srcOrd="0" destOrd="0" presId="urn:microsoft.com/office/officeart/2005/8/layout/hierarchy2"/>
    <dgm:cxn modelId="{690F358F-A1AF-485D-9315-0F7167231BC6}" type="presParOf" srcId="{52AFE244-654E-4DA1-9D98-236180F98D68}" destId="{8ACED60E-15BE-402D-942B-15A93E4DD213}" srcOrd="1" destOrd="0" presId="urn:microsoft.com/office/officeart/2005/8/layout/hierarchy2"/>
    <dgm:cxn modelId="{6E8DCF63-DB97-4CCB-8DD7-18B10EC5F954}" type="presParOf" srcId="{8ACED60E-15BE-402D-942B-15A93E4DD213}" destId="{C87658BB-ED1E-4786-B8C4-9733851DFF9E}" srcOrd="0" destOrd="0" presId="urn:microsoft.com/office/officeart/2005/8/layout/hierarchy2"/>
    <dgm:cxn modelId="{D5319AF7-474E-446D-BB4C-90929923A329}" type="presParOf" srcId="{8ACED60E-15BE-402D-942B-15A93E4DD213}" destId="{BD52A33E-7E2D-4D0D-AA33-ABDA22019904}" srcOrd="1" destOrd="0" presId="urn:microsoft.com/office/officeart/2005/8/layout/hierarchy2"/>
    <dgm:cxn modelId="{189125D1-86E9-48E4-A9AA-C0AD0210B87C}" type="presParOf" srcId="{BD52A33E-7E2D-4D0D-AA33-ABDA22019904}" destId="{895A3773-61C6-4393-B5D1-7749EE5EA6FC}" srcOrd="0" destOrd="0" presId="urn:microsoft.com/office/officeart/2005/8/layout/hierarchy2"/>
    <dgm:cxn modelId="{A1ABCA5F-6E2D-4873-A243-A80771E10917}" type="presParOf" srcId="{895A3773-61C6-4393-B5D1-7749EE5EA6FC}" destId="{ECF2A0AD-3C55-4F7D-878D-FD0D71C06F3D}" srcOrd="0" destOrd="0" presId="urn:microsoft.com/office/officeart/2005/8/layout/hierarchy2"/>
    <dgm:cxn modelId="{8D89A227-656D-4CAC-82D0-A773EBD37DCE}" type="presParOf" srcId="{BD52A33E-7E2D-4D0D-AA33-ABDA22019904}" destId="{40FDC93B-6482-4479-8106-BCC4B0E9D1EF}" srcOrd="1" destOrd="0" presId="urn:microsoft.com/office/officeart/2005/8/layout/hierarchy2"/>
    <dgm:cxn modelId="{D5B8199D-C0F8-4B92-930D-E02EFE509FA7}" type="presParOf" srcId="{40FDC93B-6482-4479-8106-BCC4B0E9D1EF}" destId="{B6C4F000-2CC3-4FD0-9996-C57E026F5328}" srcOrd="0" destOrd="0" presId="urn:microsoft.com/office/officeart/2005/8/layout/hierarchy2"/>
    <dgm:cxn modelId="{2AB1D44F-C872-4F54-BBD8-905D4512DE24}" type="presParOf" srcId="{40FDC93B-6482-4479-8106-BCC4B0E9D1EF}" destId="{ABC53400-7224-484F-B203-BB24DFB9BE7F}" srcOrd="1" destOrd="0" presId="urn:microsoft.com/office/officeart/2005/8/layout/hierarchy2"/>
    <dgm:cxn modelId="{978661E6-E758-4458-A9EF-4411510D014F}" type="presParOf" srcId="{BD52A33E-7E2D-4D0D-AA33-ABDA22019904}" destId="{A14B4995-4C35-4384-BDC9-EA77E35AE83D}" srcOrd="2" destOrd="0" presId="urn:microsoft.com/office/officeart/2005/8/layout/hierarchy2"/>
    <dgm:cxn modelId="{773A0448-5C75-4C3B-BB06-4AFD4DA54C11}" type="presParOf" srcId="{A14B4995-4C35-4384-BDC9-EA77E35AE83D}" destId="{7CCEE378-7AF4-45BD-8017-746547316F92}" srcOrd="0" destOrd="0" presId="urn:microsoft.com/office/officeart/2005/8/layout/hierarchy2"/>
    <dgm:cxn modelId="{0A270E81-6B49-4175-A4FC-9353789E2209}" type="presParOf" srcId="{BD52A33E-7E2D-4D0D-AA33-ABDA22019904}" destId="{0A55E245-885D-4BBC-97B3-0DD8F0E5DE13}" srcOrd="3" destOrd="0" presId="urn:microsoft.com/office/officeart/2005/8/layout/hierarchy2"/>
    <dgm:cxn modelId="{321C3F84-B1B1-4B4B-BC5B-CB69B2F4B8E0}" type="presParOf" srcId="{0A55E245-885D-4BBC-97B3-0DD8F0E5DE13}" destId="{3191F280-E958-4B60-870D-EED6BDD6F18D}" srcOrd="0" destOrd="0" presId="urn:microsoft.com/office/officeart/2005/8/layout/hierarchy2"/>
    <dgm:cxn modelId="{41DBE786-BFF2-4B22-8135-8E4413E5F880}" type="presParOf" srcId="{0A55E245-885D-4BBC-97B3-0DD8F0E5DE13}" destId="{EC56269E-32DC-4BE7-BBDA-D536B6769DF9}" srcOrd="1" destOrd="0" presId="urn:microsoft.com/office/officeart/2005/8/layout/hierarchy2"/>
    <dgm:cxn modelId="{26144C17-F53B-4F63-ACB3-F1636E61AB9B}" type="presParOf" srcId="{52AFE244-654E-4DA1-9D98-236180F98D68}" destId="{434BD2DE-0E13-447F-92B0-5D48250BE56A}" srcOrd="2" destOrd="0" presId="urn:microsoft.com/office/officeart/2005/8/layout/hierarchy2"/>
    <dgm:cxn modelId="{5D28EA45-ADF7-4222-971C-9740836DC259}" type="presParOf" srcId="{434BD2DE-0E13-447F-92B0-5D48250BE56A}" destId="{80E7668A-11AD-49E7-B077-98B36DAA4BE3}" srcOrd="0" destOrd="0" presId="urn:microsoft.com/office/officeart/2005/8/layout/hierarchy2"/>
    <dgm:cxn modelId="{4314BF60-B4DB-4CBA-8DFD-B404A2286131}" type="presParOf" srcId="{52AFE244-654E-4DA1-9D98-236180F98D68}" destId="{72DA95F7-8068-4ABD-BC72-B1FAAAEA0F0A}" srcOrd="3" destOrd="0" presId="urn:microsoft.com/office/officeart/2005/8/layout/hierarchy2"/>
    <dgm:cxn modelId="{27D27A1C-3A4F-4944-8E9A-14F0DC21749B}" type="presParOf" srcId="{72DA95F7-8068-4ABD-BC72-B1FAAAEA0F0A}" destId="{EE71943B-74E5-4347-9F6C-7A8FD072222B}" srcOrd="0" destOrd="0" presId="urn:microsoft.com/office/officeart/2005/8/layout/hierarchy2"/>
    <dgm:cxn modelId="{9B1CB39C-8752-4565-BF7E-7B87377B4D7B}" type="presParOf" srcId="{72DA95F7-8068-4ABD-BC72-B1FAAAEA0F0A}" destId="{DACEDC17-DE0A-4921-8CE5-CCDB779105A5}" srcOrd="1" destOrd="0" presId="urn:microsoft.com/office/officeart/2005/8/layout/hierarchy2"/>
    <dgm:cxn modelId="{98355013-2B30-47B2-B455-8A555B393DA4}" type="presParOf" srcId="{DACEDC17-DE0A-4921-8CE5-CCDB779105A5}" destId="{C589803A-7F07-4262-B897-763A0B216C36}" srcOrd="0" destOrd="0" presId="urn:microsoft.com/office/officeart/2005/8/layout/hierarchy2"/>
    <dgm:cxn modelId="{40BA98D5-F49D-4968-86EC-07D7D48804AE}" type="presParOf" srcId="{C589803A-7F07-4262-B897-763A0B216C36}" destId="{08D41CB4-03A5-4F6D-908A-68CB1B58379F}" srcOrd="0" destOrd="0" presId="urn:microsoft.com/office/officeart/2005/8/layout/hierarchy2"/>
    <dgm:cxn modelId="{800D12EB-0047-4CEB-8663-F77E7BBB4173}" type="presParOf" srcId="{DACEDC17-DE0A-4921-8CE5-CCDB779105A5}" destId="{BBF0C76B-8AD8-45E0-BB28-8396C1705822}" srcOrd="1" destOrd="0" presId="urn:microsoft.com/office/officeart/2005/8/layout/hierarchy2"/>
    <dgm:cxn modelId="{E0D8DCE0-C9AD-4B8F-87A1-FF4C2228A756}" type="presParOf" srcId="{BBF0C76B-8AD8-45E0-BB28-8396C1705822}" destId="{69FD914A-95DB-45EA-A903-DC5B0DE305D6}" srcOrd="0" destOrd="0" presId="urn:microsoft.com/office/officeart/2005/8/layout/hierarchy2"/>
    <dgm:cxn modelId="{9CCC0A84-BDAF-494D-A972-F2DD9E956DDF}" type="presParOf" srcId="{BBF0C76B-8AD8-45E0-BB28-8396C1705822}" destId="{6AF4805B-CFE0-47EC-A64B-818AD96AAC46}" srcOrd="1" destOrd="0" presId="urn:microsoft.com/office/officeart/2005/8/layout/hierarchy2"/>
    <dgm:cxn modelId="{77C3F452-1F35-45DD-9D29-D85F295D9704}" type="presParOf" srcId="{DACEDC17-DE0A-4921-8CE5-CCDB779105A5}" destId="{3C1C52B7-3D97-4401-96C5-22056D435CE5}" srcOrd="2" destOrd="0" presId="urn:microsoft.com/office/officeart/2005/8/layout/hierarchy2"/>
    <dgm:cxn modelId="{2CA91E93-D05A-41B3-944A-56BDA472DF49}" type="presParOf" srcId="{3C1C52B7-3D97-4401-96C5-22056D435CE5}" destId="{68500236-410A-4E93-90D9-06E1EB04F6EC}" srcOrd="0" destOrd="0" presId="urn:microsoft.com/office/officeart/2005/8/layout/hierarchy2"/>
    <dgm:cxn modelId="{AF0BA33E-4424-4EE5-8616-24E471903AEC}" type="presParOf" srcId="{DACEDC17-DE0A-4921-8CE5-CCDB779105A5}" destId="{8D2AD4E0-CE7C-4556-9626-5C17531A58DA}" srcOrd="3" destOrd="0" presId="urn:microsoft.com/office/officeart/2005/8/layout/hierarchy2"/>
    <dgm:cxn modelId="{29AEF1FE-D3AE-491E-ADA4-B861EE234197}" type="presParOf" srcId="{8D2AD4E0-CE7C-4556-9626-5C17531A58DA}" destId="{A812A7C8-E6E3-467C-9E35-099A2589213F}" srcOrd="0" destOrd="0" presId="urn:microsoft.com/office/officeart/2005/8/layout/hierarchy2"/>
    <dgm:cxn modelId="{68DCD3C1-9834-4B15-9DB1-739092F51B06}" type="presParOf" srcId="{8D2AD4E0-CE7C-4556-9626-5C17531A58DA}" destId="{A54302B8-476E-40E4-96FE-C5E3B35ED3F8}" srcOrd="1" destOrd="0" presId="urn:microsoft.com/office/officeart/2005/8/layout/hierarchy2"/>
    <dgm:cxn modelId="{6FBCEEF3-D555-4504-9673-D6B84AE1260D}" type="presParOf" srcId="{15DF623B-81CB-473C-890B-0710B38A78FE}" destId="{5F323AB1-5280-41FD-B088-DFA2FC240CE8}" srcOrd="2" destOrd="0" presId="urn:microsoft.com/office/officeart/2005/8/layout/hierarchy2"/>
    <dgm:cxn modelId="{A8FCB175-2921-435D-AF7B-BA37F8E41636}" type="presParOf" srcId="{5F323AB1-5280-41FD-B088-DFA2FC240CE8}" destId="{5C33A993-230A-4BEF-B2C9-576D77A06627}" srcOrd="0" destOrd="0" presId="urn:microsoft.com/office/officeart/2005/8/layout/hierarchy2"/>
    <dgm:cxn modelId="{842A90F1-6BF0-47BB-8483-2BA2DC393F7D}" type="presParOf" srcId="{15DF623B-81CB-473C-890B-0710B38A78FE}" destId="{020AA5DC-3C46-4B1F-9F67-BC2ADA91F9B0}" srcOrd="3" destOrd="0" presId="urn:microsoft.com/office/officeart/2005/8/layout/hierarchy2"/>
    <dgm:cxn modelId="{F2E6ADE4-4B38-4AE2-A8BD-77BECE204B5D}" type="presParOf" srcId="{020AA5DC-3C46-4B1F-9F67-BC2ADA91F9B0}" destId="{BCD403E8-6631-4C07-B188-0B8ED2FD42EC}" srcOrd="0" destOrd="0" presId="urn:microsoft.com/office/officeart/2005/8/layout/hierarchy2"/>
    <dgm:cxn modelId="{EE4424DB-9CAF-4E23-B385-2446DC12E23B}" type="presParOf" srcId="{020AA5DC-3C46-4B1F-9F67-BC2ADA91F9B0}" destId="{DB642AC5-1938-4D50-94B7-ED314375C0F0}" srcOrd="1" destOrd="0" presId="urn:microsoft.com/office/officeart/2005/8/layout/hierarchy2"/>
    <dgm:cxn modelId="{BDD58668-BAE4-4C1A-A2B1-E5CFC42410F1}" type="presParOf" srcId="{DB642AC5-1938-4D50-94B7-ED314375C0F0}" destId="{E0460995-0AA4-45E4-93F6-EB99B2514813}" srcOrd="0" destOrd="0" presId="urn:microsoft.com/office/officeart/2005/8/layout/hierarchy2"/>
    <dgm:cxn modelId="{E33FFBF2-49E4-46BF-B3B3-725CD0B79699}" type="presParOf" srcId="{E0460995-0AA4-45E4-93F6-EB99B2514813}" destId="{C5B7C3B2-F43F-48F4-B21C-488C11F62799}" srcOrd="0" destOrd="0" presId="urn:microsoft.com/office/officeart/2005/8/layout/hierarchy2"/>
    <dgm:cxn modelId="{9B5BD870-4570-4C6F-9A0F-F12DE2C04EA1}" type="presParOf" srcId="{DB642AC5-1938-4D50-94B7-ED314375C0F0}" destId="{B7872C85-92FB-46A6-B2E6-C951F773D0B5}" srcOrd="1" destOrd="0" presId="urn:microsoft.com/office/officeart/2005/8/layout/hierarchy2"/>
    <dgm:cxn modelId="{0BC3FFBB-F995-4108-8CCA-F2313A9D3E1F}" type="presParOf" srcId="{B7872C85-92FB-46A6-B2E6-C951F773D0B5}" destId="{0F3398CE-7E16-43BB-AF46-DA4798725C32}" srcOrd="0" destOrd="0" presId="urn:microsoft.com/office/officeart/2005/8/layout/hierarchy2"/>
    <dgm:cxn modelId="{094186B6-DC2F-41C2-A315-D6AC0FC19996}" type="presParOf" srcId="{B7872C85-92FB-46A6-B2E6-C951F773D0B5}" destId="{5E7A5EAD-7F7F-4697-AF28-1758200B5DFF}" srcOrd="1" destOrd="0" presId="urn:microsoft.com/office/officeart/2005/8/layout/hierarchy2"/>
    <dgm:cxn modelId="{78C2606B-415E-4A17-87FC-4EE89C47E87E}" type="presParOf" srcId="{DB642AC5-1938-4D50-94B7-ED314375C0F0}" destId="{2B347D2B-4A8B-43B2-AD6A-C4F61D82E89A}" srcOrd="2" destOrd="0" presId="urn:microsoft.com/office/officeart/2005/8/layout/hierarchy2"/>
    <dgm:cxn modelId="{F03B9726-B65A-4BAA-B860-9F42478F61FE}" type="presParOf" srcId="{2B347D2B-4A8B-43B2-AD6A-C4F61D82E89A}" destId="{53D53E31-9A40-4911-BCED-FA15BEA79BCA}" srcOrd="0" destOrd="0" presId="urn:microsoft.com/office/officeart/2005/8/layout/hierarchy2"/>
    <dgm:cxn modelId="{84688C2A-F4C8-427F-A4E9-06582C7E31D3}" type="presParOf" srcId="{DB642AC5-1938-4D50-94B7-ED314375C0F0}" destId="{B43AC8BB-51BC-43D2-9E81-BCB326148020}" srcOrd="3" destOrd="0" presId="urn:microsoft.com/office/officeart/2005/8/layout/hierarchy2"/>
    <dgm:cxn modelId="{DD0FC6E0-B4E0-475D-A04E-6D611C9B6CF5}" type="presParOf" srcId="{B43AC8BB-51BC-43D2-9E81-BCB326148020}" destId="{F0694A0B-F715-487E-BBEA-38D7B9448D58}" srcOrd="0" destOrd="0" presId="urn:microsoft.com/office/officeart/2005/8/layout/hierarchy2"/>
    <dgm:cxn modelId="{789DCFD3-71AF-4B57-B88D-EE9CEEF06C88}" type="presParOf" srcId="{B43AC8BB-51BC-43D2-9E81-BCB326148020}" destId="{0703B74D-D205-46C5-86D9-27506FDBB8A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C4A18-B219-492A-B65D-8D05D5ED7E89}">
      <dsp:nvSpPr>
        <dsp:cNvPr id="0" name=""/>
        <dsp:cNvSpPr/>
      </dsp:nvSpPr>
      <dsp:spPr>
        <a:xfrm>
          <a:off x="3058" y="1709746"/>
          <a:ext cx="948269" cy="474134"/>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The trust</a:t>
          </a:r>
        </a:p>
      </dsp:txBody>
      <dsp:txXfrm>
        <a:off x="16945" y="1723633"/>
        <a:ext cx="920495" cy="446360"/>
      </dsp:txXfrm>
    </dsp:sp>
    <dsp:sp modelId="{C90EE599-092D-4D74-AEF2-B7F7D8F99D95}">
      <dsp:nvSpPr>
        <dsp:cNvPr id="0" name=""/>
        <dsp:cNvSpPr/>
      </dsp:nvSpPr>
      <dsp:spPr>
        <a:xfrm rot="18770822">
          <a:off x="862097" y="1729598"/>
          <a:ext cx="557769" cy="25488"/>
        </a:xfrm>
        <a:custGeom>
          <a:avLst/>
          <a:gdLst/>
          <a:ahLst/>
          <a:cxnLst/>
          <a:rect l="0" t="0" r="0" b="0"/>
          <a:pathLst>
            <a:path>
              <a:moveTo>
                <a:pt x="0" y="12744"/>
              </a:moveTo>
              <a:lnTo>
                <a:pt x="557769" y="127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127037" y="1728398"/>
        <a:ext cx="27888" cy="27888"/>
      </dsp:txXfrm>
    </dsp:sp>
    <dsp:sp modelId="{8CB305FC-DFA5-4D34-9B42-D0CE329F108D}">
      <dsp:nvSpPr>
        <dsp:cNvPr id="0" name=""/>
        <dsp:cNvSpPr/>
      </dsp:nvSpPr>
      <dsp:spPr>
        <a:xfrm>
          <a:off x="1330636" y="1300804"/>
          <a:ext cx="948269" cy="474134"/>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Express</a:t>
          </a:r>
        </a:p>
      </dsp:txBody>
      <dsp:txXfrm>
        <a:off x="1344523" y="1314691"/>
        <a:ext cx="920495" cy="446360"/>
      </dsp:txXfrm>
    </dsp:sp>
    <dsp:sp modelId="{A14E4B55-F693-4E69-8BF2-9E96A5D05D5C}">
      <dsp:nvSpPr>
        <dsp:cNvPr id="0" name=""/>
        <dsp:cNvSpPr/>
      </dsp:nvSpPr>
      <dsp:spPr>
        <a:xfrm>
          <a:off x="2278905" y="1525128"/>
          <a:ext cx="379307" cy="25488"/>
        </a:xfrm>
        <a:custGeom>
          <a:avLst/>
          <a:gdLst/>
          <a:ahLst/>
          <a:cxnLst/>
          <a:rect l="0" t="0" r="0" b="0"/>
          <a:pathLst>
            <a:path>
              <a:moveTo>
                <a:pt x="0" y="12744"/>
              </a:moveTo>
              <a:lnTo>
                <a:pt x="379307"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459076" y="1528389"/>
        <a:ext cx="18965" cy="18965"/>
      </dsp:txXfrm>
    </dsp:sp>
    <dsp:sp modelId="{81DCD0B5-9F5F-4C64-B844-8E19BBC937FF}">
      <dsp:nvSpPr>
        <dsp:cNvPr id="0" name=""/>
        <dsp:cNvSpPr/>
      </dsp:nvSpPr>
      <dsp:spPr>
        <a:xfrm>
          <a:off x="2658213" y="1300804"/>
          <a:ext cx="948269" cy="474134"/>
        </a:xfrm>
        <a:prstGeom prst="roundRect">
          <a:avLst>
            <a:gd name="adj" fmla="val 10000"/>
          </a:avLst>
        </a:prstGeom>
        <a:solidFill>
          <a:srgbClr val="D67CC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Inter vivos/ testamentary</a:t>
          </a:r>
        </a:p>
      </dsp:txBody>
      <dsp:txXfrm>
        <a:off x="2672100" y="1314691"/>
        <a:ext cx="920495" cy="446360"/>
      </dsp:txXfrm>
    </dsp:sp>
    <dsp:sp modelId="{4D59E086-00FA-4D43-B2FD-A536895B7A56}">
      <dsp:nvSpPr>
        <dsp:cNvPr id="0" name=""/>
        <dsp:cNvSpPr/>
      </dsp:nvSpPr>
      <dsp:spPr>
        <a:xfrm rot="18289469">
          <a:off x="3464030" y="1252500"/>
          <a:ext cx="664211" cy="25488"/>
        </a:xfrm>
        <a:custGeom>
          <a:avLst/>
          <a:gdLst/>
          <a:ahLst/>
          <a:cxnLst/>
          <a:rect l="0" t="0" r="0" b="0"/>
          <a:pathLst>
            <a:path>
              <a:moveTo>
                <a:pt x="0" y="12744"/>
              </a:moveTo>
              <a:lnTo>
                <a:pt x="664211"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779531" y="1248639"/>
        <a:ext cx="33210" cy="33210"/>
      </dsp:txXfrm>
    </dsp:sp>
    <dsp:sp modelId="{C87658BB-ED1E-4786-B8C4-9733851DFF9E}">
      <dsp:nvSpPr>
        <dsp:cNvPr id="0" name=""/>
        <dsp:cNvSpPr/>
      </dsp:nvSpPr>
      <dsp:spPr>
        <a:xfrm>
          <a:off x="3985790" y="755550"/>
          <a:ext cx="948269" cy="474134"/>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Beneficiary</a:t>
          </a:r>
        </a:p>
      </dsp:txBody>
      <dsp:txXfrm>
        <a:off x="3999677" y="769437"/>
        <a:ext cx="920495" cy="446360"/>
      </dsp:txXfrm>
    </dsp:sp>
    <dsp:sp modelId="{895A3773-61C6-4393-B5D1-7749EE5EA6FC}">
      <dsp:nvSpPr>
        <dsp:cNvPr id="0" name=""/>
        <dsp:cNvSpPr/>
      </dsp:nvSpPr>
      <dsp:spPr>
        <a:xfrm rot="19457599">
          <a:off x="4890154" y="843559"/>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112035" y="844625"/>
        <a:ext cx="23355" cy="23355"/>
      </dsp:txXfrm>
    </dsp:sp>
    <dsp:sp modelId="{B6C4F000-2CC3-4FD0-9996-C57E026F5328}">
      <dsp:nvSpPr>
        <dsp:cNvPr id="0" name=""/>
        <dsp:cNvSpPr/>
      </dsp:nvSpPr>
      <dsp:spPr>
        <a:xfrm>
          <a:off x="5313367" y="482922"/>
          <a:ext cx="948269" cy="474134"/>
        </a:xfrm>
        <a:prstGeom prst="roundRect">
          <a:avLst>
            <a:gd name="adj" fmla="val 1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Fixed</a:t>
          </a:r>
        </a:p>
      </dsp:txBody>
      <dsp:txXfrm>
        <a:off x="5327254" y="496809"/>
        <a:ext cx="920495" cy="446360"/>
      </dsp:txXfrm>
    </dsp:sp>
    <dsp:sp modelId="{A14B4995-4C35-4384-BDC9-EA77E35AE83D}">
      <dsp:nvSpPr>
        <dsp:cNvPr id="0" name=""/>
        <dsp:cNvSpPr/>
      </dsp:nvSpPr>
      <dsp:spPr>
        <a:xfrm rot="2142401">
          <a:off x="4890154" y="1116186"/>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112035" y="1117253"/>
        <a:ext cx="23355" cy="23355"/>
      </dsp:txXfrm>
    </dsp:sp>
    <dsp:sp modelId="{3191F280-E958-4B60-870D-EED6BDD6F18D}">
      <dsp:nvSpPr>
        <dsp:cNvPr id="0" name=""/>
        <dsp:cNvSpPr/>
      </dsp:nvSpPr>
      <dsp:spPr>
        <a:xfrm>
          <a:off x="5313367" y="1028177"/>
          <a:ext cx="948269" cy="474134"/>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Discretionary</a:t>
          </a:r>
        </a:p>
      </dsp:txBody>
      <dsp:txXfrm>
        <a:off x="5327254" y="1042064"/>
        <a:ext cx="920495" cy="446360"/>
      </dsp:txXfrm>
    </dsp:sp>
    <dsp:sp modelId="{434BD2DE-0E13-447F-92B0-5D48250BE56A}">
      <dsp:nvSpPr>
        <dsp:cNvPr id="0" name=""/>
        <dsp:cNvSpPr/>
      </dsp:nvSpPr>
      <dsp:spPr>
        <a:xfrm rot="3310531">
          <a:off x="3464030" y="1797755"/>
          <a:ext cx="664211" cy="25488"/>
        </a:xfrm>
        <a:custGeom>
          <a:avLst/>
          <a:gdLst/>
          <a:ahLst/>
          <a:cxnLst/>
          <a:rect l="0" t="0" r="0" b="0"/>
          <a:pathLst>
            <a:path>
              <a:moveTo>
                <a:pt x="0" y="12744"/>
              </a:moveTo>
              <a:lnTo>
                <a:pt x="664211"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779531" y="1793894"/>
        <a:ext cx="33210" cy="33210"/>
      </dsp:txXfrm>
    </dsp:sp>
    <dsp:sp modelId="{EE71943B-74E5-4347-9F6C-7A8FD072222B}">
      <dsp:nvSpPr>
        <dsp:cNvPr id="0" name=""/>
        <dsp:cNvSpPr/>
      </dsp:nvSpPr>
      <dsp:spPr>
        <a:xfrm>
          <a:off x="3985790" y="1846059"/>
          <a:ext cx="948269" cy="474134"/>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Purpose</a:t>
          </a:r>
        </a:p>
      </dsp:txBody>
      <dsp:txXfrm>
        <a:off x="3999677" y="1859946"/>
        <a:ext cx="920495" cy="446360"/>
      </dsp:txXfrm>
    </dsp:sp>
    <dsp:sp modelId="{C589803A-7F07-4262-B897-763A0B216C36}">
      <dsp:nvSpPr>
        <dsp:cNvPr id="0" name=""/>
        <dsp:cNvSpPr/>
      </dsp:nvSpPr>
      <dsp:spPr>
        <a:xfrm rot="19457599">
          <a:off x="4890154" y="1934069"/>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112035" y="1935135"/>
        <a:ext cx="23355" cy="23355"/>
      </dsp:txXfrm>
    </dsp:sp>
    <dsp:sp modelId="{69FD914A-95DB-45EA-A903-DC5B0DE305D6}">
      <dsp:nvSpPr>
        <dsp:cNvPr id="0" name=""/>
        <dsp:cNvSpPr/>
      </dsp:nvSpPr>
      <dsp:spPr>
        <a:xfrm>
          <a:off x="5313367" y="1573432"/>
          <a:ext cx="948269" cy="474134"/>
        </a:xfrm>
        <a:prstGeom prst="roundRect">
          <a:avLst>
            <a:gd name="adj" fmla="val 10000"/>
          </a:avLst>
        </a:prstGeom>
        <a:solidFill>
          <a:srgbClr val="FAACA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Charitable</a:t>
          </a:r>
        </a:p>
      </dsp:txBody>
      <dsp:txXfrm>
        <a:off x="5327254" y="1587319"/>
        <a:ext cx="920495" cy="446360"/>
      </dsp:txXfrm>
    </dsp:sp>
    <dsp:sp modelId="{3C1C52B7-3D97-4401-96C5-22056D435CE5}">
      <dsp:nvSpPr>
        <dsp:cNvPr id="0" name=""/>
        <dsp:cNvSpPr/>
      </dsp:nvSpPr>
      <dsp:spPr>
        <a:xfrm rot="2142401">
          <a:off x="4890154" y="2206696"/>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112035" y="2207762"/>
        <a:ext cx="23355" cy="23355"/>
      </dsp:txXfrm>
    </dsp:sp>
    <dsp:sp modelId="{A812A7C8-E6E3-467C-9E35-099A2589213F}">
      <dsp:nvSpPr>
        <dsp:cNvPr id="0" name=""/>
        <dsp:cNvSpPr/>
      </dsp:nvSpPr>
      <dsp:spPr>
        <a:xfrm>
          <a:off x="5313367" y="2118687"/>
          <a:ext cx="948269" cy="474134"/>
        </a:xfrm>
        <a:prstGeom prst="roundRect">
          <a:avLst>
            <a:gd name="adj" fmla="val 10000"/>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Non-charitable</a:t>
          </a:r>
        </a:p>
      </dsp:txBody>
      <dsp:txXfrm>
        <a:off x="5327254" y="2132574"/>
        <a:ext cx="920495" cy="446360"/>
      </dsp:txXfrm>
    </dsp:sp>
    <dsp:sp modelId="{5F323AB1-5280-41FD-B088-DFA2FC240CE8}">
      <dsp:nvSpPr>
        <dsp:cNvPr id="0" name=""/>
        <dsp:cNvSpPr/>
      </dsp:nvSpPr>
      <dsp:spPr>
        <a:xfrm rot="2829178">
          <a:off x="862097" y="2138539"/>
          <a:ext cx="557769" cy="25488"/>
        </a:xfrm>
        <a:custGeom>
          <a:avLst/>
          <a:gdLst/>
          <a:ahLst/>
          <a:cxnLst/>
          <a:rect l="0" t="0" r="0" b="0"/>
          <a:pathLst>
            <a:path>
              <a:moveTo>
                <a:pt x="0" y="12744"/>
              </a:moveTo>
              <a:lnTo>
                <a:pt x="557769" y="127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127037" y="2137339"/>
        <a:ext cx="27888" cy="27888"/>
      </dsp:txXfrm>
    </dsp:sp>
    <dsp:sp modelId="{BCD403E8-6631-4C07-B188-0B8ED2FD42EC}">
      <dsp:nvSpPr>
        <dsp:cNvPr id="0" name=""/>
        <dsp:cNvSpPr/>
      </dsp:nvSpPr>
      <dsp:spPr>
        <a:xfrm>
          <a:off x="1330636" y="2118687"/>
          <a:ext cx="948269" cy="474134"/>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Implied</a:t>
          </a:r>
        </a:p>
      </dsp:txBody>
      <dsp:txXfrm>
        <a:off x="1344523" y="2132574"/>
        <a:ext cx="920495" cy="446360"/>
      </dsp:txXfrm>
    </dsp:sp>
    <dsp:sp modelId="{E0460995-0AA4-45E4-93F6-EB99B2514813}">
      <dsp:nvSpPr>
        <dsp:cNvPr id="0" name=""/>
        <dsp:cNvSpPr/>
      </dsp:nvSpPr>
      <dsp:spPr>
        <a:xfrm rot="19457599">
          <a:off x="2234999" y="2206696"/>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456881" y="2207762"/>
        <a:ext cx="23355" cy="23355"/>
      </dsp:txXfrm>
    </dsp:sp>
    <dsp:sp modelId="{0F3398CE-7E16-43BB-AF46-DA4798725C32}">
      <dsp:nvSpPr>
        <dsp:cNvPr id="0" name=""/>
        <dsp:cNvSpPr/>
      </dsp:nvSpPr>
      <dsp:spPr>
        <a:xfrm>
          <a:off x="2658213" y="1846059"/>
          <a:ext cx="948269" cy="474134"/>
        </a:xfrm>
        <a:prstGeom prst="roundRect">
          <a:avLst>
            <a:gd name="adj" fmla="val 1000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solidFill>
                <a:schemeClr val="bg1"/>
              </a:solidFill>
            </a:rPr>
            <a:t>Resulting</a:t>
          </a:r>
        </a:p>
      </dsp:txBody>
      <dsp:txXfrm>
        <a:off x="2672100" y="1859946"/>
        <a:ext cx="920495" cy="446360"/>
      </dsp:txXfrm>
    </dsp:sp>
    <dsp:sp modelId="{2B347D2B-4A8B-43B2-AD6A-C4F61D82E89A}">
      <dsp:nvSpPr>
        <dsp:cNvPr id="0" name=""/>
        <dsp:cNvSpPr/>
      </dsp:nvSpPr>
      <dsp:spPr>
        <a:xfrm rot="2142401">
          <a:off x="2234999" y="2479324"/>
          <a:ext cx="467118" cy="25488"/>
        </a:xfrm>
        <a:custGeom>
          <a:avLst/>
          <a:gdLst/>
          <a:ahLst/>
          <a:cxnLst/>
          <a:rect l="0" t="0" r="0" b="0"/>
          <a:pathLst>
            <a:path>
              <a:moveTo>
                <a:pt x="0" y="12744"/>
              </a:moveTo>
              <a:lnTo>
                <a:pt x="467118" y="1274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456881" y="2480390"/>
        <a:ext cx="23355" cy="23355"/>
      </dsp:txXfrm>
    </dsp:sp>
    <dsp:sp modelId="{F0694A0B-F715-487E-BBEA-38D7B9448D58}">
      <dsp:nvSpPr>
        <dsp:cNvPr id="0" name=""/>
        <dsp:cNvSpPr/>
      </dsp:nvSpPr>
      <dsp:spPr>
        <a:xfrm>
          <a:off x="2658213" y="2391314"/>
          <a:ext cx="948269" cy="474134"/>
        </a:xfrm>
        <a:prstGeom prst="roundRect">
          <a:avLst>
            <a:gd name="adj" fmla="val 10000"/>
          </a:avLst>
        </a:prstGeom>
        <a:solidFill>
          <a:schemeClr val="accent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kern="1200" dirty="0"/>
            <a:t>Constructive</a:t>
          </a:r>
        </a:p>
      </dsp:txBody>
      <dsp:txXfrm>
        <a:off x="2672100" y="2405201"/>
        <a:ext cx="920495" cy="4463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20:31.607"/>
    </inkml:context>
    <inkml:brush xml:id="br0">
      <inkml:brushProperty name="width" value="0.2" units="cm"/>
      <inkml:brushProperty name="height" value="0.2" units="cm"/>
      <inkml:brushProperty name="color" value="#E71224"/>
    </inkml:brush>
  </inkml:definitions>
  <inkml:trace contextRef="#ctx0" brushRef="#br0">1 1 24575,'44'30'0,"3"0"0,7 4 0,11 2 0,0-2 0,0-1 0,-10-4 0,-11-5 0,-5 2 0,-3-2 0,-2 1 0,-1 0 0,-2-3 0,-1-1 0,-1-1 0,2 0 0,0-1 0,-2-2 0,-6-4 0,-9-6 0,-4-2 0,-5-3 0,2 2 0,-1 0 0,1 2 0,1 0 0,-1 0 0,0 0 0,-1-1 0,-1-2 0,-1 0 0,0 0 0,0 0 0,1 1 0,0 0 0,1 1 0,2 1 0,4 4 0,6 4 0,4 4 0,3 0 0,-6-4 0,-8-6 0,-6-5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20:34.562"/>
    </inkml:context>
    <inkml:brush xml:id="br0">
      <inkml:brushProperty name="width" value="0.2" units="cm"/>
      <inkml:brushProperty name="height" value="0.2" units="cm"/>
      <inkml:brushProperty name="color" value="#E71224"/>
    </inkml:brush>
  </inkml:definitions>
  <inkml:trace contextRef="#ctx0" brushRef="#br0">1070 1 24575,'-37'23'0,"-10"8"0,-17 10 0,21-13 0,-2 1 0,0 0 0,-1 1 0,3-2 0,2-1 0,-23 16 0,19-10 0,4 1 0,3 1 0,-4 1 0,0 1 0,1-3 0,3-2 0,7-3 0,4-4 0,3-2 0,1 0 0,-1 1 0,-1-1 0,4-3 0,3-3 0,4-3 0,3-2 0,2-2 0,3-2 0,2-2 0,1-2 0,1 0 0,-2 0 0,-1 2 0,-2 3 0,-2 2 0,1-1 0,1-2 0,1-3 0,1 0 0,0 2 0,0 0 0,1-1 0,3-1 0,3-2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6:20.022"/>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6:43.505"/>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6:51.444"/>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7:01.338"/>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7:14.021"/>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2:18:56.506"/>
    </inkml:context>
    <inkml:brush xml:id="br0">
      <inkml:brushProperty name="width" value="0.2" units="cm"/>
      <inkml:brushProperty name="height" value="0.2" units="cm"/>
      <inkml:brushProperty name="color" value="#008C3A"/>
    </inkml:brush>
  </inkml:definitions>
  <inkml:trace contextRef="#ctx0" brushRef="#br0">0 680 24575,'21'13'0,"5"5"0,9 4 0,5 3 0,-1-2 0,-11-8 0,-11-6 0,-10-4 0,-2-1 0,1 1 0,4 3 0,2 1 0,0 1 0,3 1 0,0 1 0,1 1 0,6 4 0,-10-7 0,2 0 0,-10-10 0,1-8 0,2-10 0,2-2 0,1-3 0,2 2 0,-1 3 0,0-2 0,-1 6 0,-3 3 0,1 0 0,-1 1 0,1-2 0,0 0 0,1-1 0,1 0 0,1-2 0,1-1 0,-1 0 0,1 0 0,-1 0 0,0 0 0,0 1 0,0-1 0,0 1 0,1 1 0,-1 0 0,1 2 0,0-1 0,0-1 0,1 0 0,-2-1 0,1-1 0,-1 1 0,1-2 0,0 1 0,0-1 0,0-1 0,0 2 0,1 0 0,1-1 0,1 1 0,-1 0 0,0 2 0,0-1 0,1-1 0,1-1 0,-1-1 0,0 2 0,-1 1 0,-1 2 0,1 1 0,0-1 0,0-1 0,-1-1 0,-1 0 0,0 2 0,0 1 0,-1 1 0,-1 2 0,0 1 0,-2 1 0,-1 1 0,0 2 0,0 0 0,-1 0 0,0 0 0,-2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3T11:34:31.423"/>
    </inkml:context>
    <inkml:brush xml:id="br0">
      <inkml:brushProperty name="width" value="0.05" units="cm"/>
      <inkml:brushProperty name="height" value="0.05" units="cm"/>
      <inkml:brushProperty name="color" value="#E71224"/>
    </inkml:brush>
  </inkml:definitions>
  <inkml:trace contextRef="#ctx0" brushRef="#br0">113 3 24575,'31'-1'0,"13"0"0,12 1 0,2 0 0,-11 0 0,-18 1 0,-12 2 0,-6 3 0,-2 4 0,2 2 0,-2-1 0,0 0 0,0 0 0,-2 1 0,0 1 0,1 3 0,0 3 0,1 2 0,-1 0 0,-1-1 0,-2-3 0,-2-3 0,0-2 0,-2-3 0,0 0 0,0-1 0,0 2 0,-1 3 0,0 6 0,0 3 0,-1 2 0,-1-3 0,1-3 0,0-3 0,-1 1 0,0 0 0,-2 0 0,1 2 0,-1-3 0,-1 1 0,1 1 0,0 0 0,0-2 0,1-2 0,0-1 0,1 0 0,-1-1 0,1 1 0,-1 1 0,1 1 0,0 2 0,0 0 0,0-1 0,0-1 0,1-1 0,-1-3 0,1 0 0,0-1 0,1-1 0,-1 1 0,1 0 0,0 3 0,-1 1 0,1-1 0,0 0 0,0 1 0,0-1 0,0 3 0,0 0 0,1 1 0,-1 0 0,1 0 0,0-2 0,0-3 0,0-1 0,1-2 0,1 1 0,2 2 0,4 5 0,3 3 0,5 3 0,4 0 0,1-2 0,1-3 0,-3-3 0,-1-3 0,-3-1 0,1-1 0,-3-2 0,0 0 0,-2-1 0,-1-2 0,0 0 0,-2-1 0,3 1 0,1-2 0,0 1 0,3-1 0,-2 0 0,0 1 0,0-2 0,-2 0 0,0 0 0,0 0 0,3-1 0,-1 1 0,0-2 0,-3 1 0,-3 0 0,-2-1 0,-3 1 0,-1 0 0,-19-3 0,-5 1 0,-23-2 0,-5 2 0,-2-1 0,4 1 0,14 1 0,12 0 0,13 1 0,2-1 0,2 1 0,-4 1 0,-3 0 0,-1 1 0,0 0 0,0 2 0,-1 0 0,-1 1 0,0 2 0,2-2 0,3 0 0,3-1 0,2 1 0,1 0 0,0 2 0,0 1 0,1 0 0,1 0 0,0 0 0,0 1 0,1 3 0,-1 0 0,1 1 0,0 1 0,1 0 0,-1 0 0,1 0 0,0-4 0,0-1 0,1-3 0,-1-1 0,1 0 0,-1 1 0,1 2 0,1 3 0,1 3 0,0 2 0,0-1 0,0-1 0,1-2 0,0 0 0,0 0 0,1 1 0,0 0 0,1 1 0,0 0 0,0 1 0,0 0 0,0-2 0,-1-2 0,-2-1 0,1-2 0,-2-1 0,1 0 0,0 0 0,1 0 0,-1 2 0,0-1 0,0-1 0,-1-1 0,0 0 0,0 0 0,-1 0 0,1 1 0,0 0 0,0 0 0,-1-2 0,-1 0 0,1 0 0,-1 0 0,1 1 0,0 2 0,0 0 0,1 0 0,-1 1 0,1 1 0,0 0 0,-1 2 0,0-2 0,0-1 0,0-1 0,0-1 0,0 0 0,0 0 0,-1-1 0,1 0 0,-1 1 0,0 0 0,1 2 0,-1 2 0,0 0 0,0 0 0,0 0 0,0-3 0,0-2 0,0-2 0,0 0 0,0-1 0,-1 0 0,0 0 0,-1 1 0,-1 2 0,-1 1 0,-2 0 0,0 1 0,-3 0 0,-1 1 0,1-1 0,-1-1 0,1 0 0,0 0 0,-2 0 0,0 0 0,2 1 0,0 0 0,2-2 0,0 0 0,0-1 0,2-1 0,1-2 0,0-1 0,0 0 0,-1 0 0,-2 1 0,0 0 0,0-1 0,-1 1 0,-1-1 0,-1 0 0,-1 0 0,1 0 0,2 0 0,-1 0 0,-1-1 0,-2 1 0,1-1 0,3 0 0,1 1 0,0-1 0,-2 1 0,-3 0 0,0-1 0,2 0 0,2 0 0,2 0 0,0 0 0,-1 0 0,-3 0 0,-3 0 0,-3 0 0,0-1 0,1 0 0,2 1 0,4 0 0,2-1 0,1 0 0,1 1 0,0-1 0,2 0 0,0 1 0,-1 0 0,0 0 0,0 0 0,-1-1 0,1 1 0,0-1 0,-1 1 0,0-1 0,0 1 0,0-1 0,0 1 0,0-1 0,2 1 0,0 0 0,1 0 0,-1 0 0,-1 0 0,0 0 0,1 1 0,0-1 0,1 1 0,1-1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c8002e0515_2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g1c8002e0515_2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c8002e0515_2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1c8002e0515_2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7528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d09cd959c0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1d09cd959c0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d09cd959c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g1d09cd959c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C095870B-9F6B-049F-9396-B49873DA615C}"/>
            </a:ext>
          </a:extLst>
        </p:cNvPr>
        <p:cNvGrpSpPr/>
        <p:nvPr/>
      </p:nvGrpSpPr>
      <p:grpSpPr>
        <a:xfrm>
          <a:off x="0" y="0"/>
          <a:ext cx="0" cy="0"/>
          <a:chOff x="0" y="0"/>
          <a:chExt cx="0" cy="0"/>
        </a:xfrm>
      </p:grpSpPr>
      <p:sp>
        <p:nvSpPr>
          <p:cNvPr id="137" name="Google Shape;137;g1c8002e0515_2_101:notes">
            <a:extLst>
              <a:ext uri="{FF2B5EF4-FFF2-40B4-BE49-F238E27FC236}">
                <a16:creationId xmlns:a16="http://schemas.microsoft.com/office/drawing/2014/main" id="{B2D39114-A9B5-78FF-9FA6-10E17BC95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1c8002e0515_2_101:notes">
            <a:extLst>
              <a:ext uri="{FF2B5EF4-FFF2-40B4-BE49-F238E27FC236}">
                <a16:creationId xmlns:a16="http://schemas.microsoft.com/office/drawing/2014/main" id="{ED7102EF-BAB3-B1DD-813B-F245EA9331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195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cf6be79a1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1cf6be79a1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c8002e0515_2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1c8002e0515_2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c8002e0515_2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9" name="Google Shape;179;g1c8002e0515_2_1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1c8002e0515_2_1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c8002e0515_2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1c8002e0515_2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d0dd4a23c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9" name="Google Shape;209;g1d0dd4a23c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1d0dd4a23c0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c8002e0515_2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g1c8002e0515_2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cf6be79a1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1cf6be79a1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cf6be79a1a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g1cf6be79a1a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c8002e0515_2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g1c8002e0515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c8002e0515_2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g1c8002e0515_2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cf6be79a1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g1cf6be79a1a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c8002e0515_2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g1c8002e0515_2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c8002e0515_2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g1c8002e0515_2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c8002e0515_2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g1c8002e0515_2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61"/>
        <p:cNvGrpSpPr/>
        <p:nvPr/>
      </p:nvGrpSpPr>
      <p:grpSpPr>
        <a:xfrm>
          <a:off x="0" y="0"/>
          <a:ext cx="0" cy="0"/>
          <a:chOff x="0" y="0"/>
          <a:chExt cx="0" cy="0"/>
        </a:xfrm>
      </p:grpSpPr>
      <p:sp>
        <p:nvSpPr>
          <p:cNvPr id="62" name="Google Shape;62;p14"/>
          <p:cNvSpPr/>
          <p:nvPr/>
        </p:nvSpPr>
        <p:spPr>
          <a:xfrm>
            <a:off x="0" y="0"/>
            <a:ext cx="9144000" cy="4137422"/>
          </a:xfrm>
          <a:prstGeom prst="rect">
            <a:avLst/>
          </a:prstGeom>
          <a:solidFill>
            <a:srgbClr val="66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663366"/>
              </a:solidFill>
              <a:latin typeface="Times"/>
              <a:ea typeface="Times"/>
              <a:cs typeface="Times"/>
              <a:sym typeface="Times"/>
            </a:endParaRPr>
          </a:p>
        </p:txBody>
      </p:sp>
      <p:pic>
        <p:nvPicPr>
          <p:cNvPr id="63" name="Google Shape;63;p14"/>
          <p:cNvPicPr preferRelativeResize="0"/>
          <p:nvPr/>
        </p:nvPicPr>
        <p:blipFill rotWithShape="1">
          <a:blip r:embed="rId2">
            <a:alphaModFix/>
          </a:blip>
          <a:srcRect/>
          <a:stretch/>
        </p:blipFill>
        <p:spPr>
          <a:xfrm>
            <a:off x="266700" y="4382691"/>
            <a:ext cx="1457325" cy="646509"/>
          </a:xfrm>
          <a:prstGeom prst="rect">
            <a:avLst/>
          </a:prstGeom>
          <a:noFill/>
          <a:ln>
            <a:noFill/>
          </a:ln>
        </p:spPr>
      </p:pic>
      <p:sp>
        <p:nvSpPr>
          <p:cNvPr id="64" name="Google Shape;64;p14"/>
          <p:cNvSpPr txBox="1">
            <a:spLocks noGrp="1"/>
          </p:cNvSpPr>
          <p:nvPr>
            <p:ph type="ctrTitle"/>
          </p:nvPr>
        </p:nvSpPr>
        <p:spPr>
          <a:xfrm>
            <a:off x="755650" y="357188"/>
            <a:ext cx="7772400" cy="110251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4"/>
          <p:cNvSpPr txBox="1">
            <a:spLocks noGrp="1"/>
          </p:cNvSpPr>
          <p:nvPr>
            <p:ph type="subTitle" idx="1"/>
          </p:nvPr>
        </p:nvSpPr>
        <p:spPr>
          <a:xfrm>
            <a:off x="827088" y="1815703"/>
            <a:ext cx="7561262" cy="1314450"/>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SzPts val="1400"/>
              <a:buNone/>
              <a:defRPr b="1">
                <a:solidFill>
                  <a:schemeClr val="lt1"/>
                </a:solidFi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
        <p:nvSpPr>
          <p:cNvPr id="66" name="Google Shape;66;p14"/>
          <p:cNvSpPr txBox="1">
            <a:spLocks noGrp="1"/>
          </p:cNvSpPr>
          <p:nvPr>
            <p:ph type="sldNum" idx="12"/>
          </p:nvPr>
        </p:nvSpPr>
        <p:spPr>
          <a:xfrm>
            <a:off x="6553200" y="4683919"/>
            <a:ext cx="2133600" cy="357188"/>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a:ea typeface="Times"/>
                <a:cs typeface="Times"/>
                <a:sym typeface="Times"/>
              </a:defRPr>
            </a:lvl1pPr>
            <a:lvl2pPr marL="0" lvl="1" indent="0" algn="r">
              <a:spcBef>
                <a:spcPts val="0"/>
              </a:spcBef>
              <a:spcAft>
                <a:spcPts val="0"/>
              </a:spcAft>
              <a:buNone/>
              <a:defRPr sz="1400" b="0" i="0" u="none" strike="noStrike" cap="none">
                <a:solidFill>
                  <a:schemeClr val="dk1"/>
                </a:solidFill>
                <a:latin typeface="Times"/>
                <a:ea typeface="Times"/>
                <a:cs typeface="Times"/>
                <a:sym typeface="Times"/>
              </a:defRPr>
            </a:lvl2pPr>
            <a:lvl3pPr marL="0" lvl="2" indent="0" algn="r">
              <a:spcBef>
                <a:spcPts val="0"/>
              </a:spcBef>
              <a:spcAft>
                <a:spcPts val="0"/>
              </a:spcAft>
              <a:buNone/>
              <a:defRPr sz="1400" b="0" i="0" u="none" strike="noStrike" cap="none">
                <a:solidFill>
                  <a:schemeClr val="dk1"/>
                </a:solidFill>
                <a:latin typeface="Times"/>
                <a:ea typeface="Times"/>
                <a:cs typeface="Times"/>
                <a:sym typeface="Times"/>
              </a:defRPr>
            </a:lvl3pPr>
            <a:lvl4pPr marL="0" lvl="3" indent="0" algn="r">
              <a:spcBef>
                <a:spcPts val="0"/>
              </a:spcBef>
              <a:spcAft>
                <a:spcPts val="0"/>
              </a:spcAft>
              <a:buNone/>
              <a:defRPr sz="1400" b="0" i="0" u="none" strike="noStrike" cap="none">
                <a:solidFill>
                  <a:schemeClr val="dk1"/>
                </a:solidFill>
                <a:latin typeface="Times"/>
                <a:ea typeface="Times"/>
                <a:cs typeface="Times"/>
                <a:sym typeface="Times"/>
              </a:defRPr>
            </a:lvl4pPr>
            <a:lvl5pPr marL="0" lvl="4" indent="0" algn="r">
              <a:spcBef>
                <a:spcPts val="0"/>
              </a:spcBef>
              <a:spcAft>
                <a:spcPts val="0"/>
              </a:spcAft>
              <a:buNone/>
              <a:defRPr sz="1400" b="0" i="0" u="none" strike="noStrike" cap="none">
                <a:solidFill>
                  <a:schemeClr val="dk1"/>
                </a:solidFill>
                <a:latin typeface="Times"/>
                <a:ea typeface="Times"/>
                <a:cs typeface="Times"/>
                <a:sym typeface="Times"/>
              </a:defRPr>
            </a:lvl5pPr>
            <a:lvl6pPr marL="0" lvl="5" indent="0" algn="r">
              <a:spcBef>
                <a:spcPts val="0"/>
              </a:spcBef>
              <a:spcAft>
                <a:spcPts val="0"/>
              </a:spcAft>
              <a:buNone/>
              <a:defRPr sz="1400" b="0" i="0" u="none" strike="noStrike" cap="none">
                <a:solidFill>
                  <a:schemeClr val="dk1"/>
                </a:solidFill>
                <a:latin typeface="Times"/>
                <a:ea typeface="Times"/>
                <a:cs typeface="Times"/>
                <a:sym typeface="Times"/>
              </a:defRPr>
            </a:lvl6pPr>
            <a:lvl7pPr marL="0" lvl="6" indent="0" algn="r">
              <a:spcBef>
                <a:spcPts val="0"/>
              </a:spcBef>
              <a:spcAft>
                <a:spcPts val="0"/>
              </a:spcAft>
              <a:buNone/>
              <a:defRPr sz="1400" b="0" i="0" u="none" strike="noStrike" cap="none">
                <a:solidFill>
                  <a:schemeClr val="dk1"/>
                </a:solidFill>
                <a:latin typeface="Times"/>
                <a:ea typeface="Times"/>
                <a:cs typeface="Times"/>
                <a:sym typeface="Times"/>
              </a:defRPr>
            </a:lvl7pPr>
            <a:lvl8pPr marL="0" lvl="7" indent="0" algn="r">
              <a:spcBef>
                <a:spcPts val="0"/>
              </a:spcBef>
              <a:spcAft>
                <a:spcPts val="0"/>
              </a:spcAft>
              <a:buNone/>
              <a:defRPr sz="1400" b="0" i="0" u="none" strike="noStrike" cap="none">
                <a:solidFill>
                  <a:schemeClr val="dk1"/>
                </a:solidFill>
                <a:latin typeface="Times"/>
                <a:ea typeface="Times"/>
                <a:cs typeface="Times"/>
                <a:sym typeface="Times"/>
              </a:defRPr>
            </a:lvl8pPr>
            <a:lvl9pPr marL="0" lvl="8" indent="0" algn="r">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5"/>
          <p:cNvSpPr txBox="1">
            <a:spLocks noGrp="1"/>
          </p:cNvSpPr>
          <p:nvPr>
            <p:ph type="body" idx="1"/>
          </p:nvPr>
        </p:nvSpPr>
        <p:spPr>
          <a:xfrm>
            <a:off x="684213" y="1491853"/>
            <a:ext cx="7772400" cy="2862263"/>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 name="Google Shape;70;p15"/>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5"/>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a:ea typeface="Times"/>
                <a:cs typeface="Times"/>
                <a:sym typeface="Times"/>
              </a:defRPr>
            </a:lvl1pPr>
            <a:lvl2pPr marL="0" lvl="1" indent="0" algn="r">
              <a:spcBef>
                <a:spcPts val="0"/>
              </a:spcBef>
              <a:spcAft>
                <a:spcPts val="0"/>
              </a:spcAft>
              <a:buNone/>
              <a:defRPr sz="1400" b="0" i="0" u="none" strike="noStrike" cap="none">
                <a:solidFill>
                  <a:schemeClr val="dk1"/>
                </a:solidFill>
                <a:latin typeface="Times"/>
                <a:ea typeface="Times"/>
                <a:cs typeface="Times"/>
                <a:sym typeface="Times"/>
              </a:defRPr>
            </a:lvl2pPr>
            <a:lvl3pPr marL="0" lvl="2" indent="0" algn="r">
              <a:spcBef>
                <a:spcPts val="0"/>
              </a:spcBef>
              <a:spcAft>
                <a:spcPts val="0"/>
              </a:spcAft>
              <a:buNone/>
              <a:defRPr sz="1400" b="0" i="0" u="none" strike="noStrike" cap="none">
                <a:solidFill>
                  <a:schemeClr val="dk1"/>
                </a:solidFill>
                <a:latin typeface="Times"/>
                <a:ea typeface="Times"/>
                <a:cs typeface="Times"/>
                <a:sym typeface="Times"/>
              </a:defRPr>
            </a:lvl3pPr>
            <a:lvl4pPr marL="0" lvl="3" indent="0" algn="r">
              <a:spcBef>
                <a:spcPts val="0"/>
              </a:spcBef>
              <a:spcAft>
                <a:spcPts val="0"/>
              </a:spcAft>
              <a:buNone/>
              <a:defRPr sz="1400" b="0" i="0" u="none" strike="noStrike" cap="none">
                <a:solidFill>
                  <a:schemeClr val="dk1"/>
                </a:solidFill>
                <a:latin typeface="Times"/>
                <a:ea typeface="Times"/>
                <a:cs typeface="Times"/>
                <a:sym typeface="Times"/>
              </a:defRPr>
            </a:lvl4pPr>
            <a:lvl5pPr marL="0" lvl="4" indent="0" algn="r">
              <a:spcBef>
                <a:spcPts val="0"/>
              </a:spcBef>
              <a:spcAft>
                <a:spcPts val="0"/>
              </a:spcAft>
              <a:buNone/>
              <a:defRPr sz="1400" b="0" i="0" u="none" strike="noStrike" cap="none">
                <a:solidFill>
                  <a:schemeClr val="dk1"/>
                </a:solidFill>
                <a:latin typeface="Times"/>
                <a:ea typeface="Times"/>
                <a:cs typeface="Times"/>
                <a:sym typeface="Times"/>
              </a:defRPr>
            </a:lvl5pPr>
            <a:lvl6pPr marL="0" lvl="5" indent="0" algn="r">
              <a:spcBef>
                <a:spcPts val="0"/>
              </a:spcBef>
              <a:spcAft>
                <a:spcPts val="0"/>
              </a:spcAft>
              <a:buNone/>
              <a:defRPr sz="1400" b="0" i="0" u="none" strike="noStrike" cap="none">
                <a:solidFill>
                  <a:schemeClr val="dk1"/>
                </a:solidFill>
                <a:latin typeface="Times"/>
                <a:ea typeface="Times"/>
                <a:cs typeface="Times"/>
                <a:sym typeface="Times"/>
              </a:defRPr>
            </a:lvl6pPr>
            <a:lvl7pPr marL="0" lvl="6" indent="0" algn="r">
              <a:spcBef>
                <a:spcPts val="0"/>
              </a:spcBef>
              <a:spcAft>
                <a:spcPts val="0"/>
              </a:spcAft>
              <a:buNone/>
              <a:defRPr sz="1400" b="0" i="0" u="none" strike="noStrike" cap="none">
                <a:solidFill>
                  <a:schemeClr val="dk1"/>
                </a:solidFill>
                <a:latin typeface="Times"/>
                <a:ea typeface="Times"/>
                <a:cs typeface="Times"/>
                <a:sym typeface="Times"/>
              </a:defRPr>
            </a:lvl7pPr>
            <a:lvl8pPr marL="0" lvl="7" indent="0" algn="r">
              <a:spcBef>
                <a:spcPts val="0"/>
              </a:spcBef>
              <a:spcAft>
                <a:spcPts val="0"/>
              </a:spcAft>
              <a:buNone/>
              <a:defRPr sz="1400" b="0" i="0" u="none" strike="noStrike" cap="none">
                <a:solidFill>
                  <a:schemeClr val="dk1"/>
                </a:solidFill>
                <a:latin typeface="Times"/>
                <a:ea typeface="Times"/>
                <a:cs typeface="Times"/>
                <a:sym typeface="Times"/>
              </a:defRPr>
            </a:lvl8pPr>
            <a:lvl9pPr marL="0" lvl="8" indent="0" algn="r">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6"/>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b="0" i="0" u="none" strike="noStrike" cap="none">
                <a:solidFill>
                  <a:schemeClr val="dk1"/>
                </a:solidFill>
                <a:latin typeface="Times"/>
                <a:ea typeface="Times"/>
                <a:cs typeface="Times"/>
                <a:sym typeface="Times"/>
              </a:defRPr>
            </a:lvl1pPr>
            <a:lvl2pPr marL="0" lvl="1" indent="0" algn="r">
              <a:spcBef>
                <a:spcPts val="0"/>
              </a:spcBef>
              <a:spcAft>
                <a:spcPts val="0"/>
              </a:spcAft>
              <a:buNone/>
              <a:defRPr sz="1400" b="0" i="0" u="none" strike="noStrike" cap="none">
                <a:solidFill>
                  <a:schemeClr val="dk1"/>
                </a:solidFill>
                <a:latin typeface="Times"/>
                <a:ea typeface="Times"/>
                <a:cs typeface="Times"/>
                <a:sym typeface="Times"/>
              </a:defRPr>
            </a:lvl2pPr>
            <a:lvl3pPr marL="0" lvl="2" indent="0" algn="r">
              <a:spcBef>
                <a:spcPts val="0"/>
              </a:spcBef>
              <a:spcAft>
                <a:spcPts val="0"/>
              </a:spcAft>
              <a:buNone/>
              <a:defRPr sz="1400" b="0" i="0" u="none" strike="noStrike" cap="none">
                <a:solidFill>
                  <a:schemeClr val="dk1"/>
                </a:solidFill>
                <a:latin typeface="Times"/>
                <a:ea typeface="Times"/>
                <a:cs typeface="Times"/>
                <a:sym typeface="Times"/>
              </a:defRPr>
            </a:lvl3pPr>
            <a:lvl4pPr marL="0" lvl="3" indent="0" algn="r">
              <a:spcBef>
                <a:spcPts val="0"/>
              </a:spcBef>
              <a:spcAft>
                <a:spcPts val="0"/>
              </a:spcAft>
              <a:buNone/>
              <a:defRPr sz="1400" b="0" i="0" u="none" strike="noStrike" cap="none">
                <a:solidFill>
                  <a:schemeClr val="dk1"/>
                </a:solidFill>
                <a:latin typeface="Times"/>
                <a:ea typeface="Times"/>
                <a:cs typeface="Times"/>
                <a:sym typeface="Times"/>
              </a:defRPr>
            </a:lvl4pPr>
            <a:lvl5pPr marL="0" lvl="4" indent="0" algn="r">
              <a:spcBef>
                <a:spcPts val="0"/>
              </a:spcBef>
              <a:spcAft>
                <a:spcPts val="0"/>
              </a:spcAft>
              <a:buNone/>
              <a:defRPr sz="1400" b="0" i="0" u="none" strike="noStrike" cap="none">
                <a:solidFill>
                  <a:schemeClr val="dk1"/>
                </a:solidFill>
                <a:latin typeface="Times"/>
                <a:ea typeface="Times"/>
                <a:cs typeface="Times"/>
                <a:sym typeface="Times"/>
              </a:defRPr>
            </a:lvl5pPr>
            <a:lvl6pPr marL="0" lvl="5" indent="0" algn="r">
              <a:spcBef>
                <a:spcPts val="0"/>
              </a:spcBef>
              <a:spcAft>
                <a:spcPts val="0"/>
              </a:spcAft>
              <a:buNone/>
              <a:defRPr sz="1400" b="0" i="0" u="none" strike="noStrike" cap="none">
                <a:solidFill>
                  <a:schemeClr val="dk1"/>
                </a:solidFill>
                <a:latin typeface="Times"/>
                <a:ea typeface="Times"/>
                <a:cs typeface="Times"/>
                <a:sym typeface="Times"/>
              </a:defRPr>
            </a:lvl6pPr>
            <a:lvl7pPr marL="0" lvl="6" indent="0" algn="r">
              <a:spcBef>
                <a:spcPts val="0"/>
              </a:spcBef>
              <a:spcAft>
                <a:spcPts val="0"/>
              </a:spcAft>
              <a:buNone/>
              <a:defRPr sz="1400" b="0" i="0" u="none" strike="noStrike" cap="none">
                <a:solidFill>
                  <a:schemeClr val="dk1"/>
                </a:solidFill>
                <a:latin typeface="Times"/>
                <a:ea typeface="Times"/>
                <a:cs typeface="Times"/>
                <a:sym typeface="Times"/>
              </a:defRPr>
            </a:lvl7pPr>
            <a:lvl8pPr marL="0" lvl="7" indent="0" algn="r">
              <a:spcBef>
                <a:spcPts val="0"/>
              </a:spcBef>
              <a:spcAft>
                <a:spcPts val="0"/>
              </a:spcAft>
              <a:buNone/>
              <a:defRPr sz="1400" b="0" i="0" u="none" strike="noStrike" cap="none">
                <a:solidFill>
                  <a:schemeClr val="dk1"/>
                </a:solidFill>
                <a:latin typeface="Times"/>
                <a:ea typeface="Times"/>
                <a:cs typeface="Times"/>
                <a:sym typeface="Times"/>
              </a:defRPr>
            </a:lvl8pPr>
            <a:lvl9pPr marL="0" lvl="8" indent="0" algn="r">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7"/>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Arial"/>
              <a:buNone/>
              <a:defRPr sz="2000"/>
            </a:lvl1pPr>
            <a:lvl2pPr marL="914400" lvl="1" indent="-228600" algn="l">
              <a:spcBef>
                <a:spcPts val="360"/>
              </a:spcBef>
              <a:spcAft>
                <a:spcPts val="0"/>
              </a:spcAft>
              <a:buClr>
                <a:schemeClr val="dk1"/>
              </a:buClr>
              <a:buSzPts val="1800"/>
              <a:buFont typeface="Arial"/>
              <a:buNone/>
              <a:defRPr sz="1800"/>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0"/>
              <a:buFont typeface="Arial"/>
              <a:buNone/>
              <a:defRPr sz="1400"/>
            </a:lvl4pPr>
            <a:lvl5pPr marL="2286000" lvl="4" indent="-228600" algn="l">
              <a:spcBef>
                <a:spcPts val="280"/>
              </a:spcBef>
              <a:spcAft>
                <a:spcPts val="0"/>
              </a:spcAft>
              <a:buClr>
                <a:schemeClr val="dk1"/>
              </a:buClr>
              <a:buSzPts val="1400"/>
              <a:buFont typeface="Arial"/>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81" name="Google Shape;81;p17"/>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8"/>
          <p:cNvSpPr txBox="1">
            <a:spLocks noGrp="1"/>
          </p:cNvSpPr>
          <p:nvPr>
            <p:ph type="body" idx="1"/>
          </p:nvPr>
        </p:nvSpPr>
        <p:spPr>
          <a:xfrm>
            <a:off x="684213" y="1491853"/>
            <a:ext cx="3810000" cy="2862263"/>
          </a:xfrm>
          <a:prstGeom prst="rect">
            <a:avLst/>
          </a:prstGeom>
          <a:noFill/>
          <a:ln>
            <a:noFill/>
          </a:ln>
        </p:spPr>
        <p:txBody>
          <a:bodyPr spcFirstLastPara="1" wrap="square" lIns="91425" tIns="45700" rIns="91425" bIns="45700" anchor="t" anchorCtr="0">
            <a:noAutofit/>
          </a:bodyPr>
          <a:lstStyle>
            <a:lvl1pPr marL="457200" lvl="0" indent="-228600" algn="l">
              <a:spcBef>
                <a:spcPts val="560"/>
              </a:spcBef>
              <a:spcAft>
                <a:spcPts val="0"/>
              </a:spcAft>
              <a:buSzPts val="1400"/>
              <a:buNone/>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87" name="Google Shape;87;p18"/>
          <p:cNvSpPr txBox="1">
            <a:spLocks noGrp="1"/>
          </p:cNvSpPr>
          <p:nvPr>
            <p:ph type="body" idx="2"/>
          </p:nvPr>
        </p:nvSpPr>
        <p:spPr>
          <a:xfrm>
            <a:off x="4646613" y="1491853"/>
            <a:ext cx="3810000" cy="2862263"/>
          </a:xfrm>
          <a:prstGeom prst="rect">
            <a:avLst/>
          </a:prstGeom>
          <a:noFill/>
          <a:ln>
            <a:noFill/>
          </a:ln>
        </p:spPr>
        <p:txBody>
          <a:bodyPr spcFirstLastPara="1" wrap="square" lIns="91425" tIns="45700" rIns="91425" bIns="45700" anchor="t" anchorCtr="0">
            <a:noAutofit/>
          </a:bodyPr>
          <a:lstStyle>
            <a:lvl1pPr marL="457200" lvl="0" indent="-228600" algn="l">
              <a:spcBef>
                <a:spcPts val="560"/>
              </a:spcBef>
              <a:spcAft>
                <a:spcPts val="0"/>
              </a:spcAft>
              <a:buSzPts val="1400"/>
              <a:buNone/>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88" name="Google Shape;88;p18"/>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8"/>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8"/>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94" name="Google Shape;94;p19"/>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1400"/>
              <a:buNone/>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95" name="Google Shape;95;p19"/>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96" name="Google Shape;96;p19"/>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1400"/>
              <a:buNone/>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97" name="Google Shape;97;p19"/>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9"/>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9"/>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0"/>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0"/>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0"/>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457200" y="204788"/>
            <a:ext cx="3008313" cy="8715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1"/>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228600" algn="l">
              <a:spcBef>
                <a:spcPts val="640"/>
              </a:spcBef>
              <a:spcAft>
                <a:spcPts val="0"/>
              </a:spcAft>
              <a:buSzPts val="1400"/>
              <a:buNone/>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107" name="Google Shape;107;p21"/>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108" name="Google Shape;108;p21"/>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1"/>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1"/>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2"/>
          <p:cNvSpPr>
            <a:spLocks noGrp="1"/>
          </p:cNvSpPr>
          <p:nvPr>
            <p:ph type="pic" idx="2"/>
          </p:nvPr>
        </p:nvSpPr>
        <p:spPr>
          <a:xfrm>
            <a:off x="1792288" y="459581"/>
            <a:ext cx="5486400" cy="3086100"/>
          </a:xfrm>
          <a:prstGeom prst="rect">
            <a:avLst/>
          </a:prstGeom>
          <a:noFill/>
          <a:ln>
            <a:noFill/>
          </a:ln>
        </p:spPr>
      </p:sp>
      <p:sp>
        <p:nvSpPr>
          <p:cNvPr id="114" name="Google Shape;114;p22"/>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115" name="Google Shape;115;p22"/>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2"/>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2"/>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3"/>
          <p:cNvSpPr txBox="1">
            <a:spLocks noGrp="1"/>
          </p:cNvSpPr>
          <p:nvPr>
            <p:ph type="body" idx="1"/>
          </p:nvPr>
        </p:nvSpPr>
        <p:spPr>
          <a:xfrm rot="5400000">
            <a:off x="3139282" y="-963215"/>
            <a:ext cx="2862263" cy="77724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1" name="Google Shape;121;p23"/>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3"/>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3"/>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rot="5400000">
            <a:off x="5538192" y="1434108"/>
            <a:ext cx="3896916" cy="1943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4"/>
          <p:cNvSpPr txBox="1">
            <a:spLocks noGrp="1"/>
          </p:cNvSpPr>
          <p:nvPr>
            <p:ph type="body" idx="1"/>
          </p:nvPr>
        </p:nvSpPr>
        <p:spPr>
          <a:xfrm rot="5400000">
            <a:off x="1574999" y="-433585"/>
            <a:ext cx="3896916" cy="5678487"/>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7" name="Google Shape;127;p24"/>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4"/>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4"/>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400">
                <a:solidFill>
                  <a:schemeClr val="dk1"/>
                </a:solidFill>
                <a:latin typeface="Times"/>
                <a:ea typeface="Times"/>
                <a:cs typeface="Times"/>
                <a:sym typeface="Times"/>
              </a:defRPr>
            </a:lvl1pPr>
            <a:lvl2pPr marL="0" lvl="1" indent="0" algn="r">
              <a:spcBef>
                <a:spcPts val="0"/>
              </a:spcBef>
              <a:spcAft>
                <a:spcPts val="0"/>
              </a:spcAft>
              <a:buNone/>
              <a:defRPr sz="1400">
                <a:solidFill>
                  <a:schemeClr val="dk1"/>
                </a:solidFill>
                <a:latin typeface="Times"/>
                <a:ea typeface="Times"/>
                <a:cs typeface="Times"/>
                <a:sym typeface="Times"/>
              </a:defRPr>
            </a:lvl2pPr>
            <a:lvl3pPr marL="0" lvl="2" indent="0" algn="r">
              <a:spcBef>
                <a:spcPts val="0"/>
              </a:spcBef>
              <a:spcAft>
                <a:spcPts val="0"/>
              </a:spcAft>
              <a:buNone/>
              <a:defRPr sz="1400">
                <a:solidFill>
                  <a:schemeClr val="dk1"/>
                </a:solidFill>
                <a:latin typeface="Times"/>
                <a:ea typeface="Times"/>
                <a:cs typeface="Times"/>
                <a:sym typeface="Times"/>
              </a:defRPr>
            </a:lvl3pPr>
            <a:lvl4pPr marL="0" lvl="3" indent="0" algn="r">
              <a:spcBef>
                <a:spcPts val="0"/>
              </a:spcBef>
              <a:spcAft>
                <a:spcPts val="0"/>
              </a:spcAft>
              <a:buNone/>
              <a:defRPr sz="1400">
                <a:solidFill>
                  <a:schemeClr val="dk1"/>
                </a:solidFill>
                <a:latin typeface="Times"/>
                <a:ea typeface="Times"/>
                <a:cs typeface="Times"/>
                <a:sym typeface="Times"/>
              </a:defRPr>
            </a:lvl4pPr>
            <a:lvl5pPr marL="0" lvl="4" indent="0" algn="r">
              <a:spcBef>
                <a:spcPts val="0"/>
              </a:spcBef>
              <a:spcAft>
                <a:spcPts val="0"/>
              </a:spcAft>
              <a:buNone/>
              <a:defRPr sz="1400">
                <a:solidFill>
                  <a:schemeClr val="dk1"/>
                </a:solidFill>
                <a:latin typeface="Times"/>
                <a:ea typeface="Times"/>
                <a:cs typeface="Times"/>
                <a:sym typeface="Times"/>
              </a:defRPr>
            </a:lvl5pPr>
            <a:lvl6pPr marL="0" lvl="5" indent="0" algn="r">
              <a:spcBef>
                <a:spcPts val="0"/>
              </a:spcBef>
              <a:spcAft>
                <a:spcPts val="0"/>
              </a:spcAft>
              <a:buNone/>
              <a:defRPr sz="1400">
                <a:solidFill>
                  <a:schemeClr val="dk1"/>
                </a:solidFill>
                <a:latin typeface="Times"/>
                <a:ea typeface="Times"/>
                <a:cs typeface="Times"/>
                <a:sym typeface="Times"/>
              </a:defRPr>
            </a:lvl6pPr>
            <a:lvl7pPr marL="0" lvl="6" indent="0" algn="r">
              <a:spcBef>
                <a:spcPts val="0"/>
              </a:spcBef>
              <a:spcAft>
                <a:spcPts val="0"/>
              </a:spcAft>
              <a:buNone/>
              <a:defRPr sz="1400">
                <a:solidFill>
                  <a:schemeClr val="dk1"/>
                </a:solidFill>
                <a:latin typeface="Times"/>
                <a:ea typeface="Times"/>
                <a:cs typeface="Times"/>
                <a:sym typeface="Times"/>
              </a:defRPr>
            </a:lvl7pPr>
            <a:lvl8pPr marL="0" lvl="7" indent="0" algn="r">
              <a:spcBef>
                <a:spcPts val="0"/>
              </a:spcBef>
              <a:spcAft>
                <a:spcPts val="0"/>
              </a:spcAft>
              <a:buNone/>
              <a:defRPr sz="1400">
                <a:solidFill>
                  <a:schemeClr val="dk1"/>
                </a:solidFill>
                <a:latin typeface="Times"/>
                <a:ea typeface="Times"/>
                <a:cs typeface="Times"/>
                <a:sym typeface="Times"/>
              </a:defRPr>
            </a:lvl8pPr>
            <a:lvl9pPr marL="0" lvl="8" indent="0" algn="r">
              <a:spcBef>
                <a:spcPts val="0"/>
              </a:spcBef>
              <a:spcAft>
                <a:spcPts val="0"/>
              </a:spcAft>
              <a:buNone/>
              <a:defRPr sz="1400">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p:nvPr/>
        </p:nvSpPr>
        <p:spPr>
          <a:xfrm>
            <a:off x="0" y="0"/>
            <a:ext cx="9140825" cy="5155406"/>
          </a:xfrm>
          <a:prstGeom prst="rect">
            <a:avLst/>
          </a:prstGeom>
          <a:solidFill>
            <a:srgbClr val="66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2400" b="0" i="0" u="none" strike="noStrike" cap="none">
                <a:solidFill>
                  <a:srgbClr val="663366"/>
                </a:solidFill>
                <a:latin typeface="Times"/>
                <a:ea typeface="Times"/>
                <a:cs typeface="Times"/>
                <a:sym typeface="Times"/>
              </a:rPr>
              <a:t>∂</a:t>
            </a:r>
            <a:endParaRPr/>
          </a:p>
        </p:txBody>
      </p:sp>
      <p:sp>
        <p:nvSpPr>
          <p:cNvPr id="52" name="Google Shape;52;p13"/>
          <p:cNvSpPr/>
          <p:nvPr/>
        </p:nvSpPr>
        <p:spPr>
          <a:xfrm>
            <a:off x="107950" y="80963"/>
            <a:ext cx="8924925" cy="499348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663366"/>
              </a:solidFill>
              <a:latin typeface="Times"/>
              <a:ea typeface="Times"/>
              <a:cs typeface="Times"/>
              <a:sym typeface="Times"/>
            </a:endParaRPr>
          </a:p>
        </p:txBody>
      </p:sp>
      <p:sp>
        <p:nvSpPr>
          <p:cNvPr id="53" name="Google Shape;53;p13"/>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rgbClr val="663366"/>
                </a:solidFill>
                <a:latin typeface="Times"/>
                <a:ea typeface="Times"/>
                <a:cs typeface="Times"/>
                <a:sym typeface="Times"/>
              </a:defRPr>
            </a:lvl1pPr>
            <a:lvl2pPr marR="0" lvl="1" algn="l" rtl="0">
              <a:spcBef>
                <a:spcPts val="0"/>
              </a:spcBef>
              <a:spcAft>
                <a:spcPts val="0"/>
              </a:spcAft>
              <a:buSzPts val="1400"/>
              <a:buNone/>
              <a:defRPr sz="4400" b="0" i="0" u="none" strike="noStrike" cap="none">
                <a:solidFill>
                  <a:srgbClr val="663366"/>
                </a:solidFill>
                <a:latin typeface="Times"/>
                <a:ea typeface="Times"/>
                <a:cs typeface="Times"/>
                <a:sym typeface="Times"/>
              </a:defRPr>
            </a:lvl2pPr>
            <a:lvl3pPr marR="0" lvl="2" algn="l" rtl="0">
              <a:spcBef>
                <a:spcPts val="0"/>
              </a:spcBef>
              <a:spcAft>
                <a:spcPts val="0"/>
              </a:spcAft>
              <a:buSzPts val="1400"/>
              <a:buNone/>
              <a:defRPr sz="4400" b="0" i="0" u="none" strike="noStrike" cap="none">
                <a:solidFill>
                  <a:srgbClr val="663366"/>
                </a:solidFill>
                <a:latin typeface="Times"/>
                <a:ea typeface="Times"/>
                <a:cs typeface="Times"/>
                <a:sym typeface="Times"/>
              </a:defRPr>
            </a:lvl3pPr>
            <a:lvl4pPr marR="0" lvl="3" algn="l" rtl="0">
              <a:spcBef>
                <a:spcPts val="0"/>
              </a:spcBef>
              <a:spcAft>
                <a:spcPts val="0"/>
              </a:spcAft>
              <a:buSzPts val="1400"/>
              <a:buNone/>
              <a:defRPr sz="4400" b="0" i="0" u="none" strike="noStrike" cap="none">
                <a:solidFill>
                  <a:srgbClr val="663366"/>
                </a:solidFill>
                <a:latin typeface="Times"/>
                <a:ea typeface="Times"/>
                <a:cs typeface="Times"/>
                <a:sym typeface="Times"/>
              </a:defRPr>
            </a:lvl4pPr>
            <a:lvl5pPr marR="0" lvl="4" algn="l" rtl="0">
              <a:spcBef>
                <a:spcPts val="0"/>
              </a:spcBef>
              <a:spcAft>
                <a:spcPts val="0"/>
              </a:spcAft>
              <a:buSzPts val="1400"/>
              <a:buNone/>
              <a:defRPr sz="4400" b="0" i="0" u="none" strike="noStrike" cap="none">
                <a:solidFill>
                  <a:srgbClr val="663366"/>
                </a:solidFill>
                <a:latin typeface="Times"/>
                <a:ea typeface="Times"/>
                <a:cs typeface="Times"/>
                <a:sym typeface="Times"/>
              </a:defRPr>
            </a:lvl5pPr>
            <a:lvl6pPr marR="0" lvl="5" algn="l" rtl="0">
              <a:spcBef>
                <a:spcPts val="0"/>
              </a:spcBef>
              <a:spcAft>
                <a:spcPts val="0"/>
              </a:spcAft>
              <a:buSzPts val="1400"/>
              <a:buNone/>
              <a:defRPr sz="4400" b="0" i="0" u="none" strike="noStrike" cap="none">
                <a:solidFill>
                  <a:srgbClr val="663366"/>
                </a:solidFill>
                <a:latin typeface="Times"/>
                <a:ea typeface="Times"/>
                <a:cs typeface="Times"/>
                <a:sym typeface="Times"/>
              </a:defRPr>
            </a:lvl6pPr>
            <a:lvl7pPr marR="0" lvl="6" algn="l" rtl="0">
              <a:spcBef>
                <a:spcPts val="0"/>
              </a:spcBef>
              <a:spcAft>
                <a:spcPts val="0"/>
              </a:spcAft>
              <a:buSzPts val="1400"/>
              <a:buNone/>
              <a:defRPr sz="4400" b="0" i="0" u="none" strike="noStrike" cap="none">
                <a:solidFill>
                  <a:srgbClr val="663366"/>
                </a:solidFill>
                <a:latin typeface="Times"/>
                <a:ea typeface="Times"/>
                <a:cs typeface="Times"/>
                <a:sym typeface="Times"/>
              </a:defRPr>
            </a:lvl7pPr>
            <a:lvl8pPr marR="0" lvl="7" algn="l" rtl="0">
              <a:spcBef>
                <a:spcPts val="0"/>
              </a:spcBef>
              <a:spcAft>
                <a:spcPts val="0"/>
              </a:spcAft>
              <a:buSzPts val="1400"/>
              <a:buNone/>
              <a:defRPr sz="4400" b="0" i="0" u="none" strike="noStrike" cap="none">
                <a:solidFill>
                  <a:srgbClr val="663366"/>
                </a:solidFill>
                <a:latin typeface="Times"/>
                <a:ea typeface="Times"/>
                <a:cs typeface="Times"/>
                <a:sym typeface="Times"/>
              </a:defRPr>
            </a:lvl8pPr>
            <a:lvl9pPr marR="0" lvl="8" algn="l" rtl="0">
              <a:spcBef>
                <a:spcPts val="0"/>
              </a:spcBef>
              <a:spcAft>
                <a:spcPts val="0"/>
              </a:spcAft>
              <a:buSzPts val="1400"/>
              <a:buNone/>
              <a:defRPr sz="4400" b="0" i="0" u="none" strike="noStrike" cap="none">
                <a:solidFill>
                  <a:srgbClr val="663366"/>
                </a:solidFill>
                <a:latin typeface="Times"/>
                <a:ea typeface="Times"/>
                <a:cs typeface="Times"/>
                <a:sym typeface="Times"/>
              </a:defRPr>
            </a:lvl9pPr>
          </a:lstStyle>
          <a:p>
            <a:endParaRPr/>
          </a:p>
        </p:txBody>
      </p:sp>
      <p:sp>
        <p:nvSpPr>
          <p:cNvPr id="54" name="Google Shape;54;p13"/>
          <p:cNvSpPr txBox="1">
            <a:spLocks noGrp="1"/>
          </p:cNvSpPr>
          <p:nvPr>
            <p:ph type="body" idx="1"/>
          </p:nvPr>
        </p:nvSpPr>
        <p:spPr>
          <a:xfrm>
            <a:off x="684213" y="1491853"/>
            <a:ext cx="7772400" cy="28622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spcBef>
                <a:spcPts val="24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dt" idx="10"/>
          </p:nvPr>
        </p:nvSpPr>
        <p:spPr>
          <a:xfrm>
            <a:off x="685800" y="4686300"/>
            <a:ext cx="19050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56" name="Google Shape;56;p13"/>
          <p:cNvSpPr txBox="1">
            <a:spLocks noGrp="1"/>
          </p:cNvSpPr>
          <p:nvPr>
            <p:ph type="ftr" idx="11"/>
          </p:nvPr>
        </p:nvSpPr>
        <p:spPr>
          <a:xfrm>
            <a:off x="3124200" y="4686300"/>
            <a:ext cx="2895600" cy="3429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Times"/>
                <a:ea typeface="Times"/>
                <a:cs typeface="Times"/>
                <a:sym typeface="Times"/>
              </a:defRPr>
            </a:lvl1pPr>
            <a:lvl2pPr marR="0" lvl="1" algn="l" rtl="0">
              <a:spcBef>
                <a:spcPts val="0"/>
              </a:spcBef>
              <a:spcAft>
                <a:spcPts val="0"/>
              </a:spcAft>
              <a:buSzPts val="1400"/>
              <a:buNone/>
              <a:defRPr sz="2400" b="0" i="0" u="none" strike="noStrike" cap="none">
                <a:solidFill>
                  <a:schemeClr val="dk1"/>
                </a:solidFill>
                <a:latin typeface="Times"/>
                <a:ea typeface="Times"/>
                <a:cs typeface="Times"/>
                <a:sym typeface="Times"/>
              </a:defRPr>
            </a:lvl2pPr>
            <a:lvl3pPr marR="0" lvl="2" algn="l" rtl="0">
              <a:spcBef>
                <a:spcPts val="0"/>
              </a:spcBef>
              <a:spcAft>
                <a:spcPts val="0"/>
              </a:spcAft>
              <a:buSzPts val="1400"/>
              <a:buNone/>
              <a:defRPr sz="2400" b="0" i="0" u="none" strike="noStrike" cap="none">
                <a:solidFill>
                  <a:schemeClr val="dk1"/>
                </a:solidFill>
                <a:latin typeface="Times"/>
                <a:ea typeface="Times"/>
                <a:cs typeface="Times"/>
                <a:sym typeface="Times"/>
              </a:defRPr>
            </a:lvl3pPr>
            <a:lvl4pPr marR="0" lvl="3" algn="l" rtl="0">
              <a:spcBef>
                <a:spcPts val="0"/>
              </a:spcBef>
              <a:spcAft>
                <a:spcPts val="0"/>
              </a:spcAft>
              <a:buSzPts val="1400"/>
              <a:buNone/>
              <a:defRPr sz="2400" b="0" i="0" u="none" strike="noStrike" cap="none">
                <a:solidFill>
                  <a:schemeClr val="dk1"/>
                </a:solidFill>
                <a:latin typeface="Times"/>
                <a:ea typeface="Times"/>
                <a:cs typeface="Times"/>
                <a:sym typeface="Times"/>
              </a:defRPr>
            </a:lvl4pPr>
            <a:lvl5pPr marR="0" lvl="4" algn="l" rtl="0">
              <a:spcBef>
                <a:spcPts val="0"/>
              </a:spcBef>
              <a:spcAft>
                <a:spcPts val="0"/>
              </a:spcAft>
              <a:buSzPts val="1400"/>
              <a:buNone/>
              <a:defRPr sz="2400" b="0" i="0" u="none" strike="noStrike" cap="none">
                <a:solidFill>
                  <a:schemeClr val="dk1"/>
                </a:solidFill>
                <a:latin typeface="Times"/>
                <a:ea typeface="Times"/>
                <a:cs typeface="Times"/>
                <a:sym typeface="Times"/>
              </a:defRPr>
            </a:lvl5pPr>
            <a:lvl6pPr marR="0" lvl="5" algn="l" rtl="0">
              <a:spcBef>
                <a:spcPts val="0"/>
              </a:spcBef>
              <a:spcAft>
                <a:spcPts val="0"/>
              </a:spcAft>
              <a:buSzPts val="1400"/>
              <a:buNone/>
              <a:defRPr sz="2400" b="0" i="0" u="none" strike="noStrike" cap="none">
                <a:solidFill>
                  <a:schemeClr val="dk1"/>
                </a:solidFill>
                <a:latin typeface="Times"/>
                <a:ea typeface="Times"/>
                <a:cs typeface="Times"/>
                <a:sym typeface="Times"/>
              </a:defRPr>
            </a:lvl6pPr>
            <a:lvl7pPr marR="0" lvl="6" algn="l" rtl="0">
              <a:spcBef>
                <a:spcPts val="0"/>
              </a:spcBef>
              <a:spcAft>
                <a:spcPts val="0"/>
              </a:spcAft>
              <a:buSzPts val="1400"/>
              <a:buNone/>
              <a:defRPr sz="2400" b="0" i="0" u="none" strike="noStrike" cap="none">
                <a:solidFill>
                  <a:schemeClr val="dk1"/>
                </a:solidFill>
                <a:latin typeface="Times"/>
                <a:ea typeface="Times"/>
                <a:cs typeface="Times"/>
                <a:sym typeface="Times"/>
              </a:defRPr>
            </a:lvl7pPr>
            <a:lvl8pPr marR="0" lvl="7" algn="l" rtl="0">
              <a:spcBef>
                <a:spcPts val="0"/>
              </a:spcBef>
              <a:spcAft>
                <a:spcPts val="0"/>
              </a:spcAft>
              <a:buSzPts val="1400"/>
              <a:buNone/>
              <a:defRPr sz="2400" b="0" i="0" u="none" strike="noStrike" cap="none">
                <a:solidFill>
                  <a:schemeClr val="dk1"/>
                </a:solidFill>
                <a:latin typeface="Times"/>
                <a:ea typeface="Times"/>
                <a:cs typeface="Times"/>
                <a:sym typeface="Times"/>
              </a:defRPr>
            </a:lvl8pPr>
            <a:lvl9pPr marR="0" lvl="8" algn="l" rtl="0">
              <a:spcBef>
                <a:spcPts val="0"/>
              </a:spcBef>
              <a:spcAft>
                <a:spcPts val="0"/>
              </a:spcAft>
              <a:buSzPts val="1400"/>
              <a:buNone/>
              <a:defRPr sz="2400" b="0" i="0" u="none" strike="noStrike" cap="none">
                <a:solidFill>
                  <a:schemeClr val="dk1"/>
                </a:solidFill>
                <a:latin typeface="Times"/>
                <a:ea typeface="Times"/>
                <a:cs typeface="Times"/>
                <a:sym typeface="Times"/>
              </a:defRPr>
            </a:lvl9pPr>
          </a:lstStyle>
          <a:p>
            <a:endParaRPr/>
          </a:p>
        </p:txBody>
      </p:sp>
      <p:sp>
        <p:nvSpPr>
          <p:cNvPr id="57" name="Google Shape;57;p13"/>
          <p:cNvSpPr txBox="1">
            <a:spLocks noGrp="1"/>
          </p:cNvSpPr>
          <p:nvPr>
            <p:ph type="sldNum" idx="12"/>
          </p:nvPr>
        </p:nvSpPr>
        <p:spPr>
          <a:xfrm>
            <a:off x="6553200" y="4686300"/>
            <a:ext cx="1905000" cy="3429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Times"/>
                <a:ea typeface="Times"/>
                <a:cs typeface="Times"/>
                <a:sym typeface="Times"/>
              </a:defRPr>
            </a:lvl1pPr>
            <a:lvl2pPr marL="0" marR="0" lvl="1" indent="0" algn="r" rtl="0">
              <a:spcBef>
                <a:spcPts val="0"/>
              </a:spcBef>
              <a:spcAft>
                <a:spcPts val="0"/>
              </a:spcAft>
              <a:buNone/>
              <a:defRPr sz="1400" b="0" i="0" u="none" strike="noStrike" cap="none">
                <a:solidFill>
                  <a:schemeClr val="dk1"/>
                </a:solidFill>
                <a:latin typeface="Times"/>
                <a:ea typeface="Times"/>
                <a:cs typeface="Times"/>
                <a:sym typeface="Times"/>
              </a:defRPr>
            </a:lvl2pPr>
            <a:lvl3pPr marL="0" marR="0" lvl="2" indent="0" algn="r" rtl="0">
              <a:spcBef>
                <a:spcPts val="0"/>
              </a:spcBef>
              <a:spcAft>
                <a:spcPts val="0"/>
              </a:spcAft>
              <a:buNone/>
              <a:defRPr sz="1400" b="0" i="0" u="none" strike="noStrike" cap="none">
                <a:solidFill>
                  <a:schemeClr val="dk1"/>
                </a:solidFill>
                <a:latin typeface="Times"/>
                <a:ea typeface="Times"/>
                <a:cs typeface="Times"/>
                <a:sym typeface="Times"/>
              </a:defRPr>
            </a:lvl3pPr>
            <a:lvl4pPr marL="0" marR="0" lvl="3" indent="0" algn="r" rtl="0">
              <a:spcBef>
                <a:spcPts val="0"/>
              </a:spcBef>
              <a:spcAft>
                <a:spcPts val="0"/>
              </a:spcAft>
              <a:buNone/>
              <a:defRPr sz="1400" b="0" i="0" u="none" strike="noStrike" cap="none">
                <a:solidFill>
                  <a:schemeClr val="dk1"/>
                </a:solidFill>
                <a:latin typeface="Times"/>
                <a:ea typeface="Times"/>
                <a:cs typeface="Times"/>
                <a:sym typeface="Times"/>
              </a:defRPr>
            </a:lvl4pPr>
            <a:lvl5pPr marL="0" marR="0" lvl="4" indent="0" algn="r" rtl="0">
              <a:spcBef>
                <a:spcPts val="0"/>
              </a:spcBef>
              <a:spcAft>
                <a:spcPts val="0"/>
              </a:spcAft>
              <a:buNone/>
              <a:defRPr sz="1400" b="0" i="0" u="none" strike="noStrike" cap="none">
                <a:solidFill>
                  <a:schemeClr val="dk1"/>
                </a:solidFill>
                <a:latin typeface="Times"/>
                <a:ea typeface="Times"/>
                <a:cs typeface="Times"/>
                <a:sym typeface="Times"/>
              </a:defRPr>
            </a:lvl5pPr>
            <a:lvl6pPr marL="0" marR="0" lvl="5" indent="0" algn="r" rtl="0">
              <a:spcBef>
                <a:spcPts val="0"/>
              </a:spcBef>
              <a:spcAft>
                <a:spcPts val="0"/>
              </a:spcAft>
              <a:buNone/>
              <a:defRPr sz="1400" b="0" i="0" u="none" strike="noStrike" cap="none">
                <a:solidFill>
                  <a:schemeClr val="dk1"/>
                </a:solidFill>
                <a:latin typeface="Times"/>
                <a:ea typeface="Times"/>
                <a:cs typeface="Times"/>
                <a:sym typeface="Times"/>
              </a:defRPr>
            </a:lvl6pPr>
            <a:lvl7pPr marL="0" marR="0" lvl="6" indent="0" algn="r" rtl="0">
              <a:spcBef>
                <a:spcPts val="0"/>
              </a:spcBef>
              <a:spcAft>
                <a:spcPts val="0"/>
              </a:spcAft>
              <a:buNone/>
              <a:defRPr sz="1400" b="0" i="0" u="none" strike="noStrike" cap="none">
                <a:solidFill>
                  <a:schemeClr val="dk1"/>
                </a:solidFill>
                <a:latin typeface="Times"/>
                <a:ea typeface="Times"/>
                <a:cs typeface="Times"/>
                <a:sym typeface="Times"/>
              </a:defRPr>
            </a:lvl7pPr>
            <a:lvl8pPr marL="0" marR="0" lvl="7" indent="0" algn="r" rtl="0">
              <a:spcBef>
                <a:spcPts val="0"/>
              </a:spcBef>
              <a:spcAft>
                <a:spcPts val="0"/>
              </a:spcAft>
              <a:buNone/>
              <a:defRPr sz="1400" b="0" i="0" u="none" strike="noStrike" cap="none">
                <a:solidFill>
                  <a:schemeClr val="dk1"/>
                </a:solidFill>
                <a:latin typeface="Times"/>
                <a:ea typeface="Times"/>
                <a:cs typeface="Times"/>
                <a:sym typeface="Times"/>
              </a:defRPr>
            </a:lvl8pPr>
            <a:lvl9pPr marL="0" marR="0" lvl="8" indent="0" algn="r" rtl="0">
              <a:spcBef>
                <a:spcPts val="0"/>
              </a:spcBef>
              <a:spcAft>
                <a:spcPts val="0"/>
              </a:spcAft>
              <a:buNone/>
              <a:defRPr sz="1400" b="0" i="0" u="none" strike="noStrike" cap="none">
                <a:solidFill>
                  <a:schemeClr val="dk1"/>
                </a:solidFill>
                <a:latin typeface="Times"/>
                <a:ea typeface="Times"/>
                <a:cs typeface="Times"/>
                <a:sym typeface="Times"/>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13"/>
          <p:cNvSpPr/>
          <p:nvPr/>
        </p:nvSpPr>
        <p:spPr>
          <a:xfrm>
            <a:off x="790575" y="458391"/>
            <a:ext cx="8024813" cy="857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4400" b="0" i="0" u="none" strike="noStrike" cap="none">
              <a:solidFill>
                <a:schemeClr val="lt1"/>
              </a:solidFill>
              <a:latin typeface="Times"/>
              <a:ea typeface="Times"/>
              <a:cs typeface="Times"/>
              <a:sym typeface="Times"/>
            </a:endParaRPr>
          </a:p>
        </p:txBody>
      </p:sp>
      <p:sp>
        <p:nvSpPr>
          <p:cNvPr id="59" name="Google Shape;59;p13"/>
          <p:cNvSpPr/>
          <p:nvPr/>
        </p:nvSpPr>
        <p:spPr>
          <a:xfrm>
            <a:off x="790575" y="1348978"/>
            <a:ext cx="8024813" cy="28598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1" i="0" u="none" strike="noStrike" cap="none">
              <a:solidFill>
                <a:schemeClr val="lt1"/>
              </a:solidFill>
              <a:latin typeface="Arial"/>
              <a:ea typeface="Arial"/>
              <a:cs typeface="Arial"/>
              <a:sym typeface="Arial"/>
            </a:endParaRPr>
          </a:p>
        </p:txBody>
      </p:sp>
      <p:pic>
        <p:nvPicPr>
          <p:cNvPr id="60" name="Google Shape;60;p13"/>
          <p:cNvPicPr preferRelativeResize="0"/>
          <p:nvPr/>
        </p:nvPicPr>
        <p:blipFill rotWithShape="1">
          <a:blip r:embed="rId13">
            <a:alphaModFix/>
          </a:blip>
          <a:srcRect/>
          <a:stretch/>
        </p:blipFill>
        <p:spPr>
          <a:xfrm>
            <a:off x="266700" y="4382691"/>
            <a:ext cx="1457325" cy="6465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8" Type="http://schemas.openxmlformats.org/officeDocument/2006/relationships/image" Target="../media/image2.png"/><Relationship Id="rId3" Type="http://schemas.openxmlformats.org/officeDocument/2006/relationships/customXml" Target="../ink/ink1.xml"/><Relationship Id="rId21" Type="http://schemas.openxmlformats.org/officeDocument/2006/relationships/customXml" Target="../ink/ink6.xml"/><Relationship Id="rId17" Type="http://schemas.openxmlformats.org/officeDocument/2006/relationships/customXml" Target="../ink/ink3.xml"/><Relationship Id="rId2" Type="http://schemas.openxmlformats.org/officeDocument/2006/relationships/notesSlide" Target="../notesSlides/notesSlide2.xml"/><Relationship Id="rId16" Type="http://schemas.openxmlformats.org/officeDocument/2006/relationships/image" Target="../media/image8.png"/><Relationship Id="rId20" Type="http://schemas.openxmlformats.org/officeDocument/2006/relationships/customXml" Target="../ink/ink5.xml"/><Relationship Id="rId1" Type="http://schemas.openxmlformats.org/officeDocument/2006/relationships/slideLayout" Target="../slideLayouts/slideLayout13.xml"/><Relationship Id="rId24" Type="http://schemas.openxmlformats.org/officeDocument/2006/relationships/image" Target="../media/image3.png"/><Relationship Id="rId15" Type="http://schemas.openxmlformats.org/officeDocument/2006/relationships/customXml" Target="../ink/ink2.xml"/><Relationship Id="rId23" Type="http://schemas.openxmlformats.org/officeDocument/2006/relationships/customXml" Target="../ink/ink8.xml"/><Relationship Id="rId19" Type="http://schemas.openxmlformats.org/officeDocument/2006/relationships/customXml" Target="../ink/ink4.xml"/><Relationship Id="rId14" Type="http://schemas.openxmlformats.org/officeDocument/2006/relationships/image" Target="../media/image7.png"/><Relationship Id="rId22" Type="http://schemas.openxmlformats.org/officeDocument/2006/relationships/customXml" Target="../ink/ink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customXml" Target="../ink/ink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ctrTitle"/>
          </p:nvPr>
        </p:nvSpPr>
        <p:spPr>
          <a:xfrm>
            <a:off x="755650" y="357188"/>
            <a:ext cx="7772400" cy="1102519"/>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 dirty="0"/>
            </a:br>
            <a:br>
              <a:rPr lang="en" dirty="0"/>
            </a:br>
            <a:br>
              <a:rPr lang="en" dirty="0"/>
            </a:br>
            <a:r>
              <a:rPr lang="en" dirty="0">
                <a:latin typeface="Arial"/>
                <a:ea typeface="Arial"/>
                <a:cs typeface="Arial"/>
                <a:sym typeface="Arial"/>
              </a:rPr>
              <a:t>Trusts Law</a:t>
            </a:r>
            <a:br>
              <a:rPr lang="en" dirty="0">
                <a:latin typeface="Arial"/>
                <a:ea typeface="Arial"/>
                <a:cs typeface="Arial"/>
                <a:sym typeface="Arial"/>
              </a:rPr>
            </a:br>
            <a:br>
              <a:rPr lang="en" dirty="0">
                <a:latin typeface="Arial"/>
                <a:ea typeface="Arial"/>
                <a:cs typeface="Arial"/>
                <a:sym typeface="Arial"/>
              </a:rPr>
            </a:br>
            <a:r>
              <a:rPr lang="en" dirty="0">
                <a:latin typeface="Arial"/>
                <a:ea typeface="Arial"/>
                <a:cs typeface="Arial"/>
                <a:sym typeface="Arial"/>
              </a:rPr>
              <a:t>Week 8: Resulting trusts</a:t>
            </a:r>
            <a:br>
              <a:rPr lang="en" dirty="0">
                <a:latin typeface="Arial"/>
                <a:ea typeface="Arial"/>
                <a:cs typeface="Arial"/>
                <a:sym typeface="Arial"/>
              </a:rPr>
            </a:br>
            <a:br>
              <a:rPr lang="en" sz="3600" dirty="0">
                <a:latin typeface="Arial"/>
                <a:ea typeface="Arial"/>
                <a:cs typeface="Arial"/>
                <a:sym typeface="Arial"/>
              </a:rPr>
            </a:br>
            <a:endParaRPr sz="2800" dirty="0">
              <a:latin typeface="Arial"/>
              <a:ea typeface="Arial"/>
              <a:cs typeface="Arial"/>
              <a:sym typeface="Arial"/>
            </a:endParaRPr>
          </a:p>
        </p:txBody>
      </p:sp>
      <p:sp>
        <p:nvSpPr>
          <p:cNvPr id="135" name="Google Shape;135;p25"/>
          <p:cNvSpPr txBox="1">
            <a:spLocks noGrp="1"/>
          </p:cNvSpPr>
          <p:nvPr>
            <p:ph type="subTitle" idx="1"/>
          </p:nvPr>
        </p:nvSpPr>
        <p:spPr>
          <a:xfrm>
            <a:off x="827088" y="2031206"/>
            <a:ext cx="7561262" cy="917972"/>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None/>
            </a:pPr>
            <a:endParaRPr b="0" dirty="0">
              <a:latin typeface="Calibri"/>
              <a:ea typeface="Calibri"/>
              <a:cs typeface="Calibri"/>
              <a:sym typeface="Calibri"/>
            </a:endParaRPr>
          </a:p>
          <a:p>
            <a:pPr marL="0" lvl="0" indent="0" algn="l" rtl="0">
              <a:lnSpc>
                <a:spcPct val="110000"/>
              </a:lnSpc>
              <a:spcBef>
                <a:spcPts val="0"/>
              </a:spcBef>
              <a:spcAft>
                <a:spcPts val="0"/>
              </a:spcAft>
              <a:buNone/>
            </a:pPr>
            <a:endParaRPr b="0" dirty="0">
              <a:latin typeface="Calibri"/>
              <a:ea typeface="Calibri"/>
              <a:cs typeface="Calibri"/>
              <a:sym typeface="Calibri"/>
            </a:endParaRPr>
          </a:p>
          <a:p>
            <a:pPr marL="0" lvl="0" indent="0" algn="l" rtl="0">
              <a:lnSpc>
                <a:spcPct val="110000"/>
              </a:lnSpc>
              <a:spcBef>
                <a:spcPts val="0"/>
              </a:spcBef>
              <a:spcAft>
                <a:spcPts val="0"/>
              </a:spcAft>
              <a:buNone/>
            </a:pPr>
            <a:r>
              <a:rPr lang="en" b="0" dirty="0"/>
              <a:t>Dr Johanna Jacques</a:t>
            </a:r>
            <a:endParaRPr dirty="0"/>
          </a:p>
          <a:p>
            <a:pPr marL="0" lvl="0" indent="0" algn="l" rtl="0">
              <a:lnSpc>
                <a:spcPct val="110000"/>
              </a:lnSpc>
              <a:spcBef>
                <a:spcPts val="0"/>
              </a:spcBef>
              <a:spcAft>
                <a:spcPts val="0"/>
              </a:spcAft>
              <a:buNone/>
            </a:pPr>
            <a:endParaRPr b="0" dirty="0"/>
          </a:p>
          <a:p>
            <a:pPr marL="0" lvl="0" indent="0" algn="l" rtl="0">
              <a:spcBef>
                <a:spcPts val="36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684213" y="465535"/>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 dirty="0">
                <a:latin typeface="Calibri"/>
                <a:ea typeface="Calibri"/>
                <a:cs typeface="Calibri"/>
                <a:sym typeface="Calibri"/>
              </a:rPr>
            </a:br>
            <a:r>
              <a:rPr lang="en" sz="4000" dirty="0">
                <a:latin typeface="Arial"/>
                <a:ea typeface="Arial"/>
                <a:cs typeface="Arial"/>
                <a:sym typeface="Arial"/>
              </a:rPr>
              <a:t>Course feedback…reporting back</a:t>
            </a:r>
            <a:br>
              <a:rPr lang="en" i="1" dirty="0">
                <a:latin typeface="Calibri"/>
                <a:ea typeface="Calibri"/>
                <a:cs typeface="Calibri"/>
                <a:sym typeface="Calibri"/>
              </a:rPr>
            </a:br>
            <a:endParaRPr dirty="0">
              <a:latin typeface="Calibri"/>
              <a:ea typeface="Calibri"/>
              <a:cs typeface="Calibri"/>
              <a:sym typeface="Calibri"/>
            </a:endParaRPr>
          </a:p>
        </p:txBody>
      </p:sp>
      <p:sp>
        <p:nvSpPr>
          <p:cNvPr id="141" name="Google Shape;141;p26"/>
          <p:cNvSpPr txBox="1">
            <a:spLocks noGrp="1"/>
          </p:cNvSpPr>
          <p:nvPr>
            <p:ph type="body" idx="1"/>
          </p:nvPr>
        </p:nvSpPr>
        <p:spPr>
          <a:xfrm>
            <a:off x="651774" y="1322775"/>
            <a:ext cx="7550700" cy="2921700"/>
          </a:xfrm>
          <a:prstGeom prst="rect">
            <a:avLst/>
          </a:prstGeom>
          <a:noFill/>
          <a:ln>
            <a:noFill/>
          </a:ln>
        </p:spPr>
        <p:txBody>
          <a:bodyPr spcFirstLastPara="1" wrap="square" lIns="91425" tIns="45700" rIns="91425" bIns="45700" anchor="t" anchorCtr="0">
            <a:noAutofit/>
          </a:bodyPr>
          <a:lstStyle/>
          <a:p>
            <a:pPr marL="342900" lvl="0" indent="-342900" algn="l" rtl="0">
              <a:spcBef>
                <a:spcPts val="480"/>
              </a:spcBef>
              <a:spcAft>
                <a:spcPts val="0"/>
              </a:spcAft>
              <a:buFont typeface="Arial" panose="020B0604020202020204" pitchFamily="34" charset="0"/>
              <a:buChar char="•"/>
            </a:pPr>
            <a:r>
              <a:rPr lang="en-GB" sz="2400" dirty="0"/>
              <a:t>Lecture handouts </a:t>
            </a:r>
          </a:p>
          <a:p>
            <a:pPr marL="342900" lvl="0" indent="-342900" algn="l" rtl="0">
              <a:spcBef>
                <a:spcPts val="480"/>
              </a:spcBef>
              <a:spcAft>
                <a:spcPts val="0"/>
              </a:spcAft>
              <a:buFont typeface="Arial" panose="020B0604020202020204" pitchFamily="34" charset="0"/>
              <a:buChar char="•"/>
            </a:pPr>
            <a:r>
              <a:rPr lang="en-GB" sz="2400" dirty="0"/>
              <a:t>Practice questions and example answers</a:t>
            </a:r>
          </a:p>
          <a:p>
            <a:pPr marL="342900" lvl="0" indent="-342900" algn="l" rtl="0">
              <a:spcBef>
                <a:spcPts val="480"/>
              </a:spcBef>
              <a:spcAft>
                <a:spcPts val="0"/>
              </a:spcAft>
              <a:buFont typeface="Arial" panose="020B0604020202020204" pitchFamily="34" charset="0"/>
              <a:buChar char="•"/>
            </a:pPr>
            <a:r>
              <a:rPr lang="en-GB" sz="2400" dirty="0"/>
              <a:t>Tutorial common issues</a:t>
            </a:r>
          </a:p>
          <a:p>
            <a:pPr marL="342900" lvl="0" indent="-342900" algn="l" rtl="0">
              <a:spcBef>
                <a:spcPts val="480"/>
              </a:spcBef>
              <a:spcAft>
                <a:spcPts val="0"/>
              </a:spcAft>
              <a:buFont typeface="Arial" panose="020B0604020202020204" pitchFamily="34" charset="0"/>
              <a:buChar char="•"/>
            </a:pPr>
            <a:r>
              <a:rPr lang="en-GB" sz="2400" dirty="0"/>
              <a:t>Scenarios</a:t>
            </a:r>
          </a:p>
          <a:p>
            <a:pPr marL="342900" lvl="0" indent="-342900" algn="l" rtl="0">
              <a:spcBef>
                <a:spcPts val="480"/>
              </a:spcBef>
              <a:spcAft>
                <a:spcPts val="0"/>
              </a:spcAft>
              <a:buFont typeface="Arial" panose="020B0604020202020204" pitchFamily="34" charset="0"/>
              <a:buChar char="•"/>
            </a:pPr>
            <a:r>
              <a:rPr lang="en-GB" sz="2400" dirty="0"/>
              <a:t>Diagrams</a:t>
            </a:r>
          </a:p>
          <a:p>
            <a:pPr marL="342900" lvl="0" indent="-342900" algn="l" rtl="0">
              <a:spcBef>
                <a:spcPts val="480"/>
              </a:spcBef>
              <a:spcAft>
                <a:spcPts val="0"/>
              </a:spcAft>
              <a:buFont typeface="Arial" panose="020B0604020202020204" pitchFamily="34" charset="0"/>
              <a:buChar char="•"/>
            </a:pPr>
            <a:r>
              <a:rPr lang="en-GB" sz="2400" dirty="0"/>
              <a:t>Overview of the different types of trust</a:t>
            </a:r>
            <a:endParaRPr sz="2400" dirty="0"/>
          </a:p>
        </p:txBody>
      </p:sp>
      <p:grpSp>
        <p:nvGrpSpPr>
          <p:cNvPr id="10" name="Group 9">
            <a:extLst>
              <a:ext uri="{FF2B5EF4-FFF2-40B4-BE49-F238E27FC236}">
                <a16:creationId xmlns:a16="http://schemas.microsoft.com/office/drawing/2014/main" id="{BE104199-66DC-5C02-5720-81BB4D5843D5}"/>
              </a:ext>
            </a:extLst>
          </p:cNvPr>
          <p:cNvGrpSpPr/>
          <p:nvPr/>
        </p:nvGrpSpPr>
        <p:grpSpPr>
          <a:xfrm>
            <a:off x="7431994" y="1835029"/>
            <a:ext cx="395280" cy="316440"/>
            <a:chOff x="7406827" y="1897907"/>
            <a:chExt cx="395280" cy="31644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AAA34F16-BB82-9535-E887-2F2808282444}"/>
                    </a:ext>
                  </a:extLst>
                </p14:cNvPr>
                <p14:cNvContentPartPr/>
                <p14:nvPr/>
              </p14:nvContentPartPr>
              <p14:xfrm>
                <a:off x="7436347" y="1943267"/>
                <a:ext cx="365760" cy="234360"/>
              </p14:xfrm>
            </p:contentPart>
          </mc:Choice>
          <mc:Fallback xmlns="">
            <p:pic>
              <p:nvPicPr>
                <p:cNvPr id="7" name="Ink 6">
                  <a:extLst>
                    <a:ext uri="{FF2B5EF4-FFF2-40B4-BE49-F238E27FC236}">
                      <a16:creationId xmlns:a16="http://schemas.microsoft.com/office/drawing/2014/main" id="{AAA34F16-BB82-9535-E887-2F2808282444}"/>
                    </a:ext>
                  </a:extLst>
                </p:cNvPr>
                <p:cNvPicPr/>
                <p:nvPr/>
              </p:nvPicPr>
              <p:blipFill>
                <a:blip r:embed="rId14"/>
                <a:stretch>
                  <a:fillRect/>
                </a:stretch>
              </p:blipFill>
              <p:spPr>
                <a:xfrm>
                  <a:off x="7400707" y="1907627"/>
                  <a:ext cx="4374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Ink 7">
                  <a:extLst>
                    <a:ext uri="{FF2B5EF4-FFF2-40B4-BE49-F238E27FC236}">
                      <a16:creationId xmlns:a16="http://schemas.microsoft.com/office/drawing/2014/main" id="{F9BEFED3-2A25-54CD-10A2-40D8C537F6B3}"/>
                    </a:ext>
                  </a:extLst>
                </p14:cNvPr>
                <p14:cNvContentPartPr/>
                <p14:nvPr/>
              </p14:nvContentPartPr>
              <p14:xfrm>
                <a:off x="7406827" y="1897907"/>
                <a:ext cx="385560" cy="316440"/>
              </p14:xfrm>
            </p:contentPart>
          </mc:Choice>
          <mc:Fallback xmlns="">
            <p:pic>
              <p:nvPicPr>
                <p:cNvPr id="8" name="Ink 7">
                  <a:extLst>
                    <a:ext uri="{FF2B5EF4-FFF2-40B4-BE49-F238E27FC236}">
                      <a16:creationId xmlns:a16="http://schemas.microsoft.com/office/drawing/2014/main" id="{F9BEFED3-2A25-54CD-10A2-40D8C537F6B3}"/>
                    </a:ext>
                  </a:extLst>
                </p:cNvPr>
                <p:cNvPicPr/>
                <p:nvPr/>
              </p:nvPicPr>
              <p:blipFill>
                <a:blip r:embed="rId16"/>
                <a:stretch>
                  <a:fillRect/>
                </a:stretch>
              </p:blipFill>
              <p:spPr>
                <a:xfrm>
                  <a:off x="7370827" y="1862267"/>
                  <a:ext cx="457200" cy="38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BA1B23EF-7D01-FE2C-5A0D-E8A3790604A5}"/>
                  </a:ext>
                </a:extLst>
              </p14:cNvPr>
              <p14:cNvContentPartPr/>
              <p14:nvPr/>
            </p14:nvContentPartPr>
            <p14:xfrm>
              <a:off x="2628241" y="3064460"/>
              <a:ext cx="394200" cy="331200"/>
            </p14:xfrm>
          </p:contentPart>
        </mc:Choice>
        <mc:Fallback xmlns="">
          <p:pic>
            <p:nvPicPr>
              <p:cNvPr id="9" name="Ink 8">
                <a:extLst>
                  <a:ext uri="{FF2B5EF4-FFF2-40B4-BE49-F238E27FC236}">
                    <a16:creationId xmlns:a16="http://schemas.microsoft.com/office/drawing/2014/main" id="{BA1B23EF-7D01-FE2C-5A0D-E8A3790604A5}"/>
                  </a:ext>
                </a:extLst>
              </p:cNvPr>
              <p:cNvPicPr/>
              <p:nvPr/>
            </p:nvPicPr>
            <p:blipFill>
              <a:blip r:embed="rId18"/>
              <a:stretch>
                <a:fillRect/>
              </a:stretch>
            </p:blipFill>
            <p:spPr>
              <a:xfrm>
                <a:off x="2592241" y="3028460"/>
                <a:ext cx="4658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D56D726C-1DBC-6F84-B8D2-A7F4718C753E}"/>
                  </a:ext>
                </a:extLst>
              </p14:cNvPr>
              <p14:cNvContentPartPr/>
              <p14:nvPr/>
            </p14:nvContentPartPr>
            <p14:xfrm>
              <a:off x="3552564" y="1401546"/>
              <a:ext cx="394200" cy="331200"/>
            </p14:xfrm>
          </p:contentPart>
        </mc:Choice>
        <mc:Fallback xmlns="">
          <p:pic>
            <p:nvPicPr>
              <p:cNvPr id="12" name="Ink 11">
                <a:extLst>
                  <a:ext uri="{FF2B5EF4-FFF2-40B4-BE49-F238E27FC236}">
                    <a16:creationId xmlns:a16="http://schemas.microsoft.com/office/drawing/2014/main" id="{D56D726C-1DBC-6F84-B8D2-A7F4718C753E}"/>
                  </a:ext>
                </a:extLst>
              </p:cNvPr>
              <p:cNvPicPr/>
              <p:nvPr/>
            </p:nvPicPr>
            <p:blipFill>
              <a:blip r:embed="rId18"/>
              <a:stretch>
                <a:fillRect/>
              </a:stretch>
            </p:blipFill>
            <p:spPr>
              <a:xfrm>
                <a:off x="3516564" y="1365546"/>
                <a:ext cx="4658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4025F3F2-0F8C-27D2-57A8-D8174C5A87D4}"/>
                  </a:ext>
                </a:extLst>
              </p14:cNvPr>
              <p14:cNvContentPartPr/>
              <p14:nvPr/>
            </p14:nvContentPartPr>
            <p14:xfrm>
              <a:off x="6809360" y="1820269"/>
              <a:ext cx="394200" cy="331200"/>
            </p14:xfrm>
          </p:contentPart>
        </mc:Choice>
        <mc:Fallback xmlns="">
          <p:pic>
            <p:nvPicPr>
              <p:cNvPr id="13" name="Ink 12">
                <a:extLst>
                  <a:ext uri="{FF2B5EF4-FFF2-40B4-BE49-F238E27FC236}">
                    <a16:creationId xmlns:a16="http://schemas.microsoft.com/office/drawing/2014/main" id="{4025F3F2-0F8C-27D2-57A8-D8174C5A87D4}"/>
                  </a:ext>
                </a:extLst>
              </p:cNvPr>
              <p:cNvPicPr/>
              <p:nvPr/>
            </p:nvPicPr>
            <p:blipFill>
              <a:blip r:embed="rId18"/>
              <a:stretch>
                <a:fillRect/>
              </a:stretch>
            </p:blipFill>
            <p:spPr>
              <a:xfrm>
                <a:off x="6773360" y="1784269"/>
                <a:ext cx="4658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D6ADC585-84F2-BD0F-AADC-64BFE6656863}"/>
                  </a:ext>
                </a:extLst>
              </p14:cNvPr>
              <p14:cNvContentPartPr/>
              <p14:nvPr/>
            </p14:nvContentPartPr>
            <p14:xfrm>
              <a:off x="4439854" y="2286830"/>
              <a:ext cx="394200" cy="331200"/>
            </p14:xfrm>
          </p:contentPart>
        </mc:Choice>
        <mc:Fallback xmlns="">
          <p:pic>
            <p:nvPicPr>
              <p:cNvPr id="14" name="Ink 13">
                <a:extLst>
                  <a:ext uri="{FF2B5EF4-FFF2-40B4-BE49-F238E27FC236}">
                    <a16:creationId xmlns:a16="http://schemas.microsoft.com/office/drawing/2014/main" id="{D6ADC585-84F2-BD0F-AADC-64BFE6656863}"/>
                  </a:ext>
                </a:extLst>
              </p:cNvPr>
              <p:cNvPicPr/>
              <p:nvPr/>
            </p:nvPicPr>
            <p:blipFill>
              <a:blip r:embed="rId18"/>
              <a:stretch>
                <a:fillRect/>
              </a:stretch>
            </p:blipFill>
            <p:spPr>
              <a:xfrm>
                <a:off x="4403854" y="2250830"/>
                <a:ext cx="4658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55A58CC0-1576-F32F-7731-7FAB143EF289}"/>
                  </a:ext>
                </a:extLst>
              </p14:cNvPr>
              <p14:cNvContentPartPr/>
              <p14:nvPr/>
            </p14:nvContentPartPr>
            <p14:xfrm>
              <a:off x="2628241" y="2733260"/>
              <a:ext cx="394200" cy="331200"/>
            </p14:xfrm>
          </p:contentPart>
        </mc:Choice>
        <mc:Fallback xmlns="">
          <p:pic>
            <p:nvPicPr>
              <p:cNvPr id="15" name="Ink 14">
                <a:extLst>
                  <a:ext uri="{FF2B5EF4-FFF2-40B4-BE49-F238E27FC236}">
                    <a16:creationId xmlns:a16="http://schemas.microsoft.com/office/drawing/2014/main" id="{55A58CC0-1576-F32F-7731-7FAB143EF289}"/>
                  </a:ext>
                </a:extLst>
              </p:cNvPr>
              <p:cNvPicPr/>
              <p:nvPr/>
            </p:nvPicPr>
            <p:blipFill>
              <a:blip r:embed="rId18"/>
              <a:stretch>
                <a:fillRect/>
              </a:stretch>
            </p:blipFill>
            <p:spPr>
              <a:xfrm>
                <a:off x="2592241" y="2697260"/>
                <a:ext cx="4658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 name="Ink 1">
                <a:extLst>
                  <a:ext uri="{FF2B5EF4-FFF2-40B4-BE49-F238E27FC236}">
                    <a16:creationId xmlns:a16="http://schemas.microsoft.com/office/drawing/2014/main" id="{0CA6BA89-D982-C4E3-2855-98EFB1BADA1F}"/>
                  </a:ext>
                </a:extLst>
              </p14:cNvPr>
              <p14:cNvContentPartPr/>
              <p14:nvPr/>
            </p14:nvContentPartPr>
            <p14:xfrm>
              <a:off x="6345962" y="3489516"/>
              <a:ext cx="394200" cy="331200"/>
            </p14:xfrm>
          </p:contentPart>
        </mc:Choice>
        <mc:Fallback xmlns="">
          <p:pic>
            <p:nvPicPr>
              <p:cNvPr id="2" name="Ink 1">
                <a:extLst>
                  <a:ext uri="{FF2B5EF4-FFF2-40B4-BE49-F238E27FC236}">
                    <a16:creationId xmlns:a16="http://schemas.microsoft.com/office/drawing/2014/main" id="{0CA6BA89-D982-C4E3-2855-98EFB1BADA1F}"/>
                  </a:ext>
                </a:extLst>
              </p:cNvPr>
              <p:cNvPicPr/>
              <p:nvPr/>
            </p:nvPicPr>
            <p:blipFill>
              <a:blip r:embed="rId24"/>
              <a:stretch>
                <a:fillRect/>
              </a:stretch>
            </p:blipFill>
            <p:spPr>
              <a:xfrm>
                <a:off x="6309962" y="3453516"/>
                <a:ext cx="465840" cy="402840"/>
              </a:xfrm>
              <a:prstGeom prst="rect">
                <a:avLst/>
              </a:prstGeom>
            </p:spPr>
          </p:pic>
        </mc:Fallback>
      </mc:AlternateContent>
    </p:spTree>
    <p:extLst>
      <p:ext uri="{BB962C8B-B14F-4D97-AF65-F5344CB8AC3E}">
        <p14:creationId xmlns:p14="http://schemas.microsoft.com/office/powerpoint/2010/main" val="313872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2000" fill="hold"/>
                                        <p:tgtEl>
                                          <p:spTgt spid="12"/>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2000" fill="hold"/>
                                        <p:tgtEl>
                                          <p:spTgt spid="13"/>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20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2000" fill="hold"/>
                                        <p:tgtEl>
                                          <p:spTgt spid="14"/>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2000" fill="hold"/>
                                        <p:tgtEl>
                                          <p:spTgt spid="15"/>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2000" fill="hold"/>
                                        <p:tgtEl>
                                          <p:spTgt spid="9"/>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2000" fill="hold"/>
                                        <p:tgtEl>
                                          <p:spTgt spid="2"/>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261E3-5A34-8F64-B937-39F9407AD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7F503-6679-353B-B73B-8DA5B5FCF6C3}"/>
              </a:ext>
            </a:extLst>
          </p:cNvPr>
          <p:cNvSpPr>
            <a:spLocks noGrp="1"/>
          </p:cNvSpPr>
          <p:nvPr>
            <p:ph type="title"/>
          </p:nvPr>
        </p:nvSpPr>
        <p:spPr/>
        <p:txBody>
          <a:bodyPr/>
          <a:lstStyle/>
          <a:p>
            <a:r>
              <a:rPr lang="en-US" dirty="0">
                <a:latin typeface="Arial"/>
                <a:cs typeface="Arial"/>
              </a:rPr>
              <a:t>Tutorial 1</a:t>
            </a:r>
          </a:p>
        </p:txBody>
      </p:sp>
      <p:sp>
        <p:nvSpPr>
          <p:cNvPr id="3" name="Text Placeholder 2">
            <a:extLst>
              <a:ext uri="{FF2B5EF4-FFF2-40B4-BE49-F238E27FC236}">
                <a16:creationId xmlns:a16="http://schemas.microsoft.com/office/drawing/2014/main" id="{B652669C-E5BC-E0AB-47F6-4EB8D1DA679F}"/>
              </a:ext>
            </a:extLst>
          </p:cNvPr>
          <p:cNvSpPr>
            <a:spLocks noGrp="1"/>
          </p:cNvSpPr>
          <p:nvPr>
            <p:ph type="body" idx="1"/>
          </p:nvPr>
        </p:nvSpPr>
        <p:spPr>
          <a:xfrm>
            <a:off x="685800" y="1314450"/>
            <a:ext cx="7772400" cy="2862263"/>
          </a:xfrm>
        </p:spPr>
        <p:txBody>
          <a:bodyPr/>
          <a:lstStyle/>
          <a:p>
            <a:pPr marL="342900" indent="-342900">
              <a:spcBef>
                <a:spcPts val="400"/>
              </a:spcBef>
              <a:buClr>
                <a:schemeClr val="dk1"/>
              </a:buClr>
              <a:buSzPts val="2000"/>
              <a:buFont typeface="Arial"/>
              <a:buChar char="•"/>
            </a:pPr>
            <a:r>
              <a:rPr lang="en-GB" dirty="0"/>
              <a:t>Be clear on the distinction between an outright gift and a trust (‘</a:t>
            </a:r>
            <a:r>
              <a:rPr lang="en-GB" b="0" i="0" dirty="0">
                <a:solidFill>
                  <a:srgbClr val="000000"/>
                </a:solidFill>
                <a:effectLst/>
                <a:latin typeface="Arial" panose="020B0604020202020204" pitchFamily="34" charset="0"/>
              </a:rPr>
              <a:t>My friend Edward to be allowed to choose 200 bottles from my cellar of vintage port’) </a:t>
            </a:r>
            <a:r>
              <a:rPr lang="en-GB" dirty="0"/>
              <a:t>– a trust involves someone holding property for someone else.</a:t>
            </a:r>
          </a:p>
          <a:p>
            <a:pPr marL="342900" indent="-342900">
              <a:spcBef>
                <a:spcPts val="400"/>
              </a:spcBef>
              <a:buClr>
                <a:schemeClr val="dk1"/>
              </a:buClr>
              <a:buSzPts val="2000"/>
              <a:buFont typeface="Arial"/>
              <a:buChar char="•"/>
            </a:pPr>
            <a:r>
              <a:rPr lang="en-GB" dirty="0"/>
              <a:t>It helps to identify the parties to each trust. Where a trust seems to be intended but no trustee is mentioned, the executor will be the trustee (‘the remaining bottles to be held on trust for my nephew Frederick’).</a:t>
            </a:r>
          </a:p>
          <a:p>
            <a:pPr marL="342900" indent="-342900">
              <a:spcBef>
                <a:spcPts val="400"/>
              </a:spcBef>
              <a:buClr>
                <a:schemeClr val="dk1"/>
              </a:buClr>
              <a:buSzPts val="2000"/>
              <a:buFont typeface="Arial"/>
              <a:buChar char="•"/>
            </a:pPr>
            <a:r>
              <a:rPr lang="en-GB" dirty="0"/>
              <a:t>‘In 2019, Bernard transferred 1,000 shares in ABC Ltd to Clarissa to hold as nominee for him. The day before his death, Bernard phoned Clarissa to tell her that she was henceforth to hold the 1,000 shares on trust for Frank.’  </a:t>
            </a:r>
          </a:p>
          <a:p>
            <a:pPr marL="342900" indent="-342900">
              <a:spcBef>
                <a:spcPts val="400"/>
              </a:spcBef>
              <a:buClr>
                <a:schemeClr val="dk1"/>
              </a:buClr>
              <a:buSzPts val="2000"/>
              <a:buFont typeface="Arial"/>
              <a:buChar char="•"/>
            </a:pPr>
            <a:endParaRPr lang="en-US" sz="2000" dirty="0"/>
          </a:p>
          <a:p>
            <a:pPr marL="342900" indent="-342900">
              <a:spcBef>
                <a:spcPts val="400"/>
              </a:spcBef>
              <a:buClr>
                <a:schemeClr val="dk1"/>
              </a:buClr>
              <a:buSzPts val="2000"/>
              <a:buFont typeface="Arial"/>
              <a:buChar char="•"/>
            </a:pPr>
            <a:endParaRPr lang="en-GB" sz="2000" dirty="0"/>
          </a:p>
          <a:p>
            <a:endParaRPr lang="en-GB" dirty="0">
              <a:solidFill>
                <a:srgbClr val="1E1E1E"/>
              </a:solidFill>
              <a:latin typeface="arial" panose="020B0604020202020204" pitchFamily="34" charset="0"/>
            </a:endParaRPr>
          </a:p>
        </p:txBody>
      </p:sp>
    </p:spTree>
    <p:extLst>
      <p:ext uri="{BB962C8B-B14F-4D97-AF65-F5344CB8AC3E}">
        <p14:creationId xmlns:p14="http://schemas.microsoft.com/office/powerpoint/2010/main" val="292680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27"/>
          <p:cNvSpPr txBox="1"/>
          <p:nvPr/>
        </p:nvSpPr>
        <p:spPr>
          <a:xfrm>
            <a:off x="685788" y="1630650"/>
            <a:ext cx="7772400" cy="252594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400"/>
              <a:buFont typeface="Arial"/>
              <a:buNone/>
            </a:pPr>
            <a:endParaRPr sz="2400" b="0" i="0" u="none" strike="noStrike" cap="none" dirty="0">
              <a:solidFill>
                <a:srgbClr val="000000"/>
              </a:solidFill>
              <a:latin typeface="Arial"/>
              <a:ea typeface="Arial"/>
              <a:cs typeface="Arial"/>
              <a:sym typeface="Arial"/>
            </a:endParaRPr>
          </a:p>
        </p:txBody>
      </p:sp>
      <p:pic>
        <p:nvPicPr>
          <p:cNvPr id="10" name="Picture 9" descr="A stack of money with a dollar sign&#10;&#10;Description automatically generated">
            <a:extLst>
              <a:ext uri="{FF2B5EF4-FFF2-40B4-BE49-F238E27FC236}">
                <a16:creationId xmlns:a16="http://schemas.microsoft.com/office/drawing/2014/main" id="{ADF208E0-A5F3-5FD4-E680-5508E9FF031E}"/>
              </a:ext>
            </a:extLst>
          </p:cNvPr>
          <p:cNvPicPr>
            <a:picLocks noChangeAspect="1"/>
          </p:cNvPicPr>
          <p:nvPr/>
        </p:nvPicPr>
        <p:blipFill>
          <a:blip r:embed="rId3"/>
          <a:stretch>
            <a:fillRect/>
          </a:stretch>
        </p:blipFill>
        <p:spPr>
          <a:xfrm>
            <a:off x="1537580" y="2427189"/>
            <a:ext cx="930474" cy="930474"/>
          </a:xfrm>
          <a:prstGeom prst="rect">
            <a:avLst/>
          </a:prstGeom>
        </p:spPr>
      </p:pic>
      <p:sp>
        <p:nvSpPr>
          <p:cNvPr id="146" name="Google Shape;146;p27"/>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3600" dirty="0">
                <a:latin typeface="Arial"/>
                <a:ea typeface="Arial"/>
                <a:cs typeface="Arial"/>
                <a:sym typeface="Arial"/>
              </a:rPr>
              <a:t>Revision: What is a disposition of an equitable interest?</a:t>
            </a:r>
            <a:endParaRPr sz="3600" dirty="0"/>
          </a:p>
        </p:txBody>
      </p:sp>
      <p:cxnSp>
        <p:nvCxnSpPr>
          <p:cNvPr id="148" name="Google Shape;148;p27"/>
          <p:cNvCxnSpPr>
            <a:cxnSpLocks/>
          </p:cNvCxnSpPr>
          <p:nvPr/>
        </p:nvCxnSpPr>
        <p:spPr>
          <a:xfrm>
            <a:off x="1997131" y="2100919"/>
            <a:ext cx="0" cy="544310"/>
          </a:xfrm>
          <a:prstGeom prst="straightConnector1">
            <a:avLst/>
          </a:prstGeom>
          <a:noFill/>
          <a:ln w="28575" cap="flat" cmpd="sng">
            <a:solidFill>
              <a:schemeClr val="dk1"/>
            </a:solidFill>
            <a:prstDash val="dash"/>
            <a:round/>
            <a:headEnd type="none" w="med" len="med"/>
            <a:tailEnd type="none" w="med" len="med"/>
          </a:ln>
        </p:spPr>
      </p:cxnSp>
      <p:sp>
        <p:nvSpPr>
          <p:cNvPr id="149" name="Google Shape;149;p27"/>
          <p:cNvSpPr/>
          <p:nvPr/>
        </p:nvSpPr>
        <p:spPr>
          <a:xfrm>
            <a:off x="1073581" y="3742819"/>
            <a:ext cx="1845300" cy="3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000000"/>
                </a:solidFill>
                <a:latin typeface="Arial"/>
                <a:ea typeface="Arial"/>
                <a:cs typeface="Arial"/>
                <a:sym typeface="Arial"/>
              </a:rPr>
              <a:t>Beneficiary</a:t>
            </a:r>
            <a:endParaRPr sz="2400" b="0" i="0" u="none" strike="noStrike" cap="none" dirty="0">
              <a:solidFill>
                <a:srgbClr val="000000"/>
              </a:solidFill>
              <a:latin typeface="Arial"/>
              <a:ea typeface="Arial"/>
              <a:cs typeface="Arial"/>
              <a:sym typeface="Arial"/>
            </a:endParaRPr>
          </a:p>
        </p:txBody>
      </p:sp>
      <p:sp>
        <p:nvSpPr>
          <p:cNvPr id="150" name="Google Shape;150;p27"/>
          <p:cNvSpPr/>
          <p:nvPr/>
        </p:nvSpPr>
        <p:spPr>
          <a:xfrm>
            <a:off x="1346664" y="1662797"/>
            <a:ext cx="1434955" cy="346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000000"/>
                </a:solidFill>
                <a:latin typeface="Arial"/>
                <a:ea typeface="Arial"/>
                <a:cs typeface="Arial"/>
                <a:sym typeface="Arial"/>
              </a:rPr>
              <a:t>Trustee</a:t>
            </a:r>
            <a:endParaRPr sz="2400" b="0" i="0" u="none" strike="noStrike" cap="none" dirty="0">
              <a:solidFill>
                <a:srgbClr val="000000"/>
              </a:solidFill>
              <a:latin typeface="Arial"/>
              <a:ea typeface="Arial"/>
              <a:cs typeface="Arial"/>
              <a:sym typeface="Arial"/>
            </a:endParaRPr>
          </a:p>
        </p:txBody>
      </p:sp>
      <p:sp>
        <p:nvSpPr>
          <p:cNvPr id="151" name="Google Shape;151;p27" descr="Image result for bottle of wine"/>
          <p:cNvSpPr/>
          <p:nvPr/>
        </p:nvSpPr>
        <p:spPr>
          <a:xfrm>
            <a:off x="168275" y="-136922"/>
            <a:ext cx="304800" cy="2286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000000"/>
              </a:solidFill>
              <a:latin typeface="Times"/>
              <a:ea typeface="Times"/>
              <a:cs typeface="Times"/>
              <a:sym typeface="Times"/>
            </a:endParaRPr>
          </a:p>
        </p:txBody>
      </p:sp>
      <p:cxnSp>
        <p:nvCxnSpPr>
          <p:cNvPr id="152" name="Google Shape;152;p27"/>
          <p:cNvCxnSpPr>
            <a:cxnSpLocks/>
          </p:cNvCxnSpPr>
          <p:nvPr/>
        </p:nvCxnSpPr>
        <p:spPr>
          <a:xfrm>
            <a:off x="2930830" y="4010141"/>
            <a:ext cx="3747556" cy="0"/>
          </a:xfrm>
          <a:prstGeom prst="straightConnector1">
            <a:avLst/>
          </a:prstGeom>
          <a:noFill/>
          <a:ln w="28575" cap="flat" cmpd="sng">
            <a:solidFill>
              <a:srgbClr val="0000FF"/>
            </a:solidFill>
            <a:prstDash val="solid"/>
            <a:round/>
            <a:headEnd type="none" w="med" len="med"/>
            <a:tailEnd type="stealth" w="med" len="med"/>
          </a:ln>
        </p:spPr>
      </p:cxnSp>
      <p:sp>
        <p:nvSpPr>
          <p:cNvPr id="153" name="Google Shape;153;p27"/>
          <p:cNvSpPr/>
          <p:nvPr/>
        </p:nvSpPr>
        <p:spPr>
          <a:xfrm>
            <a:off x="6411712" y="3682691"/>
            <a:ext cx="1368300" cy="623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dirty="0">
                <a:solidFill>
                  <a:srgbClr val="000000"/>
                </a:solidFill>
                <a:latin typeface="Arial"/>
                <a:ea typeface="Arial"/>
                <a:cs typeface="Arial"/>
                <a:sym typeface="Arial"/>
              </a:rPr>
              <a:t>3</a:t>
            </a:r>
            <a:r>
              <a:rPr lang="en" sz="2400" b="1" i="0" u="none" strike="noStrike" cap="none" baseline="30000" dirty="0">
                <a:solidFill>
                  <a:srgbClr val="000000"/>
                </a:solidFill>
                <a:latin typeface="Arial"/>
                <a:ea typeface="Arial"/>
                <a:cs typeface="Arial"/>
                <a:sym typeface="Arial"/>
              </a:rPr>
              <a:t>rd</a:t>
            </a:r>
            <a:r>
              <a:rPr lang="en" sz="2400" b="1" i="0" u="none" strike="noStrike" cap="none" dirty="0">
                <a:solidFill>
                  <a:srgbClr val="000000"/>
                </a:solidFill>
                <a:latin typeface="Arial"/>
                <a:ea typeface="Arial"/>
                <a:cs typeface="Arial"/>
                <a:sym typeface="Arial"/>
              </a:rPr>
              <a:t> party</a:t>
            </a:r>
            <a:endParaRPr sz="2400" b="0"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B94679D7-DEB6-2D38-85A7-5CF527DD841A}"/>
              </a:ext>
            </a:extLst>
          </p:cNvPr>
          <p:cNvSpPr txBox="1"/>
          <p:nvPr/>
        </p:nvSpPr>
        <p:spPr>
          <a:xfrm>
            <a:off x="2414236" y="2221665"/>
            <a:ext cx="1009289" cy="307777"/>
          </a:xfrm>
          <a:prstGeom prst="rect">
            <a:avLst/>
          </a:prstGeom>
          <a:noFill/>
        </p:spPr>
        <p:txBody>
          <a:bodyPr wrap="square" rtlCol="0">
            <a:spAutoFit/>
          </a:bodyPr>
          <a:lstStyle/>
          <a:p>
            <a:r>
              <a:rPr lang="en-GB" dirty="0"/>
              <a:t>Legal title</a:t>
            </a:r>
          </a:p>
        </p:txBody>
      </p:sp>
      <p:cxnSp>
        <p:nvCxnSpPr>
          <p:cNvPr id="7" name="Google Shape;148;p27">
            <a:extLst>
              <a:ext uri="{FF2B5EF4-FFF2-40B4-BE49-F238E27FC236}">
                <a16:creationId xmlns:a16="http://schemas.microsoft.com/office/drawing/2014/main" id="{C6F00699-43A6-9767-BF62-76767E4A52D1}"/>
              </a:ext>
            </a:extLst>
          </p:cNvPr>
          <p:cNvCxnSpPr>
            <a:cxnSpLocks/>
          </p:cNvCxnSpPr>
          <p:nvPr/>
        </p:nvCxnSpPr>
        <p:spPr>
          <a:xfrm>
            <a:off x="1997131" y="3201061"/>
            <a:ext cx="0" cy="541758"/>
          </a:xfrm>
          <a:prstGeom prst="straightConnector1">
            <a:avLst/>
          </a:prstGeom>
          <a:noFill/>
          <a:ln w="28575" cap="flat" cmpd="sng">
            <a:solidFill>
              <a:schemeClr val="dk1"/>
            </a:solidFill>
            <a:prstDash val="dash"/>
            <a:round/>
            <a:headEnd type="none" w="med" len="med"/>
            <a:tailEnd type="none" w="med" len="med"/>
          </a:ln>
        </p:spPr>
      </p:cxnSp>
      <p:sp>
        <p:nvSpPr>
          <p:cNvPr id="8" name="TextBox 7">
            <a:extLst>
              <a:ext uri="{FF2B5EF4-FFF2-40B4-BE49-F238E27FC236}">
                <a16:creationId xmlns:a16="http://schemas.microsoft.com/office/drawing/2014/main" id="{628CA88D-9183-48E5-A566-8BE80B35963C}"/>
              </a:ext>
            </a:extLst>
          </p:cNvPr>
          <p:cNvSpPr txBox="1"/>
          <p:nvPr/>
        </p:nvSpPr>
        <p:spPr>
          <a:xfrm>
            <a:off x="2468054" y="3361436"/>
            <a:ext cx="1757144" cy="307777"/>
          </a:xfrm>
          <a:prstGeom prst="rect">
            <a:avLst/>
          </a:prstGeom>
          <a:noFill/>
        </p:spPr>
        <p:txBody>
          <a:bodyPr wrap="square" rtlCol="0">
            <a:spAutoFit/>
          </a:bodyPr>
          <a:lstStyle/>
          <a:p>
            <a:r>
              <a:rPr lang="en-GB" dirty="0"/>
              <a:t>Equitable interest</a:t>
            </a:r>
          </a:p>
        </p:txBody>
      </p:sp>
      <p:sp>
        <p:nvSpPr>
          <p:cNvPr id="13" name="TextBox 12">
            <a:extLst>
              <a:ext uri="{FF2B5EF4-FFF2-40B4-BE49-F238E27FC236}">
                <a16:creationId xmlns:a16="http://schemas.microsoft.com/office/drawing/2014/main" id="{A6541494-3172-41BC-6806-BE96049DCBD0}"/>
              </a:ext>
            </a:extLst>
          </p:cNvPr>
          <p:cNvSpPr txBox="1"/>
          <p:nvPr/>
        </p:nvSpPr>
        <p:spPr>
          <a:xfrm>
            <a:off x="3369447" y="4174050"/>
            <a:ext cx="2839252" cy="307777"/>
          </a:xfrm>
          <a:prstGeom prst="rect">
            <a:avLst/>
          </a:prstGeom>
          <a:noFill/>
        </p:spPr>
        <p:txBody>
          <a:bodyPr wrap="square" rtlCol="0">
            <a:spAutoFit/>
          </a:bodyPr>
          <a:lstStyle/>
          <a:p>
            <a:r>
              <a:rPr lang="en-GB" dirty="0"/>
              <a:t>Passes their equitable interest to</a:t>
            </a:r>
          </a:p>
        </p:txBody>
      </p:sp>
      <p:cxnSp>
        <p:nvCxnSpPr>
          <p:cNvPr id="14" name="Google Shape;148;p27">
            <a:extLst>
              <a:ext uri="{FF2B5EF4-FFF2-40B4-BE49-F238E27FC236}">
                <a16:creationId xmlns:a16="http://schemas.microsoft.com/office/drawing/2014/main" id="{F516E33F-4973-4393-1FE8-C6820C52BF84}"/>
              </a:ext>
            </a:extLst>
          </p:cNvPr>
          <p:cNvCxnSpPr>
            <a:cxnSpLocks/>
          </p:cNvCxnSpPr>
          <p:nvPr/>
        </p:nvCxnSpPr>
        <p:spPr>
          <a:xfrm>
            <a:off x="2516472" y="2968723"/>
            <a:ext cx="4014358" cy="917477"/>
          </a:xfrm>
          <a:prstGeom prst="straightConnector1">
            <a:avLst/>
          </a:prstGeom>
          <a:noFill/>
          <a:ln w="28575" cap="flat" cmpd="sng">
            <a:solidFill>
              <a:schemeClr val="dk1"/>
            </a:solidFill>
            <a:prstDash val="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xit" presetSubtype="0" fill="hold" grpId="0" nodeType="withEffect">
                                  <p:stCondLst>
                                    <p:cond delay="0"/>
                                  </p:stCondLst>
                                  <p:childTnLst>
                                    <p:set>
                                      <p:cBhvr>
                                        <p:cTn id="18" dur="1" fill="hold">
                                          <p:stCondLst>
                                            <p:cond delay="0"/>
                                          </p:stCondLst>
                                        </p:cTn>
                                        <p:tgtEl>
                                          <p:spTgt spid="149"/>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52"/>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500" tmFilter="0, 0; .2, .5; .8, .5; 1, 0"/>
                                        <p:tgtEl>
                                          <p:spTgt spid="14"/>
                                        </p:tgtEl>
                                      </p:cBhvr>
                                    </p:animEffect>
                                    <p:animScale>
                                      <p:cBhvr>
                                        <p:cTn id="29"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3" grpId="0"/>
      <p:bldP spid="1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3600" dirty="0">
                <a:latin typeface="Arial"/>
                <a:ea typeface="Arial"/>
                <a:cs typeface="Arial"/>
                <a:sym typeface="Arial"/>
              </a:rPr>
              <a:t>Revision: Formalities for the disposition of an equitable interest</a:t>
            </a:r>
            <a:endParaRPr sz="3600" i="1" dirty="0">
              <a:latin typeface="Arial"/>
              <a:ea typeface="Arial"/>
              <a:cs typeface="Arial"/>
              <a:sym typeface="Arial"/>
            </a:endParaRPr>
          </a:p>
        </p:txBody>
      </p:sp>
      <p:sp>
        <p:nvSpPr>
          <p:cNvPr id="160" name="Google Shape;160;p28"/>
          <p:cNvSpPr txBox="1"/>
          <p:nvPr/>
        </p:nvSpPr>
        <p:spPr>
          <a:xfrm>
            <a:off x="609600" y="1485900"/>
            <a:ext cx="7491413" cy="3143250"/>
          </a:xfrm>
          <a:prstGeom prst="rect">
            <a:avLst/>
          </a:prstGeom>
          <a:noFill/>
          <a:ln>
            <a:noFill/>
          </a:ln>
        </p:spPr>
        <p:txBody>
          <a:bodyPr spcFirstLastPara="1" wrap="square" lIns="91425" tIns="45700" rIns="91425" bIns="45700" anchor="t" anchorCtr="0">
            <a:noAutofit/>
          </a:bodyPr>
          <a:lstStyle/>
          <a:p>
            <a:pPr marL="342900" marR="0" lvl="1" indent="-342900" algn="l" rtl="0">
              <a:lnSpc>
                <a:spcPct val="100000"/>
              </a:lnSpc>
              <a:spcBef>
                <a:spcPts val="0"/>
              </a:spcBef>
              <a:spcAft>
                <a:spcPts val="0"/>
              </a:spcAft>
              <a:buClr>
                <a:srgbClr val="000000"/>
              </a:buClr>
              <a:buSzPts val="2400"/>
              <a:buFont typeface="Arial"/>
              <a:buNone/>
            </a:pPr>
            <a:endParaRPr sz="2400" dirty="0"/>
          </a:p>
          <a:p>
            <a:pPr marL="342900" marR="0" lvl="1" indent="-342900" algn="l" rtl="0">
              <a:lnSpc>
                <a:spcPct val="100000"/>
              </a:lnSpc>
              <a:spcBef>
                <a:spcPts val="0"/>
              </a:spcBef>
              <a:spcAft>
                <a:spcPts val="0"/>
              </a:spcAft>
              <a:buClr>
                <a:srgbClr val="000000"/>
              </a:buClr>
              <a:buSzPts val="2400"/>
              <a:buFont typeface="Arial"/>
              <a:buNone/>
            </a:pPr>
            <a:r>
              <a:rPr lang="en" sz="2000" b="0" i="0" u="none" strike="noStrike" cap="none" dirty="0">
                <a:solidFill>
                  <a:srgbClr val="000000"/>
                </a:solidFill>
                <a:latin typeface="Arial"/>
                <a:ea typeface="Arial"/>
                <a:cs typeface="Arial"/>
                <a:sym typeface="Arial"/>
              </a:rPr>
              <a:t>Law of Property Act 1925, s. 53(1)(c): </a:t>
            </a:r>
            <a:endParaRPr sz="2000" b="0" i="0" u="none" strike="noStrike" cap="none" dirty="0">
              <a:solidFill>
                <a:srgbClr val="000000"/>
              </a:solidFill>
              <a:latin typeface="Arial"/>
              <a:ea typeface="Arial"/>
              <a:cs typeface="Arial"/>
              <a:sym typeface="Arial"/>
            </a:endParaRPr>
          </a:p>
          <a:p>
            <a:pPr marL="342900" marR="0" lvl="1" indent="-342900" algn="l" rtl="0">
              <a:lnSpc>
                <a:spcPct val="100000"/>
              </a:lnSpc>
              <a:spcBef>
                <a:spcPts val="480"/>
              </a:spcBef>
              <a:spcAft>
                <a:spcPts val="0"/>
              </a:spcAft>
              <a:buClr>
                <a:srgbClr val="000000"/>
              </a:buClr>
              <a:buSzPts val="2400"/>
              <a:buFont typeface="Arial"/>
              <a:buNone/>
            </a:pPr>
            <a:r>
              <a:rPr lang="en" sz="2000" b="0" i="0" u="none" strike="noStrike" cap="none" dirty="0">
                <a:solidFill>
                  <a:srgbClr val="000000"/>
                </a:solidFill>
                <a:latin typeface="Arial"/>
                <a:ea typeface="Arial"/>
                <a:cs typeface="Arial"/>
                <a:sym typeface="Arial"/>
              </a:rPr>
              <a:t>	A disposition of an equitable interest or trust subsisting at the time of the disposition, must be in writing signed by the person disposing of the same, or by his agent thereunto lawfully authorised in writing or by will. </a:t>
            </a:r>
            <a:endParaRPr sz="800" b="0" i="0" u="none" strike="noStrike" cap="none" dirty="0">
              <a:solidFill>
                <a:srgbClr val="000000"/>
              </a:solidFill>
              <a:latin typeface="Arial"/>
              <a:ea typeface="Arial"/>
              <a:cs typeface="Arial"/>
              <a:sym typeface="Arial"/>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dirty="0">
              <a:solidFill>
                <a:srgbClr val="000000"/>
              </a:solidFill>
              <a:latin typeface="Arial"/>
              <a:ea typeface="Arial"/>
              <a:cs typeface="Arial"/>
              <a:sym typeface="Arial"/>
            </a:endParaRPr>
          </a:p>
        </p:txBody>
      </p:sp>
      <p:pic>
        <p:nvPicPr>
          <p:cNvPr id="161" name="Google Shape;161;p28"/>
          <p:cNvPicPr preferRelativeResize="0"/>
          <p:nvPr/>
        </p:nvPicPr>
        <p:blipFill rotWithShape="1">
          <a:blip r:embed="rId3">
            <a:alphaModFix/>
          </a:blip>
          <a:srcRect/>
          <a:stretch/>
        </p:blipFill>
        <p:spPr>
          <a:xfrm>
            <a:off x="5512893" y="3308425"/>
            <a:ext cx="1607344" cy="16073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8904C8D-DAF1-4CC9-5652-78D2158F1AE1}"/>
            </a:ext>
          </a:extLst>
        </p:cNvPr>
        <p:cNvGrpSpPr/>
        <p:nvPr/>
      </p:nvGrpSpPr>
      <p:grpSpPr>
        <a:xfrm>
          <a:off x="0" y="0"/>
          <a:ext cx="0" cy="0"/>
          <a:chOff x="0" y="0"/>
          <a:chExt cx="0" cy="0"/>
        </a:xfrm>
      </p:grpSpPr>
      <p:sp>
        <p:nvSpPr>
          <p:cNvPr id="140" name="Google Shape;140;p26">
            <a:extLst>
              <a:ext uri="{FF2B5EF4-FFF2-40B4-BE49-F238E27FC236}">
                <a16:creationId xmlns:a16="http://schemas.microsoft.com/office/drawing/2014/main" id="{750026C5-9260-B5BA-7345-859D3F27E720}"/>
              </a:ext>
            </a:extLst>
          </p:cNvPr>
          <p:cNvSpPr txBox="1">
            <a:spLocks noGrp="1"/>
          </p:cNvSpPr>
          <p:nvPr>
            <p:ph type="title"/>
          </p:nvPr>
        </p:nvSpPr>
        <p:spPr>
          <a:xfrm>
            <a:off x="684213" y="465535"/>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 dirty="0">
                <a:latin typeface="Calibri"/>
                <a:ea typeface="Calibri"/>
                <a:cs typeface="Calibri"/>
                <a:sym typeface="Calibri"/>
              </a:rPr>
            </a:br>
            <a:r>
              <a:rPr lang="en" sz="4000" dirty="0">
                <a:latin typeface="Arial"/>
                <a:ea typeface="Arial"/>
                <a:cs typeface="Arial"/>
                <a:sym typeface="Arial"/>
              </a:rPr>
              <a:t>The different types of trust</a:t>
            </a:r>
            <a:br>
              <a:rPr lang="en" i="1" dirty="0">
                <a:latin typeface="Calibri"/>
                <a:ea typeface="Calibri"/>
                <a:cs typeface="Calibri"/>
                <a:sym typeface="Calibri"/>
              </a:rPr>
            </a:br>
            <a:endParaRPr dirty="0">
              <a:latin typeface="Calibri"/>
              <a:ea typeface="Calibri"/>
              <a:cs typeface="Calibri"/>
              <a:sym typeface="Calibri"/>
            </a:endParaRPr>
          </a:p>
        </p:txBody>
      </p:sp>
      <p:graphicFrame>
        <p:nvGraphicFramePr>
          <p:cNvPr id="2" name="Content Placeholder 4">
            <a:extLst>
              <a:ext uri="{FF2B5EF4-FFF2-40B4-BE49-F238E27FC236}">
                <a16:creationId xmlns:a16="http://schemas.microsoft.com/office/drawing/2014/main" id="{00AAB825-2230-C3B9-EDDB-1AB4FFADC500}"/>
              </a:ext>
            </a:extLst>
          </p:cNvPr>
          <p:cNvGraphicFramePr>
            <a:graphicFrameLocks/>
          </p:cNvGraphicFramePr>
          <p:nvPr>
            <p:extLst>
              <p:ext uri="{D42A27DB-BD31-4B8C-83A1-F6EECF244321}">
                <p14:modId xmlns:p14="http://schemas.microsoft.com/office/powerpoint/2010/main" val="477889531"/>
              </p:ext>
            </p:extLst>
          </p:nvPr>
        </p:nvGraphicFramePr>
        <p:xfrm>
          <a:off x="1108809" y="1124423"/>
          <a:ext cx="6264696" cy="33483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5183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684213" y="465535"/>
            <a:ext cx="77724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 dirty="0">
                <a:latin typeface="Calibri"/>
                <a:ea typeface="Calibri"/>
                <a:cs typeface="Calibri"/>
                <a:sym typeface="Calibri"/>
              </a:rPr>
            </a:br>
            <a:r>
              <a:rPr lang="en" dirty="0">
                <a:latin typeface="Arial"/>
                <a:ea typeface="Arial"/>
                <a:cs typeface="Arial"/>
                <a:sym typeface="Arial"/>
              </a:rPr>
              <a:t>This week</a:t>
            </a:r>
            <a:br>
              <a:rPr lang="en" dirty="0">
                <a:latin typeface="Calibri"/>
                <a:ea typeface="Calibri"/>
                <a:cs typeface="Calibri"/>
                <a:sym typeface="Calibri"/>
              </a:rPr>
            </a:br>
            <a:br>
              <a:rPr lang="en" i="1" dirty="0">
                <a:latin typeface="Calibri"/>
                <a:ea typeface="Calibri"/>
                <a:cs typeface="Calibri"/>
                <a:sym typeface="Calibri"/>
              </a:rPr>
            </a:br>
            <a:endParaRPr dirty="0">
              <a:latin typeface="Calibri"/>
              <a:ea typeface="Calibri"/>
              <a:cs typeface="Calibri"/>
              <a:sym typeface="Calibri"/>
            </a:endParaRPr>
          </a:p>
        </p:txBody>
      </p:sp>
      <p:sp>
        <p:nvSpPr>
          <p:cNvPr id="167" name="Google Shape;167;p29"/>
          <p:cNvSpPr txBox="1">
            <a:spLocks noGrp="1"/>
          </p:cNvSpPr>
          <p:nvPr>
            <p:ph type="body" idx="1"/>
          </p:nvPr>
        </p:nvSpPr>
        <p:spPr>
          <a:xfrm>
            <a:off x="651777" y="1322775"/>
            <a:ext cx="5192400" cy="2921700"/>
          </a:xfrm>
          <a:prstGeom prst="rect">
            <a:avLst/>
          </a:prstGeom>
          <a:noFill/>
          <a:ln>
            <a:noFill/>
          </a:ln>
        </p:spPr>
        <p:txBody>
          <a:bodyPr spcFirstLastPara="1" wrap="square" lIns="91425" tIns="45700" rIns="91425" bIns="45700" anchor="t" anchorCtr="0">
            <a:noAutofit/>
          </a:bodyPr>
          <a:lstStyle/>
          <a:p>
            <a:pPr marL="0" lvl="0" indent="0" algn="l" rtl="0">
              <a:spcBef>
                <a:spcPts val="480"/>
              </a:spcBef>
              <a:spcAft>
                <a:spcPts val="0"/>
              </a:spcAft>
              <a:buNone/>
            </a:pPr>
            <a:r>
              <a:rPr lang="en" sz="2400" dirty="0"/>
              <a:t>This week, we will introduce a new type of trust, the resulting trust. </a:t>
            </a:r>
            <a:endParaRPr dirty="0"/>
          </a:p>
        </p:txBody>
      </p:sp>
      <p:sp>
        <p:nvSpPr>
          <p:cNvPr id="168" name="Google Shape;168;p29"/>
          <p:cNvSpPr txBox="1"/>
          <p:nvPr/>
        </p:nvSpPr>
        <p:spPr>
          <a:xfrm>
            <a:off x="2741800" y="2475076"/>
            <a:ext cx="2399700" cy="1769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i="0" u="none" strike="noStrike" cap="none">
                <a:solidFill>
                  <a:schemeClr val="dk1"/>
                </a:solidFill>
                <a:latin typeface="Arial"/>
                <a:ea typeface="Arial"/>
                <a:cs typeface="Arial"/>
                <a:sym typeface="Arial"/>
              </a:rPr>
              <a:t>Trusts:</a:t>
            </a:r>
            <a:endParaRPr>
              <a:solidFill>
                <a:schemeClr val="dk1"/>
              </a:solidFill>
            </a:endParaRPr>
          </a:p>
          <a:p>
            <a:pPr marL="342900" marR="0" lvl="0" indent="-342900" algn="l" rtl="0">
              <a:spcBef>
                <a:spcPts val="480"/>
              </a:spcBef>
              <a:spcAft>
                <a:spcPts val="0"/>
              </a:spcAft>
              <a:buClr>
                <a:schemeClr val="dk1"/>
              </a:buClr>
              <a:buSzPts val="2400"/>
              <a:buFont typeface="Arial"/>
              <a:buChar char="•"/>
            </a:pPr>
            <a:r>
              <a:rPr lang="en" sz="2400" b="1" i="0" u="none" strike="noStrike" cap="none">
                <a:solidFill>
                  <a:schemeClr val="dk1"/>
                </a:solidFill>
                <a:latin typeface="Arial"/>
                <a:ea typeface="Arial"/>
                <a:cs typeface="Arial"/>
                <a:sym typeface="Arial"/>
              </a:rPr>
              <a:t>Express</a:t>
            </a:r>
            <a:endParaRPr>
              <a:solidFill>
                <a:schemeClr val="dk1"/>
              </a:solidFill>
            </a:endParaRPr>
          </a:p>
          <a:p>
            <a:pPr marL="342900" marR="0" lvl="0" indent="-342900" algn="l" rtl="0">
              <a:spcBef>
                <a:spcPts val="480"/>
              </a:spcBef>
              <a:spcAft>
                <a:spcPts val="0"/>
              </a:spcAft>
              <a:buClr>
                <a:srgbClr val="00B050"/>
              </a:buClr>
              <a:buSzPts val="2400"/>
              <a:buFont typeface="Arial"/>
              <a:buChar char="•"/>
            </a:pPr>
            <a:r>
              <a:rPr lang="en" sz="2400" b="1" i="0" u="none" strike="noStrike" cap="none">
                <a:solidFill>
                  <a:srgbClr val="00B050"/>
                </a:solidFill>
                <a:latin typeface="Arial"/>
                <a:ea typeface="Arial"/>
                <a:cs typeface="Arial"/>
                <a:sym typeface="Arial"/>
              </a:rPr>
              <a:t>Resulting</a:t>
            </a:r>
            <a:endParaRPr>
              <a:solidFill>
                <a:srgbClr val="00B050"/>
              </a:solidFill>
            </a:endParaRPr>
          </a:p>
          <a:p>
            <a:pPr marL="342900" marR="0" lvl="0" indent="-342900" algn="l" rtl="0">
              <a:spcBef>
                <a:spcPts val="480"/>
              </a:spcBef>
              <a:spcAft>
                <a:spcPts val="0"/>
              </a:spcAft>
              <a:buClr>
                <a:schemeClr val="dk1"/>
              </a:buClr>
              <a:buSzPts val="2400"/>
              <a:buFont typeface="Arial"/>
              <a:buChar char="•"/>
            </a:pPr>
            <a:r>
              <a:rPr lang="en" sz="2400" b="1" i="0" u="none" strike="noStrike" cap="none">
                <a:solidFill>
                  <a:schemeClr val="dk1"/>
                </a:solidFill>
                <a:latin typeface="Arial"/>
                <a:ea typeface="Arial"/>
                <a:cs typeface="Arial"/>
                <a:sym typeface="Arial"/>
              </a:rPr>
              <a:t>Constructive</a:t>
            </a:r>
            <a:endParaRPr sz="2400" b="0" i="0" u="none" strike="noStrike" cap="none">
              <a:solidFill>
                <a:schemeClr val="dk1"/>
              </a:solidFill>
              <a:latin typeface="Arial"/>
              <a:ea typeface="Arial"/>
              <a:cs typeface="Arial"/>
              <a:sym typeface="Arial"/>
            </a:endParaRPr>
          </a:p>
        </p:txBody>
      </p:sp>
      <p:pic>
        <p:nvPicPr>
          <p:cNvPr id="169" name="Google Shape;169;p29"/>
          <p:cNvPicPr preferRelativeResize="0"/>
          <p:nvPr/>
        </p:nvPicPr>
        <p:blipFill>
          <a:blip r:embed="rId3">
            <a:alphaModFix/>
          </a:blip>
          <a:stretch>
            <a:fillRect/>
          </a:stretch>
        </p:blipFill>
        <p:spPr>
          <a:xfrm>
            <a:off x="6711352" y="465526"/>
            <a:ext cx="1981200" cy="2314575"/>
          </a:xfrm>
          <a:prstGeom prst="rect">
            <a:avLst/>
          </a:prstGeom>
          <a:noFill/>
          <a:ln>
            <a:noFill/>
          </a:ln>
        </p:spPr>
      </p:pic>
      <p:sp>
        <p:nvSpPr>
          <p:cNvPr id="4" name="TextBox 3">
            <a:extLst>
              <a:ext uri="{FF2B5EF4-FFF2-40B4-BE49-F238E27FC236}">
                <a16:creationId xmlns:a16="http://schemas.microsoft.com/office/drawing/2014/main" id="{EEF539C0-44E4-19D1-4C8F-B5C0213E4766}"/>
              </a:ext>
            </a:extLst>
          </p:cNvPr>
          <p:cNvSpPr txBox="1"/>
          <p:nvPr/>
        </p:nvSpPr>
        <p:spPr>
          <a:xfrm>
            <a:off x="5725268" y="3592847"/>
            <a:ext cx="1006609" cy="523220"/>
          </a:xfrm>
          <a:prstGeom prst="rect">
            <a:avLst/>
          </a:prstGeom>
          <a:noFill/>
        </p:spPr>
        <p:txBody>
          <a:bodyPr wrap="square" rtlCol="0">
            <a:spAutoFit/>
          </a:bodyPr>
          <a:lstStyle/>
          <a:p>
            <a:r>
              <a:rPr lang="en-GB" dirty="0">
                <a:solidFill>
                  <a:srgbClr val="FF0000"/>
                </a:solidFill>
              </a:rPr>
              <a:t>Implied</a:t>
            </a:r>
            <a:r>
              <a:rPr lang="en-GB" dirty="0"/>
              <a:t> </a:t>
            </a:r>
            <a:r>
              <a:rPr lang="en-GB" dirty="0">
                <a:solidFill>
                  <a:srgbClr val="FF0000"/>
                </a:solidFill>
              </a:rPr>
              <a:t>trusts</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86E4CF5B-20BD-FA77-9505-B294F694E2FD}"/>
                  </a:ext>
                </a:extLst>
              </p14:cNvPr>
              <p14:cNvContentPartPr/>
              <p14:nvPr/>
            </p14:nvContentPartPr>
            <p14:xfrm>
              <a:off x="5267784" y="3469977"/>
              <a:ext cx="331200" cy="768960"/>
            </p14:xfrm>
          </p:contentPart>
        </mc:Choice>
        <mc:Fallback xmlns="">
          <p:pic>
            <p:nvPicPr>
              <p:cNvPr id="5" name="Ink 4">
                <a:extLst>
                  <a:ext uri="{FF2B5EF4-FFF2-40B4-BE49-F238E27FC236}">
                    <a16:creationId xmlns:a16="http://schemas.microsoft.com/office/drawing/2014/main" id="{86E4CF5B-20BD-FA77-9505-B294F694E2FD}"/>
                  </a:ext>
                </a:extLst>
              </p:cNvPr>
              <p:cNvPicPr/>
              <p:nvPr/>
            </p:nvPicPr>
            <p:blipFill>
              <a:blip r:embed="rId5"/>
              <a:stretch>
                <a:fillRect/>
              </a:stretch>
            </p:blipFill>
            <p:spPr>
              <a:xfrm>
                <a:off x="5258784" y="3461337"/>
                <a:ext cx="348840" cy="7866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460AA-05B1-A6FC-4568-7FED9D4AB671}"/>
              </a:ext>
            </a:extLst>
          </p:cNvPr>
          <p:cNvSpPr>
            <a:spLocks noGrp="1"/>
          </p:cNvSpPr>
          <p:nvPr>
            <p:ph type="title"/>
          </p:nvPr>
        </p:nvSpPr>
        <p:spPr/>
        <p:txBody>
          <a:bodyPr/>
          <a:lstStyle/>
          <a:p>
            <a:r>
              <a:rPr lang="en-US" dirty="0">
                <a:latin typeface="Arial"/>
                <a:cs typeface="Arial"/>
              </a:rPr>
              <a:t>Terminology</a:t>
            </a:r>
          </a:p>
        </p:txBody>
      </p:sp>
      <p:sp>
        <p:nvSpPr>
          <p:cNvPr id="3" name="Text Placeholder 2">
            <a:extLst>
              <a:ext uri="{FF2B5EF4-FFF2-40B4-BE49-F238E27FC236}">
                <a16:creationId xmlns:a16="http://schemas.microsoft.com/office/drawing/2014/main" id="{025E0185-5086-F5B8-E0A1-14470319F9A0}"/>
              </a:ext>
            </a:extLst>
          </p:cNvPr>
          <p:cNvSpPr>
            <a:spLocks noGrp="1"/>
          </p:cNvSpPr>
          <p:nvPr>
            <p:ph type="body" idx="1"/>
          </p:nvPr>
        </p:nvSpPr>
        <p:spPr>
          <a:xfrm>
            <a:off x="685800" y="1250840"/>
            <a:ext cx="7772400" cy="2862263"/>
          </a:xfrm>
        </p:spPr>
        <p:txBody>
          <a:bodyPr/>
          <a:lstStyle/>
          <a:p>
            <a:pPr marL="342900" indent="-342900">
              <a:spcBef>
                <a:spcPts val="400"/>
              </a:spcBef>
              <a:buClr>
                <a:schemeClr val="dk1"/>
              </a:buClr>
              <a:buSzPts val="2000"/>
              <a:buFont typeface="Arial"/>
              <a:buChar char="•"/>
            </a:pPr>
            <a:r>
              <a:rPr lang="en-US" sz="2000" dirty="0"/>
              <a:t>Remember s. 53(2) LPA 1925 (‘</a:t>
            </a:r>
            <a:r>
              <a:rPr lang="en-GB" sz="2000" dirty="0"/>
              <a:t>This section does not affect the creation or operation of</a:t>
            </a:r>
            <a:r>
              <a:rPr lang="en-GB" sz="2000" b="1" dirty="0"/>
              <a:t> resulting, </a:t>
            </a:r>
            <a:r>
              <a:rPr lang="en-GB" sz="2000" b="1" dirty="0">
                <a:solidFill>
                  <a:srgbClr val="FF0000"/>
                </a:solidFill>
              </a:rPr>
              <a:t>implied</a:t>
            </a:r>
            <a:r>
              <a:rPr lang="en-GB" sz="2000" b="1" dirty="0"/>
              <a:t> or constructive </a:t>
            </a:r>
            <a:r>
              <a:rPr lang="en-GB" sz="2000" dirty="0"/>
              <a:t>trusts’)?</a:t>
            </a:r>
          </a:p>
          <a:p>
            <a:pPr marL="342900" indent="-342900">
              <a:spcBef>
                <a:spcPts val="400"/>
              </a:spcBef>
              <a:buClr>
                <a:schemeClr val="dk1"/>
              </a:buClr>
              <a:buSzPts val="2000"/>
              <a:buFont typeface="Arial"/>
              <a:buChar char="•"/>
            </a:pPr>
            <a:r>
              <a:rPr lang="en-GB" sz="2000" dirty="0"/>
              <a:t>It is possible that there is a category of trust that is not express, resulting or constructive. An example might be an </a:t>
            </a:r>
            <a:r>
              <a:rPr lang="en-US" sz="2000" dirty="0"/>
              <a:t>'inferred' or 'precatory' trust.</a:t>
            </a:r>
          </a:p>
          <a:p>
            <a:pPr marL="342900" indent="-342900">
              <a:spcBef>
                <a:spcPts val="400"/>
              </a:spcBef>
              <a:buClr>
                <a:schemeClr val="dk1"/>
              </a:buClr>
              <a:buSzPts val="2000"/>
              <a:buFont typeface="Arial"/>
              <a:buChar char="•"/>
            </a:pPr>
            <a:r>
              <a:rPr lang="en-US" sz="2000" dirty="0"/>
              <a:t>However, s. 53(1) LPA 1925 does apply to inferred or precatory trusts, and there is no accepted definition of an ‘implied’ trust.</a:t>
            </a:r>
          </a:p>
          <a:p>
            <a:pPr marL="342900" indent="-342900">
              <a:spcBef>
                <a:spcPts val="400"/>
              </a:spcBef>
              <a:buClr>
                <a:schemeClr val="dk1"/>
              </a:buClr>
              <a:buSzPts val="2000"/>
              <a:buFont typeface="Arial"/>
              <a:buChar char="•"/>
            </a:pPr>
            <a:r>
              <a:rPr lang="en-US" sz="2000" dirty="0"/>
              <a:t>Note our more general usage of the term as simply referring to non-express trusts. </a:t>
            </a:r>
          </a:p>
          <a:p>
            <a:pPr marL="342900" indent="-342900">
              <a:spcBef>
                <a:spcPts val="400"/>
              </a:spcBef>
              <a:buClr>
                <a:schemeClr val="dk1"/>
              </a:buClr>
              <a:buSzPts val="2000"/>
              <a:buFont typeface="Arial"/>
              <a:buChar char="•"/>
            </a:pPr>
            <a:endParaRPr lang="en-GB" sz="2000" dirty="0"/>
          </a:p>
          <a:p>
            <a:endParaRPr lang="en-GB" dirty="0">
              <a:solidFill>
                <a:srgbClr val="1E1E1E"/>
              </a:solidFill>
              <a:latin typeface="arial" panose="020B0604020202020204" pitchFamily="34" charset="0"/>
            </a:endParaRPr>
          </a:p>
        </p:txBody>
      </p:sp>
    </p:spTree>
    <p:extLst>
      <p:ext uri="{BB962C8B-B14F-4D97-AF65-F5344CB8AC3E}">
        <p14:creationId xmlns:p14="http://schemas.microsoft.com/office/powerpoint/2010/main" val="2427267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resulting trust</a:t>
            </a:r>
            <a:endParaRPr/>
          </a:p>
        </p:txBody>
      </p:sp>
      <p:sp>
        <p:nvSpPr>
          <p:cNvPr id="175" name="Google Shape;175;p30"/>
          <p:cNvSpPr txBox="1"/>
          <p:nvPr/>
        </p:nvSpPr>
        <p:spPr>
          <a:xfrm>
            <a:off x="664950" y="1314450"/>
            <a:ext cx="6076200" cy="3086400"/>
          </a:xfrm>
          <a:prstGeom prst="rect">
            <a:avLst/>
          </a:prstGeom>
          <a:noFill/>
          <a:ln>
            <a:noFill/>
          </a:ln>
        </p:spPr>
        <p:txBody>
          <a:bodyPr spcFirstLastPara="1" wrap="square" lIns="91425" tIns="45700" rIns="91425" bIns="45700" anchor="t" anchorCtr="0">
            <a:noAutofit/>
          </a:bodyPr>
          <a:lstStyle/>
          <a:p>
            <a:pPr marL="0" marR="0" lvl="0" indent="0" algn="l" rtl="0">
              <a:spcBef>
                <a:spcPts val="400"/>
              </a:spcBef>
              <a:spcAft>
                <a:spcPts val="0"/>
              </a:spcAft>
              <a:buNone/>
            </a:pPr>
            <a:endParaRPr sz="900" dirty="0"/>
          </a:p>
          <a:p>
            <a:pPr marL="342900" marR="0" lvl="0" indent="-342900" algn="l" rtl="0">
              <a:spcBef>
                <a:spcPts val="400"/>
              </a:spcBef>
              <a:spcAft>
                <a:spcPts val="0"/>
              </a:spcAft>
              <a:buClr>
                <a:schemeClr val="dk1"/>
              </a:buClr>
              <a:buSzPts val="2000"/>
              <a:buFont typeface="Arial"/>
              <a:buChar char="•"/>
            </a:pPr>
            <a:r>
              <a:rPr lang="en" sz="2000" dirty="0">
                <a:solidFill>
                  <a:schemeClr val="dk1"/>
                </a:solidFill>
              </a:rPr>
              <a:t>A failure of disposition</a:t>
            </a:r>
            <a:endParaRPr sz="2000" dirty="0">
              <a:solidFill>
                <a:schemeClr val="dk1"/>
              </a:solidFill>
            </a:endParaRPr>
          </a:p>
          <a:p>
            <a:pPr marL="342900" marR="0" lvl="0" indent="-342900" algn="l" rtl="0">
              <a:spcBef>
                <a:spcPts val="400"/>
              </a:spcBef>
              <a:spcAft>
                <a:spcPts val="0"/>
              </a:spcAft>
              <a:buClr>
                <a:schemeClr val="dk1"/>
              </a:buClr>
              <a:buSzPts val="2000"/>
              <a:buChar char="•"/>
            </a:pPr>
            <a:r>
              <a:rPr lang="en" sz="2000" dirty="0">
                <a:solidFill>
                  <a:schemeClr val="dk1"/>
                </a:solidFill>
              </a:rPr>
              <a:t>Latin </a:t>
            </a:r>
            <a:r>
              <a:rPr lang="en" sz="2000" i="1" dirty="0">
                <a:solidFill>
                  <a:schemeClr val="dk1"/>
                </a:solidFill>
              </a:rPr>
              <a:t>saltare</a:t>
            </a:r>
            <a:r>
              <a:rPr lang="en" sz="2000" dirty="0">
                <a:solidFill>
                  <a:schemeClr val="dk1"/>
                </a:solidFill>
              </a:rPr>
              <a:t> or </a:t>
            </a:r>
            <a:r>
              <a:rPr lang="en" sz="2000" i="1" dirty="0">
                <a:solidFill>
                  <a:schemeClr val="dk1"/>
                </a:solidFill>
              </a:rPr>
              <a:t>resalire</a:t>
            </a:r>
            <a:r>
              <a:rPr lang="en" sz="2000" dirty="0">
                <a:solidFill>
                  <a:schemeClr val="dk1"/>
                </a:solidFill>
              </a:rPr>
              <a:t>, to ‘jump back’</a:t>
            </a:r>
            <a:endParaRPr sz="2000" dirty="0">
              <a:solidFill>
                <a:schemeClr val="dk1"/>
              </a:solidFill>
            </a:endParaRPr>
          </a:p>
          <a:p>
            <a:pPr marL="342900" marR="0" lvl="0" indent="-342900" algn="l" rtl="0">
              <a:spcBef>
                <a:spcPts val="400"/>
              </a:spcBef>
              <a:spcAft>
                <a:spcPts val="0"/>
              </a:spcAft>
              <a:buClr>
                <a:schemeClr val="dk1"/>
              </a:buClr>
              <a:buSzPts val="2000"/>
              <a:buFont typeface="Arial"/>
              <a:buChar char="•"/>
            </a:pPr>
            <a:r>
              <a:rPr lang="en" sz="2000" dirty="0">
                <a:solidFill>
                  <a:schemeClr val="dk1"/>
                </a:solidFill>
              </a:rPr>
              <a:t>Differing academic views on underlying theory</a:t>
            </a:r>
            <a:endParaRPr sz="2000" dirty="0">
              <a:solidFill>
                <a:schemeClr val="dk1"/>
              </a:solidFill>
            </a:endParaRPr>
          </a:p>
          <a:p>
            <a:pPr marL="342900" marR="0" lvl="0" indent="-342900" algn="l" rtl="0">
              <a:spcBef>
                <a:spcPts val="400"/>
              </a:spcBef>
              <a:spcAft>
                <a:spcPts val="0"/>
              </a:spcAft>
              <a:buClr>
                <a:schemeClr val="dk1"/>
              </a:buClr>
              <a:buSzPts val="2000"/>
              <a:buFont typeface="Arial"/>
              <a:buChar char="•"/>
            </a:pPr>
            <a:r>
              <a:rPr lang="en" sz="2000" dirty="0">
                <a:solidFill>
                  <a:schemeClr val="dk1"/>
                </a:solidFill>
              </a:rPr>
              <a:t>Never expressly created in these terms</a:t>
            </a:r>
            <a:endParaRPr sz="2000" dirty="0">
              <a:solidFill>
                <a:schemeClr val="dk1"/>
              </a:solidFill>
            </a:endParaRPr>
          </a:p>
          <a:p>
            <a:pPr marL="342900" marR="0" lvl="0" indent="-342900" algn="l" rtl="0">
              <a:spcBef>
                <a:spcPts val="400"/>
              </a:spcBef>
              <a:spcAft>
                <a:spcPts val="0"/>
              </a:spcAft>
              <a:buClr>
                <a:schemeClr val="dk1"/>
              </a:buClr>
              <a:buSzPts val="2000"/>
              <a:buChar char="•"/>
            </a:pPr>
            <a:r>
              <a:rPr lang="en" sz="2000" dirty="0">
                <a:solidFill>
                  <a:schemeClr val="dk1"/>
                </a:solidFill>
              </a:rPr>
              <a:t>Said to arise by operation of law</a:t>
            </a:r>
            <a:endParaRPr sz="2000" dirty="0">
              <a:solidFill>
                <a:schemeClr val="dk1"/>
              </a:solidFill>
            </a:endParaRPr>
          </a:p>
          <a:p>
            <a:pPr marL="342900" marR="0" lvl="0" indent="-342900" algn="l" rtl="0">
              <a:spcBef>
                <a:spcPts val="400"/>
              </a:spcBef>
              <a:spcAft>
                <a:spcPts val="0"/>
              </a:spcAft>
              <a:buClr>
                <a:schemeClr val="dk1"/>
              </a:buClr>
              <a:buSzPts val="2000"/>
              <a:buFont typeface="Arial"/>
              <a:buChar char="•"/>
            </a:pPr>
            <a:r>
              <a:rPr lang="en" sz="2000" dirty="0">
                <a:solidFill>
                  <a:schemeClr val="dk1"/>
                </a:solidFill>
              </a:rPr>
              <a:t>Two categories:</a:t>
            </a:r>
            <a:r>
              <a:rPr lang="en" sz="2000" b="0" i="0" u="none" strike="noStrike" cap="none" dirty="0">
                <a:solidFill>
                  <a:schemeClr val="dk1"/>
                </a:solidFill>
                <a:latin typeface="Arial"/>
                <a:ea typeface="Arial"/>
                <a:cs typeface="Arial"/>
                <a:sym typeface="Arial"/>
              </a:rPr>
              <a:t> automatic and presumed resulting trusts</a:t>
            </a:r>
            <a:endParaRPr sz="2000" b="0" i="0" u="none" strike="noStrike" cap="none" dirty="0">
              <a:solidFill>
                <a:schemeClr val="dk1"/>
              </a:solidFill>
              <a:latin typeface="Arial"/>
              <a:ea typeface="Arial"/>
              <a:cs typeface="Arial"/>
              <a:sym typeface="Arial"/>
            </a:endParaRPr>
          </a:p>
          <a:p>
            <a:pPr marL="457200" marR="0" lvl="1" indent="0" algn="l" rtl="0">
              <a:spcBef>
                <a:spcPts val="480"/>
              </a:spcBef>
              <a:spcAft>
                <a:spcPts val="0"/>
              </a:spcAft>
              <a:buNone/>
            </a:pPr>
            <a:endParaRPr sz="2400" b="0" i="0" u="none" strike="noStrike" cap="none" dirty="0">
              <a:solidFill>
                <a:schemeClr val="dk1"/>
              </a:solidFill>
              <a:latin typeface="Arial"/>
              <a:ea typeface="Arial"/>
              <a:cs typeface="Arial"/>
              <a:sym typeface="Arial"/>
            </a:endParaRPr>
          </a:p>
        </p:txBody>
      </p:sp>
      <p:pic>
        <p:nvPicPr>
          <p:cNvPr id="176" name="Google Shape;176;p30"/>
          <p:cNvPicPr preferRelativeResize="0"/>
          <p:nvPr/>
        </p:nvPicPr>
        <p:blipFill rotWithShape="1">
          <a:blip r:embed="rId3">
            <a:alphaModFix/>
          </a:blip>
          <a:srcRect/>
          <a:stretch/>
        </p:blipFill>
        <p:spPr>
          <a:xfrm>
            <a:off x="6097825" y="224625"/>
            <a:ext cx="2825050" cy="1877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automatic resulting trust</a:t>
            </a:r>
            <a:endParaRPr/>
          </a:p>
        </p:txBody>
      </p:sp>
      <p:pic>
        <p:nvPicPr>
          <p:cNvPr id="183" name="Google Shape;183;p31"/>
          <p:cNvPicPr preferRelativeResize="0"/>
          <p:nvPr/>
        </p:nvPicPr>
        <p:blipFill rotWithShape="1">
          <a:blip r:embed="rId3">
            <a:alphaModFix/>
          </a:blip>
          <a:srcRect/>
          <a:stretch/>
        </p:blipFill>
        <p:spPr>
          <a:xfrm>
            <a:off x="6239771" y="1997457"/>
            <a:ext cx="2553850" cy="1845551"/>
          </a:xfrm>
          <a:prstGeom prst="rect">
            <a:avLst/>
          </a:prstGeom>
          <a:noFill/>
          <a:ln>
            <a:noFill/>
          </a:ln>
        </p:spPr>
      </p:pic>
      <p:sp>
        <p:nvSpPr>
          <p:cNvPr id="184" name="Google Shape;184;p31"/>
          <p:cNvSpPr txBox="1"/>
          <p:nvPr/>
        </p:nvSpPr>
        <p:spPr>
          <a:xfrm>
            <a:off x="685800" y="1487875"/>
            <a:ext cx="5747100" cy="286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2000" b="1" i="0" u="none" strike="noStrike" cap="none">
                <a:solidFill>
                  <a:schemeClr val="dk1"/>
                </a:solidFill>
                <a:latin typeface="Arial"/>
                <a:ea typeface="Arial"/>
                <a:cs typeface="Arial"/>
                <a:sym typeface="Arial"/>
              </a:rPr>
              <a:t>Failed trusts </a:t>
            </a:r>
            <a:r>
              <a:rPr lang="en" sz="2000" b="0" i="0" u="none" strike="noStrike" cap="none">
                <a:solidFill>
                  <a:schemeClr val="dk1"/>
                </a:solidFill>
                <a:latin typeface="Arial"/>
                <a:ea typeface="Arial"/>
                <a:cs typeface="Arial"/>
                <a:sym typeface="Arial"/>
              </a:rPr>
              <a:t>– but not where there is a lack of</a:t>
            </a:r>
            <a:r>
              <a:rPr lang="en" sz="2000">
                <a:solidFill>
                  <a:schemeClr val="dk1"/>
                </a:solidFill>
              </a:rPr>
              <a:t> i</a:t>
            </a:r>
            <a:r>
              <a:rPr lang="en" sz="2000" b="0" i="0" u="none" strike="noStrike" cap="none">
                <a:solidFill>
                  <a:schemeClr val="dk1"/>
                </a:solidFill>
                <a:latin typeface="Arial"/>
                <a:ea typeface="Arial"/>
                <a:cs typeface="Arial"/>
                <a:sym typeface="Arial"/>
              </a:rPr>
              <a:t>ntention.</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400"/>
              </a:spcBef>
              <a:spcAft>
                <a:spcPts val="0"/>
              </a:spcAft>
              <a:buNone/>
            </a:pPr>
            <a:endParaRPr sz="2000">
              <a:solidFill>
                <a:schemeClr val="dk1"/>
              </a:solidFill>
            </a:endParaRPr>
          </a:p>
          <a:p>
            <a:pPr marL="0" marR="0" lvl="0" indent="0" algn="l" rtl="0">
              <a:lnSpc>
                <a:spcPct val="100000"/>
              </a:lnSpc>
              <a:spcBef>
                <a:spcPts val="400"/>
              </a:spcBef>
              <a:spcAft>
                <a:spcPts val="0"/>
              </a:spcAft>
              <a:buNone/>
            </a:pPr>
            <a:r>
              <a:rPr lang="en" sz="2000" b="1" i="0" u="none" strike="noStrike" cap="none">
                <a:solidFill>
                  <a:schemeClr val="dk1"/>
                </a:solidFill>
                <a:latin typeface="Arial"/>
                <a:ea typeface="Arial"/>
                <a:cs typeface="Arial"/>
                <a:sym typeface="Arial"/>
              </a:rPr>
              <a:t>Surplus cases</a:t>
            </a:r>
            <a:endParaRPr sz="2000" b="0" i="0" u="none" strike="noStrike" cap="none">
              <a:solidFill>
                <a:schemeClr val="dk1"/>
              </a:solidFill>
              <a:latin typeface="Arial"/>
              <a:ea typeface="Arial"/>
              <a:cs typeface="Arial"/>
              <a:sym typeface="Arial"/>
            </a:endParaRPr>
          </a:p>
          <a:p>
            <a:pPr marL="285750" marR="0" lvl="0" indent="-285750" algn="l" rtl="0">
              <a:lnSpc>
                <a:spcPct val="100000"/>
              </a:lnSpc>
              <a:spcBef>
                <a:spcPts val="360"/>
              </a:spcBef>
              <a:spcAft>
                <a:spcPts val="0"/>
              </a:spcAft>
              <a:buClr>
                <a:schemeClr val="dk1"/>
              </a:buClr>
              <a:buSzPts val="1800"/>
              <a:buFont typeface="Arial"/>
              <a:buChar char="•"/>
            </a:pPr>
            <a:r>
              <a:rPr lang="en" sz="1800" b="0" i="1" u="sng" strike="noStrike" cap="none">
                <a:solidFill>
                  <a:schemeClr val="dk1"/>
                </a:solidFill>
                <a:latin typeface="Arial"/>
                <a:ea typeface="Arial"/>
                <a:cs typeface="Arial"/>
                <a:sym typeface="Arial"/>
              </a:rPr>
              <a:t>Re Gillingham Bus Disaster Fund </a:t>
            </a:r>
            <a:r>
              <a:rPr lang="en" sz="1800" b="0" i="0" u="sng" strike="noStrike" cap="none">
                <a:solidFill>
                  <a:schemeClr val="dk1"/>
                </a:solidFill>
                <a:latin typeface="Arial"/>
                <a:ea typeface="Arial"/>
                <a:cs typeface="Arial"/>
                <a:sym typeface="Arial"/>
              </a:rPr>
              <a:t>[1958] Ch 300</a:t>
            </a:r>
            <a:endParaRPr sz="1800">
              <a:solidFill>
                <a:schemeClr val="dk1"/>
              </a:solidFill>
            </a:endParaRPr>
          </a:p>
          <a:p>
            <a:pPr marL="457200" marR="0" lvl="0" indent="0" algn="l" rtl="0">
              <a:lnSpc>
                <a:spcPct val="100000"/>
              </a:lnSpc>
              <a:spcBef>
                <a:spcPts val="360"/>
              </a:spcBef>
              <a:spcAft>
                <a:spcPts val="0"/>
              </a:spcAft>
              <a:buNone/>
            </a:pPr>
            <a:endParaRPr sz="1800" i="1" u="sng">
              <a:solidFill>
                <a:schemeClr val="dk1"/>
              </a:solidFill>
            </a:endParaRPr>
          </a:p>
          <a:p>
            <a:pPr marL="285750" marR="0" lvl="0" indent="-285750" algn="l" rtl="0">
              <a:lnSpc>
                <a:spcPct val="100000"/>
              </a:lnSpc>
              <a:spcBef>
                <a:spcPts val="360"/>
              </a:spcBef>
              <a:spcAft>
                <a:spcPts val="0"/>
              </a:spcAft>
              <a:buClr>
                <a:schemeClr val="dk1"/>
              </a:buClr>
              <a:buSzPts val="1800"/>
              <a:buFont typeface="Arial"/>
              <a:buChar char="•"/>
            </a:pPr>
            <a:r>
              <a:rPr lang="en" sz="1800" b="0" i="1" u="sng" strike="noStrike" cap="none">
                <a:solidFill>
                  <a:schemeClr val="dk1"/>
                </a:solidFill>
                <a:latin typeface="Arial"/>
                <a:ea typeface="Arial"/>
                <a:cs typeface="Arial"/>
                <a:sym typeface="Arial"/>
              </a:rPr>
              <a:t>Re West Sussex Constabulary’s Widow, Children and Benevolent (1930) Fund Trusts</a:t>
            </a:r>
            <a:r>
              <a:rPr lang="en" sz="1800" b="0" u="sng" strike="noStrike" cap="none">
                <a:solidFill>
                  <a:schemeClr val="dk1"/>
                </a:solidFill>
                <a:latin typeface="Arial"/>
                <a:ea typeface="Arial"/>
                <a:cs typeface="Arial"/>
                <a:sym typeface="Arial"/>
              </a:rPr>
              <a:t> [1971] Ch 1</a:t>
            </a:r>
            <a:endParaRPr sz="1800" b="0" u="sng" strike="noStrike" cap="none">
              <a:solidFill>
                <a:schemeClr val="dk1"/>
              </a:solidFill>
              <a:latin typeface="Arial"/>
              <a:ea typeface="Arial"/>
              <a:cs typeface="Arial"/>
              <a:sym typeface="Arial"/>
            </a:endParaRPr>
          </a:p>
          <a:p>
            <a:pPr marL="457200" marR="0" lvl="1" indent="0" algn="l" rtl="0">
              <a:spcBef>
                <a:spcPts val="480"/>
              </a:spcBef>
              <a:spcAft>
                <a:spcPts val="0"/>
              </a:spcAft>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2"/>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presumed resulting trust</a:t>
            </a:r>
            <a:endParaRPr/>
          </a:p>
        </p:txBody>
      </p:sp>
      <p:cxnSp>
        <p:nvCxnSpPr>
          <p:cNvPr id="190" name="Google Shape;190;p32"/>
          <p:cNvCxnSpPr/>
          <p:nvPr/>
        </p:nvCxnSpPr>
        <p:spPr>
          <a:xfrm>
            <a:off x="1456295" y="2314546"/>
            <a:ext cx="1224136" cy="0"/>
          </a:xfrm>
          <a:prstGeom prst="straightConnector1">
            <a:avLst/>
          </a:prstGeom>
          <a:solidFill>
            <a:schemeClr val="accent1"/>
          </a:solidFill>
          <a:ln w="19050" cap="flat" cmpd="sng">
            <a:solidFill>
              <a:schemeClr val="dk1"/>
            </a:solidFill>
            <a:prstDash val="solid"/>
            <a:round/>
            <a:headEnd type="none" w="sm" len="sm"/>
            <a:tailEnd type="stealth" w="med" len="med"/>
          </a:ln>
        </p:spPr>
      </p:cxnSp>
      <p:sp>
        <p:nvSpPr>
          <p:cNvPr id="191" name="Google Shape;191;p32"/>
          <p:cNvSpPr txBox="1"/>
          <p:nvPr/>
        </p:nvSpPr>
        <p:spPr>
          <a:xfrm>
            <a:off x="1435854" y="1989853"/>
            <a:ext cx="1944216" cy="2308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0" i="0" u="none" strike="noStrike" cap="none">
                <a:solidFill>
                  <a:schemeClr val="dk1"/>
                </a:solidFill>
                <a:latin typeface="Arial"/>
                <a:ea typeface="Arial"/>
                <a:cs typeface="Arial"/>
                <a:sym typeface="Arial"/>
              </a:rPr>
              <a:t>Transfers to</a:t>
            </a:r>
            <a:endParaRPr/>
          </a:p>
        </p:txBody>
      </p:sp>
      <p:sp>
        <p:nvSpPr>
          <p:cNvPr id="192" name="Google Shape;192;p32"/>
          <p:cNvSpPr txBox="1"/>
          <p:nvPr/>
        </p:nvSpPr>
        <p:spPr>
          <a:xfrm>
            <a:off x="3268675" y="2314550"/>
            <a:ext cx="1881600" cy="954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Outright gift? </a:t>
            </a:r>
            <a:endParaRPr/>
          </a:p>
          <a:p>
            <a:pPr marL="457200" marR="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Gift on trust?</a:t>
            </a:r>
            <a:endParaRPr>
              <a:solidFill>
                <a:schemeClr val="dk1"/>
              </a:solidFill>
            </a:endParaRPr>
          </a:p>
          <a:p>
            <a:pPr marL="457200" marR="0" lvl="0" indent="-317500" algn="l" rtl="0">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Contract? </a:t>
            </a:r>
            <a:endParaRPr/>
          </a:p>
          <a:p>
            <a:pPr marL="0" marR="0" lvl="0" indent="457200" algn="l" rtl="0">
              <a:spcBef>
                <a:spcPts val="0"/>
              </a:spcBef>
              <a:spcAft>
                <a:spcPts val="0"/>
              </a:spcAft>
              <a:buNone/>
            </a:pPr>
            <a:r>
              <a:rPr lang="en" sz="1400">
                <a:solidFill>
                  <a:schemeClr val="dk1"/>
                </a:solidFill>
                <a:latin typeface="Arial"/>
                <a:ea typeface="Arial"/>
                <a:cs typeface="Arial"/>
                <a:sym typeface="Arial"/>
              </a:rPr>
              <a:t>If neither…</a:t>
            </a:r>
            <a:endParaRPr/>
          </a:p>
        </p:txBody>
      </p:sp>
      <p:sp>
        <p:nvSpPr>
          <p:cNvPr id="193" name="Google Shape;193;p32"/>
          <p:cNvSpPr txBox="1"/>
          <p:nvPr/>
        </p:nvSpPr>
        <p:spPr>
          <a:xfrm>
            <a:off x="1261648" y="3215900"/>
            <a:ext cx="1733793" cy="3924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a:solidFill>
                  <a:srgbClr val="FF0000"/>
                </a:solidFill>
                <a:latin typeface="Arial"/>
                <a:ea typeface="Arial"/>
                <a:cs typeface="Arial"/>
                <a:sym typeface="Arial"/>
              </a:rPr>
              <a:t>Held on resulting </a:t>
            </a:r>
            <a:endParaRPr/>
          </a:p>
          <a:p>
            <a:pPr marL="0" marR="0" lvl="0" indent="0" algn="l" rtl="0">
              <a:spcBef>
                <a:spcPts val="0"/>
              </a:spcBef>
              <a:spcAft>
                <a:spcPts val="0"/>
              </a:spcAft>
              <a:buNone/>
            </a:pPr>
            <a:r>
              <a:rPr lang="en" sz="1400" b="1">
                <a:solidFill>
                  <a:srgbClr val="FF0000"/>
                </a:solidFill>
                <a:latin typeface="Arial"/>
                <a:ea typeface="Arial"/>
                <a:cs typeface="Arial"/>
                <a:sym typeface="Arial"/>
              </a:rPr>
              <a:t>trust for</a:t>
            </a:r>
            <a:endParaRPr/>
          </a:p>
        </p:txBody>
      </p:sp>
      <p:sp>
        <p:nvSpPr>
          <p:cNvPr id="194" name="Google Shape;194;p32"/>
          <p:cNvSpPr txBox="1"/>
          <p:nvPr/>
        </p:nvSpPr>
        <p:spPr>
          <a:xfrm>
            <a:off x="722849" y="2141420"/>
            <a:ext cx="326225"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400">
                <a:solidFill>
                  <a:schemeClr val="dk1"/>
                </a:solidFill>
                <a:latin typeface="Arial"/>
                <a:ea typeface="Arial"/>
                <a:cs typeface="Arial"/>
                <a:sym typeface="Arial"/>
              </a:rPr>
              <a:t>X</a:t>
            </a:r>
            <a:endParaRPr/>
          </a:p>
        </p:txBody>
      </p:sp>
      <p:sp>
        <p:nvSpPr>
          <p:cNvPr id="195" name="Google Shape;195;p32"/>
          <p:cNvSpPr txBox="1"/>
          <p:nvPr/>
        </p:nvSpPr>
        <p:spPr>
          <a:xfrm>
            <a:off x="2832329" y="2141421"/>
            <a:ext cx="326225"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400">
                <a:solidFill>
                  <a:schemeClr val="dk1"/>
                </a:solidFill>
                <a:latin typeface="Arial"/>
                <a:ea typeface="Arial"/>
                <a:cs typeface="Arial"/>
                <a:sym typeface="Arial"/>
              </a:rPr>
              <a:t>Y</a:t>
            </a:r>
            <a:endParaRPr/>
          </a:p>
        </p:txBody>
      </p:sp>
      <p:pic>
        <p:nvPicPr>
          <p:cNvPr id="196" name="Google Shape;196;p32" descr="C:\Users\knwf93\AppData\Local\Microsoft\Windows\Temporary Internet Files\Content.IE5\A1AOPBTI\15685-illustration-of-a-red-cartoon-car-pv[1].png"/>
          <p:cNvPicPr preferRelativeResize="0"/>
          <p:nvPr/>
        </p:nvPicPr>
        <p:blipFill rotWithShape="1">
          <a:blip r:embed="rId3">
            <a:alphaModFix/>
          </a:blip>
          <a:srcRect/>
          <a:stretch/>
        </p:blipFill>
        <p:spPr>
          <a:xfrm>
            <a:off x="1534974" y="2270849"/>
            <a:ext cx="681540" cy="681540"/>
          </a:xfrm>
          <a:prstGeom prst="rect">
            <a:avLst/>
          </a:prstGeom>
          <a:noFill/>
          <a:ln>
            <a:noFill/>
          </a:ln>
        </p:spPr>
      </p:pic>
      <p:cxnSp>
        <p:nvCxnSpPr>
          <p:cNvPr id="197" name="Google Shape;197;p32"/>
          <p:cNvCxnSpPr/>
          <p:nvPr/>
        </p:nvCxnSpPr>
        <p:spPr>
          <a:xfrm rot="10800000">
            <a:off x="925364" y="2891286"/>
            <a:ext cx="2181900" cy="202500"/>
          </a:xfrm>
          <a:prstGeom prst="bentConnector2">
            <a:avLst/>
          </a:prstGeom>
          <a:solidFill>
            <a:schemeClr val="accent1"/>
          </a:solidFill>
          <a:ln w="28575" cap="flat" cmpd="sng">
            <a:solidFill>
              <a:srgbClr val="FF0000"/>
            </a:solidFill>
            <a:prstDash val="solid"/>
            <a:round/>
            <a:headEnd type="none" w="sm" len="sm"/>
            <a:tailEnd type="stealth" w="med" len="med"/>
          </a:ln>
        </p:spPr>
      </p:cxnSp>
      <p:cxnSp>
        <p:nvCxnSpPr>
          <p:cNvPr id="198" name="Google Shape;198;p32"/>
          <p:cNvCxnSpPr/>
          <p:nvPr/>
        </p:nvCxnSpPr>
        <p:spPr>
          <a:xfrm>
            <a:off x="5791470" y="2275826"/>
            <a:ext cx="1224136" cy="0"/>
          </a:xfrm>
          <a:prstGeom prst="straightConnector1">
            <a:avLst/>
          </a:prstGeom>
          <a:solidFill>
            <a:schemeClr val="accent1"/>
          </a:solidFill>
          <a:ln w="19050" cap="flat" cmpd="sng">
            <a:solidFill>
              <a:schemeClr val="dk1"/>
            </a:solidFill>
            <a:prstDash val="solid"/>
            <a:round/>
            <a:headEnd type="none" w="sm" len="sm"/>
            <a:tailEnd type="stealth" w="med" len="med"/>
          </a:ln>
        </p:spPr>
      </p:cxnSp>
      <p:sp>
        <p:nvSpPr>
          <p:cNvPr id="199" name="Google Shape;199;p32"/>
          <p:cNvSpPr txBox="1"/>
          <p:nvPr/>
        </p:nvSpPr>
        <p:spPr>
          <a:xfrm>
            <a:off x="5771029" y="1951133"/>
            <a:ext cx="1944216" cy="2308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Buys car</a:t>
            </a:r>
            <a:endParaRPr/>
          </a:p>
        </p:txBody>
      </p:sp>
      <p:sp>
        <p:nvSpPr>
          <p:cNvPr id="200" name="Google Shape;200;p32"/>
          <p:cNvSpPr txBox="1"/>
          <p:nvPr/>
        </p:nvSpPr>
        <p:spPr>
          <a:xfrm>
            <a:off x="5735729" y="3867894"/>
            <a:ext cx="1733793" cy="7155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a:solidFill>
                  <a:srgbClr val="FF0000"/>
                </a:solidFill>
                <a:latin typeface="Arial"/>
                <a:ea typeface="Arial"/>
                <a:cs typeface="Arial"/>
                <a:sym typeface="Arial"/>
              </a:rPr>
              <a:t>Held on resulting </a:t>
            </a:r>
            <a:endParaRPr/>
          </a:p>
          <a:p>
            <a:pPr marL="0" marR="0" lvl="0" indent="0" algn="l" rtl="0">
              <a:spcBef>
                <a:spcPts val="0"/>
              </a:spcBef>
              <a:spcAft>
                <a:spcPts val="0"/>
              </a:spcAft>
              <a:buNone/>
            </a:pPr>
            <a:r>
              <a:rPr lang="en" sz="1400" b="1">
                <a:solidFill>
                  <a:srgbClr val="FF0000"/>
                </a:solidFill>
                <a:latin typeface="Arial"/>
                <a:ea typeface="Arial"/>
                <a:cs typeface="Arial"/>
                <a:sym typeface="Arial"/>
              </a:rPr>
              <a:t>trust in proportional shares for</a:t>
            </a:r>
            <a:endParaRPr/>
          </a:p>
        </p:txBody>
      </p:sp>
      <p:sp>
        <p:nvSpPr>
          <p:cNvPr id="201" name="Google Shape;201;p32"/>
          <p:cNvSpPr txBox="1"/>
          <p:nvPr/>
        </p:nvSpPr>
        <p:spPr>
          <a:xfrm>
            <a:off x="5260398" y="2100552"/>
            <a:ext cx="326225"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400">
                <a:solidFill>
                  <a:schemeClr val="dk1"/>
                </a:solidFill>
                <a:latin typeface="Arial"/>
                <a:ea typeface="Arial"/>
                <a:cs typeface="Arial"/>
                <a:sym typeface="Arial"/>
              </a:rPr>
              <a:t>X</a:t>
            </a:r>
            <a:endParaRPr/>
          </a:p>
        </p:txBody>
      </p:sp>
      <p:sp>
        <p:nvSpPr>
          <p:cNvPr id="202" name="Google Shape;202;p32"/>
          <p:cNvSpPr txBox="1"/>
          <p:nvPr/>
        </p:nvSpPr>
        <p:spPr>
          <a:xfrm>
            <a:off x="5283756" y="2735341"/>
            <a:ext cx="326225"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400">
                <a:solidFill>
                  <a:schemeClr val="dk1"/>
                </a:solidFill>
                <a:latin typeface="Arial"/>
                <a:ea typeface="Arial"/>
                <a:cs typeface="Arial"/>
                <a:sym typeface="Arial"/>
              </a:rPr>
              <a:t>Y</a:t>
            </a:r>
            <a:endParaRPr/>
          </a:p>
        </p:txBody>
      </p:sp>
      <p:pic>
        <p:nvPicPr>
          <p:cNvPr id="203" name="Google Shape;203;p32" descr="C:\Users\knwf93\AppData\Local\Microsoft\Windows\Temporary Internet Files\Content.IE5\A1AOPBTI\15685-illustration-of-a-red-cartoon-car-pv[1].png"/>
          <p:cNvPicPr preferRelativeResize="0"/>
          <p:nvPr/>
        </p:nvPicPr>
        <p:blipFill rotWithShape="1">
          <a:blip r:embed="rId3">
            <a:alphaModFix/>
          </a:blip>
          <a:srcRect/>
          <a:stretch/>
        </p:blipFill>
        <p:spPr>
          <a:xfrm>
            <a:off x="7164288" y="1939173"/>
            <a:ext cx="681540" cy="681540"/>
          </a:xfrm>
          <a:prstGeom prst="rect">
            <a:avLst/>
          </a:prstGeom>
          <a:noFill/>
          <a:ln>
            <a:noFill/>
          </a:ln>
        </p:spPr>
      </p:pic>
      <p:cxnSp>
        <p:nvCxnSpPr>
          <p:cNvPr id="204" name="Google Shape;204;p32"/>
          <p:cNvCxnSpPr/>
          <p:nvPr/>
        </p:nvCxnSpPr>
        <p:spPr>
          <a:xfrm rot="10800000">
            <a:off x="5490684" y="3372479"/>
            <a:ext cx="2181900" cy="202500"/>
          </a:xfrm>
          <a:prstGeom prst="bentConnector2">
            <a:avLst/>
          </a:prstGeom>
          <a:solidFill>
            <a:schemeClr val="accent1"/>
          </a:solidFill>
          <a:ln w="28575" cap="flat" cmpd="sng">
            <a:solidFill>
              <a:srgbClr val="FF0000"/>
            </a:solidFill>
            <a:prstDash val="solid"/>
            <a:round/>
            <a:headEnd type="none" w="sm" len="sm"/>
            <a:tailEnd type="stealth" w="med" len="med"/>
          </a:ln>
        </p:spPr>
      </p:cxnSp>
      <p:cxnSp>
        <p:nvCxnSpPr>
          <p:cNvPr id="205" name="Google Shape;205;p32"/>
          <p:cNvCxnSpPr/>
          <p:nvPr/>
        </p:nvCxnSpPr>
        <p:spPr>
          <a:xfrm rot="10800000" flipH="1">
            <a:off x="5771029" y="2426390"/>
            <a:ext cx="1244577" cy="464852"/>
          </a:xfrm>
          <a:prstGeom prst="straightConnector1">
            <a:avLst/>
          </a:prstGeom>
          <a:solidFill>
            <a:schemeClr val="accent1"/>
          </a:solidFill>
          <a:ln w="19050" cap="flat" cmpd="sng">
            <a:solidFill>
              <a:schemeClr val="dk1"/>
            </a:solidFill>
            <a:prstDash val="solid"/>
            <a:round/>
            <a:headEnd type="none" w="sm" len="sm"/>
            <a:tailEnd type="stealth" w="med" len="med"/>
          </a:ln>
        </p:spPr>
      </p:cxnSp>
      <p:sp>
        <p:nvSpPr>
          <p:cNvPr id="206" name="Google Shape;206;p32"/>
          <p:cNvSpPr txBox="1"/>
          <p:nvPr/>
        </p:nvSpPr>
        <p:spPr>
          <a:xfrm>
            <a:off x="6228184" y="2796307"/>
            <a:ext cx="1944216" cy="3924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a:solidFill>
                  <a:schemeClr val="dk1"/>
                </a:solidFill>
                <a:latin typeface="Arial"/>
                <a:ea typeface="Arial"/>
                <a:cs typeface="Arial"/>
                <a:sym typeface="Arial"/>
              </a:rPr>
              <a:t>Contributes to purchase price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Rebutting the presumption</a:t>
            </a:r>
            <a:endParaRPr/>
          </a:p>
        </p:txBody>
      </p:sp>
      <p:sp>
        <p:nvSpPr>
          <p:cNvPr id="213" name="Google Shape;213;p33"/>
          <p:cNvSpPr txBox="1"/>
          <p:nvPr/>
        </p:nvSpPr>
        <p:spPr>
          <a:xfrm>
            <a:off x="685800" y="1487875"/>
            <a:ext cx="7096800" cy="286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360"/>
              </a:spcBef>
              <a:spcAft>
                <a:spcPts val="0"/>
              </a:spcAft>
              <a:buNone/>
            </a:pPr>
            <a:r>
              <a:rPr lang="en" sz="2000" b="1">
                <a:solidFill>
                  <a:schemeClr val="dk1"/>
                </a:solidFill>
              </a:rPr>
              <a:t>The presumption that the transferor did not wish to part with the beneficial interest can be rebutted by:</a:t>
            </a:r>
            <a:endParaRPr sz="2000" b="1">
              <a:solidFill>
                <a:schemeClr val="dk1"/>
              </a:solidFill>
            </a:endParaRPr>
          </a:p>
          <a:p>
            <a:pPr marL="285750" marR="0" lvl="0" indent="-285750" algn="l" rtl="0">
              <a:lnSpc>
                <a:spcPct val="100000"/>
              </a:lnSpc>
              <a:spcBef>
                <a:spcPts val="360"/>
              </a:spcBef>
              <a:spcAft>
                <a:spcPts val="0"/>
              </a:spcAft>
              <a:buClr>
                <a:schemeClr val="dk1"/>
              </a:buClr>
              <a:buSzPts val="1800"/>
              <a:buFont typeface="Arial"/>
              <a:buChar char="•"/>
            </a:pPr>
            <a:r>
              <a:rPr lang="en" sz="2000">
                <a:solidFill>
                  <a:schemeClr val="dk1"/>
                </a:solidFill>
              </a:rPr>
              <a:t>The intention to make a gift (presumed for testamentary dispositions).</a:t>
            </a:r>
            <a:endParaRPr sz="2000">
              <a:solidFill>
                <a:schemeClr val="dk1"/>
              </a:solidFill>
            </a:endParaRPr>
          </a:p>
          <a:p>
            <a:pPr marL="285750" marR="0" lvl="0" indent="-285750" algn="l" rtl="0">
              <a:lnSpc>
                <a:spcPct val="100000"/>
              </a:lnSpc>
              <a:spcBef>
                <a:spcPts val="360"/>
              </a:spcBef>
              <a:spcAft>
                <a:spcPts val="0"/>
              </a:spcAft>
              <a:buClr>
                <a:schemeClr val="dk1"/>
              </a:buClr>
              <a:buSzPts val="1800"/>
              <a:buFont typeface="Arial"/>
              <a:buChar char="•"/>
            </a:pPr>
            <a:r>
              <a:rPr lang="en" sz="2000">
                <a:solidFill>
                  <a:schemeClr val="dk1"/>
                </a:solidFill>
              </a:rPr>
              <a:t>The intention to transfer full ownership under contract. </a:t>
            </a:r>
            <a:endParaRPr sz="2000">
              <a:solidFill>
                <a:schemeClr val="dk1"/>
              </a:solidFill>
            </a:endParaRPr>
          </a:p>
          <a:p>
            <a:pPr marL="285750" marR="0" lvl="0" indent="-285750" algn="l" rtl="0">
              <a:lnSpc>
                <a:spcPct val="100000"/>
              </a:lnSpc>
              <a:spcBef>
                <a:spcPts val="360"/>
              </a:spcBef>
              <a:spcAft>
                <a:spcPts val="0"/>
              </a:spcAft>
              <a:buClr>
                <a:schemeClr val="dk1"/>
              </a:buClr>
              <a:buSzPts val="1800"/>
              <a:buFont typeface="Arial"/>
              <a:buChar char="•"/>
            </a:pPr>
            <a:r>
              <a:rPr lang="en" sz="2000">
                <a:solidFill>
                  <a:schemeClr val="dk1"/>
                </a:solidFill>
              </a:rPr>
              <a:t>The presumption of advancement (which can be rebutted by contrary intention in turn).</a:t>
            </a:r>
            <a:endParaRPr sz="2000">
              <a:solidFill>
                <a:schemeClr val="dk1"/>
              </a:solidFill>
            </a:endParaRPr>
          </a:p>
          <a:p>
            <a:pPr marL="457200" marR="0" lvl="1" indent="0" algn="l" rtl="0">
              <a:spcBef>
                <a:spcPts val="480"/>
              </a:spcBef>
              <a:spcAft>
                <a:spcPts val="0"/>
              </a:spcAft>
              <a:buNone/>
            </a:pPr>
            <a:endParaRPr sz="2400" b="0" i="0" u="none" strike="noStrike" cap="none">
              <a:solidFill>
                <a:schemeClr val="dk1"/>
              </a:solidFill>
              <a:latin typeface="Arial"/>
              <a:ea typeface="Arial"/>
              <a:cs typeface="Arial"/>
              <a:sym typeface="Arial"/>
            </a:endParaRPr>
          </a:p>
        </p:txBody>
      </p:sp>
      <p:pic>
        <p:nvPicPr>
          <p:cNvPr id="214" name="Google Shape;214;p33"/>
          <p:cNvPicPr preferRelativeResize="0"/>
          <p:nvPr/>
        </p:nvPicPr>
        <p:blipFill>
          <a:blip r:embed="rId3">
            <a:alphaModFix/>
          </a:blip>
          <a:stretch>
            <a:fillRect/>
          </a:stretch>
        </p:blipFill>
        <p:spPr>
          <a:xfrm>
            <a:off x="6737200" y="3565425"/>
            <a:ext cx="2057750" cy="1369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(I)</a:t>
            </a:r>
            <a:endParaRPr/>
          </a:p>
        </p:txBody>
      </p:sp>
      <p:sp>
        <p:nvSpPr>
          <p:cNvPr id="220" name="Google Shape;220;p34"/>
          <p:cNvSpPr txBox="1"/>
          <p:nvPr/>
        </p:nvSpPr>
        <p:spPr>
          <a:xfrm>
            <a:off x="2497674" y="2051213"/>
            <a:ext cx="1150937" cy="3000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T</a:t>
            </a:r>
            <a:endParaRPr/>
          </a:p>
        </p:txBody>
      </p:sp>
      <p:sp>
        <p:nvSpPr>
          <p:cNvPr id="221" name="Google Shape;221;p34"/>
          <p:cNvSpPr txBox="1"/>
          <p:nvPr/>
        </p:nvSpPr>
        <p:spPr>
          <a:xfrm>
            <a:off x="2449511" y="3559050"/>
            <a:ext cx="1471612" cy="3000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Vandervell</a:t>
            </a:r>
            <a:endParaRPr sz="2000">
              <a:solidFill>
                <a:schemeClr val="dk1"/>
              </a:solidFill>
              <a:latin typeface="Arial"/>
              <a:ea typeface="Arial"/>
              <a:cs typeface="Arial"/>
              <a:sym typeface="Arial"/>
            </a:endParaRPr>
          </a:p>
        </p:txBody>
      </p:sp>
      <p:cxnSp>
        <p:nvCxnSpPr>
          <p:cNvPr id="222" name="Google Shape;222;p34"/>
          <p:cNvCxnSpPr/>
          <p:nvPr/>
        </p:nvCxnSpPr>
        <p:spPr>
          <a:xfrm>
            <a:off x="2697161" y="2639888"/>
            <a:ext cx="0" cy="756047"/>
          </a:xfrm>
          <a:prstGeom prst="straightConnector1">
            <a:avLst/>
          </a:prstGeom>
          <a:noFill/>
          <a:ln w="9525" cap="flat" cmpd="sng">
            <a:solidFill>
              <a:schemeClr val="dk1"/>
            </a:solidFill>
            <a:prstDash val="solid"/>
            <a:round/>
            <a:headEnd type="none" w="med" len="med"/>
            <a:tailEnd type="none" w="med" len="med"/>
          </a:ln>
        </p:spPr>
      </p:cxnSp>
      <p:sp>
        <p:nvSpPr>
          <p:cNvPr id="223" name="Google Shape;223;p34"/>
          <p:cNvSpPr txBox="1"/>
          <p:nvPr/>
        </p:nvSpPr>
        <p:spPr>
          <a:xfrm>
            <a:off x="2840036" y="2845866"/>
            <a:ext cx="1873250" cy="529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100,000 shares</a:t>
            </a:r>
            <a:endParaRPr/>
          </a:p>
        </p:txBody>
      </p:sp>
      <p:cxnSp>
        <p:nvCxnSpPr>
          <p:cNvPr id="224" name="Google Shape;224;p34"/>
          <p:cNvCxnSpPr>
            <a:stCxn id="221" idx="1"/>
          </p:cNvCxnSpPr>
          <p:nvPr/>
        </p:nvCxnSpPr>
        <p:spPr>
          <a:xfrm rot="10800000" flipH="1">
            <a:off x="2449511" y="2304169"/>
            <a:ext cx="31800" cy="1404900"/>
          </a:xfrm>
          <a:prstGeom prst="curvedConnector3">
            <a:avLst>
              <a:gd name="adj1" fmla="val -734459"/>
            </a:avLst>
          </a:prstGeom>
          <a:noFill/>
          <a:ln w="9525" cap="flat" cmpd="sng">
            <a:solidFill>
              <a:schemeClr val="dk1"/>
            </a:solidFill>
            <a:prstDash val="solid"/>
            <a:round/>
            <a:headEnd type="none" w="med" len="med"/>
            <a:tailEnd type="stealth" w="med" len="med"/>
          </a:ln>
        </p:spPr>
      </p:cxnSp>
      <p:sp>
        <p:nvSpPr>
          <p:cNvPr id="225" name="Google Shape;225;p34"/>
          <p:cNvSpPr txBox="1"/>
          <p:nvPr/>
        </p:nvSpPr>
        <p:spPr>
          <a:xfrm>
            <a:off x="1014536" y="2845866"/>
            <a:ext cx="13050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Oral direction in 1958</a:t>
            </a:r>
            <a:endParaRPr/>
          </a:p>
        </p:txBody>
      </p:sp>
      <p:sp>
        <p:nvSpPr>
          <p:cNvPr id="226" name="Google Shape;226;p34"/>
          <p:cNvSpPr txBox="1"/>
          <p:nvPr/>
        </p:nvSpPr>
        <p:spPr>
          <a:xfrm>
            <a:off x="5682748" y="2845131"/>
            <a:ext cx="18732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RCS (absolute owners)</a:t>
            </a:r>
            <a:endParaRPr/>
          </a:p>
        </p:txBody>
      </p:sp>
      <p:cxnSp>
        <p:nvCxnSpPr>
          <p:cNvPr id="227" name="Google Shape;227;p34"/>
          <p:cNvCxnSpPr/>
          <p:nvPr/>
        </p:nvCxnSpPr>
        <p:spPr>
          <a:xfrm rot="10800000" flipH="1">
            <a:off x="4043400" y="3192375"/>
            <a:ext cx="1504500" cy="15000"/>
          </a:xfrm>
          <a:prstGeom prst="straightConnector1">
            <a:avLst/>
          </a:prstGeom>
          <a:noFill/>
          <a:ln w="19050" cap="flat" cmpd="sng">
            <a:solidFill>
              <a:schemeClr val="dk1"/>
            </a:solidFill>
            <a:prstDash val="solid"/>
            <a:round/>
            <a:headEnd type="none" w="med" len="med"/>
            <a:tailEnd type="stealth" w="med" len="med"/>
          </a:ln>
        </p:spPr>
      </p:cxnSp>
      <p:sp>
        <p:nvSpPr>
          <p:cNvPr id="228" name="Google Shape;228;p34"/>
          <p:cNvSpPr txBox="1"/>
          <p:nvPr/>
        </p:nvSpPr>
        <p:spPr>
          <a:xfrm>
            <a:off x="4043398" y="2514722"/>
            <a:ext cx="196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Arial"/>
                <a:ea typeface="Arial"/>
                <a:cs typeface="Arial"/>
                <a:sym typeface="Arial"/>
              </a:rPr>
              <a:t>Legal and b</a:t>
            </a:r>
            <a:r>
              <a:rPr lang="en" sz="1600">
                <a:solidFill>
                  <a:schemeClr val="dk1"/>
                </a:solidFill>
              </a:rPr>
              <a:t>eneficial</a:t>
            </a:r>
            <a:r>
              <a:rPr lang="en" sz="1600">
                <a:solidFill>
                  <a:schemeClr val="dk1"/>
                </a:solidFill>
                <a:latin typeface="Arial"/>
                <a:ea typeface="Arial"/>
                <a:cs typeface="Arial"/>
                <a:sym typeface="Arial"/>
              </a:rPr>
              <a:t> title</a:t>
            </a:r>
            <a:endParaRPr/>
          </a:p>
        </p:txBody>
      </p:sp>
      <p:sp>
        <p:nvSpPr>
          <p:cNvPr id="229" name="Google Shape;229;p34"/>
          <p:cNvSpPr txBox="1"/>
          <p:nvPr/>
        </p:nvSpPr>
        <p:spPr>
          <a:xfrm>
            <a:off x="580230" y="1437624"/>
            <a:ext cx="7772400" cy="3886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u="sng">
                <a:solidFill>
                  <a:schemeClr val="dk1"/>
                </a:solidFill>
              </a:rPr>
              <a:t>The gift scheme</a:t>
            </a:r>
            <a:endParaRPr sz="2400" b="1" u="none" strike="noStrike" cap="none">
              <a:solidFill>
                <a:schemeClr val="dk1"/>
              </a:solidFill>
              <a:latin typeface="Arial"/>
              <a:ea typeface="Arial"/>
              <a:cs typeface="Arial"/>
              <a:sym typeface="Arial"/>
            </a:endParaRPr>
          </a:p>
        </p:txBody>
      </p:sp>
      <p:cxnSp>
        <p:nvCxnSpPr>
          <p:cNvPr id="230" name="Google Shape;230;p34"/>
          <p:cNvCxnSpPr/>
          <p:nvPr/>
        </p:nvCxnSpPr>
        <p:spPr>
          <a:xfrm rot="10800000" flipH="1">
            <a:off x="6732240" y="1977684"/>
            <a:ext cx="216024" cy="792577"/>
          </a:xfrm>
          <a:prstGeom prst="straightConnector1">
            <a:avLst/>
          </a:prstGeom>
          <a:noFill/>
          <a:ln w="19050" cap="flat" cmpd="sng">
            <a:solidFill>
              <a:schemeClr val="dk1"/>
            </a:solidFill>
            <a:prstDash val="solid"/>
            <a:round/>
            <a:headEnd type="none" w="med" len="med"/>
            <a:tailEnd type="stealth" w="med" len="med"/>
          </a:ln>
        </p:spPr>
      </p:cxnSp>
      <p:sp>
        <p:nvSpPr>
          <p:cNvPr id="231" name="Google Shape;231;p34"/>
          <p:cNvSpPr txBox="1"/>
          <p:nvPr/>
        </p:nvSpPr>
        <p:spPr>
          <a:xfrm>
            <a:off x="6719943" y="1602715"/>
            <a:ext cx="657223" cy="3000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VT</a:t>
            </a:r>
            <a:endParaRPr/>
          </a:p>
        </p:txBody>
      </p:sp>
      <p:sp>
        <p:nvSpPr>
          <p:cNvPr id="232" name="Google Shape;232;p34"/>
          <p:cNvSpPr txBox="1"/>
          <p:nvPr/>
        </p:nvSpPr>
        <p:spPr>
          <a:xfrm>
            <a:off x="7054414" y="1958473"/>
            <a:ext cx="18732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rPr>
              <a:t>O</a:t>
            </a:r>
            <a:r>
              <a:rPr lang="en" sz="1600">
                <a:solidFill>
                  <a:schemeClr val="dk1"/>
                </a:solidFill>
                <a:latin typeface="Arial"/>
                <a:ea typeface="Arial"/>
                <a:cs typeface="Arial"/>
                <a:sym typeface="Arial"/>
              </a:rPr>
              <a:t>ption to purchas</a:t>
            </a:r>
            <a:r>
              <a:rPr lang="en" sz="1600">
                <a:solidFill>
                  <a:schemeClr val="dk1"/>
                </a:solidFill>
              </a:rPr>
              <a:t>e shares back for £5k*</a:t>
            </a:r>
            <a:endParaRPr sz="1000"/>
          </a:p>
        </p:txBody>
      </p:sp>
      <p:sp>
        <p:nvSpPr>
          <p:cNvPr id="233" name="Google Shape;233;p34"/>
          <p:cNvSpPr txBox="1"/>
          <p:nvPr/>
        </p:nvSpPr>
        <p:spPr>
          <a:xfrm>
            <a:off x="5453401" y="4132150"/>
            <a:ext cx="30048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rPr>
              <a:t>*In 1961, once the shares had earned the RCS £145k in dividends.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(II)</a:t>
            </a:r>
            <a:endParaRPr/>
          </a:p>
        </p:txBody>
      </p:sp>
      <p:sp>
        <p:nvSpPr>
          <p:cNvPr id="239" name="Google Shape;239;p35"/>
          <p:cNvSpPr txBox="1"/>
          <p:nvPr/>
        </p:nvSpPr>
        <p:spPr>
          <a:xfrm>
            <a:off x="2497674" y="2051213"/>
            <a:ext cx="11508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T</a:t>
            </a:r>
            <a:endParaRPr/>
          </a:p>
        </p:txBody>
      </p:sp>
      <p:sp>
        <p:nvSpPr>
          <p:cNvPr id="240" name="Google Shape;240;p35"/>
          <p:cNvSpPr txBox="1"/>
          <p:nvPr/>
        </p:nvSpPr>
        <p:spPr>
          <a:xfrm>
            <a:off x="2449511" y="3559050"/>
            <a:ext cx="1471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Vandervell</a:t>
            </a:r>
            <a:endParaRPr sz="2000">
              <a:solidFill>
                <a:schemeClr val="dk1"/>
              </a:solidFill>
              <a:latin typeface="Arial"/>
              <a:ea typeface="Arial"/>
              <a:cs typeface="Arial"/>
              <a:sym typeface="Arial"/>
            </a:endParaRPr>
          </a:p>
        </p:txBody>
      </p:sp>
      <p:cxnSp>
        <p:nvCxnSpPr>
          <p:cNvPr id="241" name="Google Shape;241;p35"/>
          <p:cNvCxnSpPr/>
          <p:nvPr/>
        </p:nvCxnSpPr>
        <p:spPr>
          <a:xfrm>
            <a:off x="2697161" y="2639888"/>
            <a:ext cx="0" cy="756000"/>
          </a:xfrm>
          <a:prstGeom prst="straightConnector1">
            <a:avLst/>
          </a:prstGeom>
          <a:noFill/>
          <a:ln w="9525" cap="flat" cmpd="sng">
            <a:solidFill>
              <a:schemeClr val="dk1"/>
            </a:solidFill>
            <a:prstDash val="solid"/>
            <a:round/>
            <a:headEnd type="none" w="med" len="med"/>
            <a:tailEnd type="none" w="med" len="med"/>
          </a:ln>
        </p:spPr>
      </p:cxnSp>
      <p:sp>
        <p:nvSpPr>
          <p:cNvPr id="242" name="Google Shape;242;p35"/>
          <p:cNvSpPr txBox="1"/>
          <p:nvPr/>
        </p:nvSpPr>
        <p:spPr>
          <a:xfrm>
            <a:off x="2840036" y="2845866"/>
            <a:ext cx="18732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100,000 shares</a:t>
            </a:r>
            <a:endParaRPr/>
          </a:p>
        </p:txBody>
      </p:sp>
      <p:sp>
        <p:nvSpPr>
          <p:cNvPr id="243" name="Google Shape;243;p35"/>
          <p:cNvSpPr txBox="1"/>
          <p:nvPr/>
        </p:nvSpPr>
        <p:spPr>
          <a:xfrm>
            <a:off x="1014536" y="2845866"/>
            <a:ext cx="13050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Oral direction</a:t>
            </a:r>
            <a:endParaRPr/>
          </a:p>
        </p:txBody>
      </p:sp>
      <p:sp>
        <p:nvSpPr>
          <p:cNvPr id="244" name="Google Shape;244;p35"/>
          <p:cNvSpPr txBox="1"/>
          <p:nvPr/>
        </p:nvSpPr>
        <p:spPr>
          <a:xfrm>
            <a:off x="5682748" y="2845131"/>
            <a:ext cx="18732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RCS (absolute owners)</a:t>
            </a:r>
            <a:endParaRPr/>
          </a:p>
        </p:txBody>
      </p:sp>
      <p:sp>
        <p:nvSpPr>
          <p:cNvPr id="245" name="Google Shape;245;p35"/>
          <p:cNvSpPr txBox="1"/>
          <p:nvPr/>
        </p:nvSpPr>
        <p:spPr>
          <a:xfrm>
            <a:off x="4629626" y="3752050"/>
            <a:ext cx="29262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b="1">
                <a:solidFill>
                  <a:srgbClr val="FF0000"/>
                </a:solidFill>
                <a:latin typeface="Arial"/>
                <a:ea typeface="Arial"/>
                <a:cs typeface="Arial"/>
                <a:sym typeface="Arial"/>
              </a:rPr>
              <a:t>1) IRC dispute that b. title to shares has been transferred from V. to RCS = resulting trust for V. (unsuccessful) </a:t>
            </a:r>
            <a:endParaRPr/>
          </a:p>
        </p:txBody>
      </p:sp>
      <p:cxnSp>
        <p:nvCxnSpPr>
          <p:cNvPr id="246" name="Google Shape;246;p35"/>
          <p:cNvCxnSpPr/>
          <p:nvPr/>
        </p:nvCxnSpPr>
        <p:spPr>
          <a:xfrm rot="10800000" flipH="1">
            <a:off x="4072350" y="2995825"/>
            <a:ext cx="1504500" cy="15000"/>
          </a:xfrm>
          <a:prstGeom prst="straightConnector1">
            <a:avLst/>
          </a:prstGeom>
          <a:noFill/>
          <a:ln w="19050" cap="flat" cmpd="sng">
            <a:solidFill>
              <a:schemeClr val="dk1"/>
            </a:solidFill>
            <a:prstDash val="solid"/>
            <a:round/>
            <a:headEnd type="none" w="med" len="med"/>
            <a:tailEnd type="stealth" w="med" len="med"/>
          </a:ln>
        </p:spPr>
      </p:cxnSp>
      <p:sp>
        <p:nvSpPr>
          <p:cNvPr id="247" name="Google Shape;247;p35"/>
          <p:cNvSpPr txBox="1"/>
          <p:nvPr/>
        </p:nvSpPr>
        <p:spPr>
          <a:xfrm>
            <a:off x="4126623" y="2350672"/>
            <a:ext cx="196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Arial"/>
                <a:ea typeface="Arial"/>
                <a:cs typeface="Arial"/>
                <a:sym typeface="Arial"/>
              </a:rPr>
              <a:t>Legal and b</a:t>
            </a:r>
            <a:r>
              <a:rPr lang="en" sz="1600">
                <a:solidFill>
                  <a:schemeClr val="dk1"/>
                </a:solidFill>
              </a:rPr>
              <a:t>eneficial</a:t>
            </a:r>
            <a:r>
              <a:rPr lang="en" sz="1600">
                <a:solidFill>
                  <a:schemeClr val="dk1"/>
                </a:solidFill>
                <a:latin typeface="Arial"/>
                <a:ea typeface="Arial"/>
                <a:cs typeface="Arial"/>
                <a:sym typeface="Arial"/>
              </a:rPr>
              <a:t> title</a:t>
            </a:r>
            <a:endParaRPr/>
          </a:p>
        </p:txBody>
      </p:sp>
      <p:sp>
        <p:nvSpPr>
          <p:cNvPr id="248" name="Google Shape;248;p35"/>
          <p:cNvSpPr txBox="1"/>
          <p:nvPr/>
        </p:nvSpPr>
        <p:spPr>
          <a:xfrm>
            <a:off x="580230" y="1437624"/>
            <a:ext cx="7772400" cy="388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u="sng">
                <a:solidFill>
                  <a:schemeClr val="dk1"/>
                </a:solidFill>
              </a:rPr>
              <a:t>The dividends tax claim (1958-1961)</a:t>
            </a:r>
            <a:endParaRPr sz="2400" b="1" u="none" strike="noStrike" cap="none">
              <a:solidFill>
                <a:schemeClr val="dk1"/>
              </a:solidFill>
              <a:latin typeface="Arial"/>
              <a:ea typeface="Arial"/>
              <a:cs typeface="Arial"/>
              <a:sym typeface="Arial"/>
            </a:endParaRPr>
          </a:p>
        </p:txBody>
      </p:sp>
      <p:cxnSp>
        <p:nvCxnSpPr>
          <p:cNvPr id="249" name="Google Shape;249;p35"/>
          <p:cNvCxnSpPr/>
          <p:nvPr/>
        </p:nvCxnSpPr>
        <p:spPr>
          <a:xfrm rot="10800000" flipH="1">
            <a:off x="6394490" y="2223061"/>
            <a:ext cx="148200" cy="550800"/>
          </a:xfrm>
          <a:prstGeom prst="straightConnector1">
            <a:avLst/>
          </a:prstGeom>
          <a:noFill/>
          <a:ln w="19050" cap="flat" cmpd="sng">
            <a:solidFill>
              <a:schemeClr val="dk1"/>
            </a:solidFill>
            <a:prstDash val="solid"/>
            <a:round/>
            <a:headEnd type="none" w="med" len="med"/>
            <a:tailEnd type="stealth" w="med" len="med"/>
          </a:ln>
        </p:spPr>
      </p:cxnSp>
      <p:sp>
        <p:nvSpPr>
          <p:cNvPr id="250" name="Google Shape;250;p35"/>
          <p:cNvSpPr txBox="1"/>
          <p:nvPr/>
        </p:nvSpPr>
        <p:spPr>
          <a:xfrm>
            <a:off x="6290693" y="1751577"/>
            <a:ext cx="657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VT</a:t>
            </a:r>
            <a:endParaRPr/>
          </a:p>
        </p:txBody>
      </p:sp>
      <p:sp>
        <p:nvSpPr>
          <p:cNvPr id="251" name="Google Shape;251;p35"/>
          <p:cNvSpPr txBox="1"/>
          <p:nvPr/>
        </p:nvSpPr>
        <p:spPr>
          <a:xfrm>
            <a:off x="6584989" y="2329098"/>
            <a:ext cx="1873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rPr>
              <a:t>O</a:t>
            </a:r>
            <a:r>
              <a:rPr lang="en" sz="1600">
                <a:solidFill>
                  <a:schemeClr val="dk1"/>
                </a:solidFill>
                <a:latin typeface="Arial"/>
                <a:ea typeface="Arial"/>
                <a:cs typeface="Arial"/>
                <a:sym typeface="Arial"/>
              </a:rPr>
              <a:t>ption</a:t>
            </a:r>
            <a:endParaRPr sz="1000"/>
          </a:p>
        </p:txBody>
      </p:sp>
      <p:sp>
        <p:nvSpPr>
          <p:cNvPr id="252" name="Google Shape;252;p35"/>
          <p:cNvSpPr txBox="1"/>
          <p:nvPr/>
        </p:nvSpPr>
        <p:spPr>
          <a:xfrm>
            <a:off x="1268375" y="4029912"/>
            <a:ext cx="11508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rgbClr val="0070C0"/>
                </a:solidFill>
              </a:rPr>
              <a:t>IRC</a:t>
            </a:r>
            <a:endParaRPr b="1"/>
          </a:p>
        </p:txBody>
      </p:sp>
      <p:cxnSp>
        <p:nvCxnSpPr>
          <p:cNvPr id="253" name="Google Shape;253;p35"/>
          <p:cNvCxnSpPr/>
          <p:nvPr/>
        </p:nvCxnSpPr>
        <p:spPr>
          <a:xfrm rot="10800000" flipH="1">
            <a:off x="1925421" y="3937390"/>
            <a:ext cx="622200" cy="271800"/>
          </a:xfrm>
          <a:prstGeom prst="straightConnector1">
            <a:avLst/>
          </a:prstGeom>
          <a:noFill/>
          <a:ln w="19050" cap="flat" cmpd="sng">
            <a:solidFill>
              <a:srgbClr val="0070C0"/>
            </a:solidFill>
            <a:prstDash val="solid"/>
            <a:round/>
            <a:headEnd type="none" w="med" len="med"/>
            <a:tailEnd type="stealth" w="med" len="med"/>
          </a:ln>
        </p:spPr>
      </p:cxnSp>
      <p:sp>
        <p:nvSpPr>
          <p:cNvPr id="254" name="Google Shape;254;p35"/>
          <p:cNvSpPr txBox="1"/>
          <p:nvPr/>
        </p:nvSpPr>
        <p:spPr>
          <a:xfrm>
            <a:off x="2319449" y="4074500"/>
            <a:ext cx="18072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b="1">
                <a:solidFill>
                  <a:srgbClr val="0070C0"/>
                </a:solidFill>
              </a:rPr>
              <a:t>Seek to tax V. on dividends from the shares</a:t>
            </a:r>
            <a:endParaRPr b="1"/>
          </a:p>
        </p:txBody>
      </p:sp>
      <p:sp>
        <p:nvSpPr>
          <p:cNvPr id="255" name="Google Shape;255;p35"/>
          <p:cNvSpPr txBox="1"/>
          <p:nvPr/>
        </p:nvSpPr>
        <p:spPr>
          <a:xfrm>
            <a:off x="7031850" y="581875"/>
            <a:ext cx="20253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b="1">
                <a:solidFill>
                  <a:srgbClr val="00B050"/>
                </a:solidFill>
                <a:latin typeface="Arial"/>
                <a:ea typeface="Arial"/>
                <a:cs typeface="Arial"/>
                <a:sym typeface="Arial"/>
              </a:rPr>
              <a:t>2) IRC argue that b. title to the option results to V. on automatic resulting trust (successful) </a:t>
            </a:r>
            <a:endParaRPr/>
          </a:p>
        </p:txBody>
      </p:sp>
      <p:cxnSp>
        <p:nvCxnSpPr>
          <p:cNvPr id="256" name="Google Shape;256;p35"/>
          <p:cNvCxnSpPr/>
          <p:nvPr/>
        </p:nvCxnSpPr>
        <p:spPr>
          <a:xfrm rot="10800000" flipH="1">
            <a:off x="2449511" y="2304169"/>
            <a:ext cx="31800" cy="1404900"/>
          </a:xfrm>
          <a:prstGeom prst="curvedConnector3">
            <a:avLst>
              <a:gd name="adj1" fmla="val -734459"/>
            </a:avLst>
          </a:prstGeom>
          <a:noFill/>
          <a:ln w="9525" cap="flat" cmpd="sng">
            <a:solidFill>
              <a:schemeClr val="dk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(III)</a:t>
            </a:r>
            <a:endParaRPr/>
          </a:p>
        </p:txBody>
      </p:sp>
      <p:sp>
        <p:nvSpPr>
          <p:cNvPr id="262" name="Google Shape;262;p36"/>
          <p:cNvSpPr txBox="1"/>
          <p:nvPr/>
        </p:nvSpPr>
        <p:spPr>
          <a:xfrm>
            <a:off x="580225" y="1437630"/>
            <a:ext cx="7772400" cy="2335500"/>
          </a:xfrm>
          <a:prstGeom prst="rect">
            <a:avLst/>
          </a:prstGeom>
          <a:noFill/>
          <a:ln>
            <a:noFill/>
          </a:ln>
        </p:spPr>
        <p:txBody>
          <a:bodyPr spcFirstLastPara="1" wrap="square" lIns="91425" tIns="45700" rIns="91425" bIns="45700" anchor="t" anchorCtr="0">
            <a:noAutofit/>
          </a:bodyPr>
          <a:lstStyle/>
          <a:p>
            <a:pPr marL="457200" marR="0" lvl="0" indent="-355600" algn="l" rtl="0">
              <a:spcBef>
                <a:spcPts val="0"/>
              </a:spcBef>
              <a:spcAft>
                <a:spcPts val="0"/>
              </a:spcAft>
              <a:buClr>
                <a:schemeClr val="dk1"/>
              </a:buClr>
              <a:buSzPts val="2000"/>
              <a:buChar char="●"/>
            </a:pPr>
            <a:r>
              <a:rPr lang="en" sz="2000">
                <a:solidFill>
                  <a:schemeClr val="dk1"/>
                </a:solidFill>
              </a:rPr>
              <a:t>1961: Option is exercised with money from the children’s settlement. VT becomes legal owner of the shares.</a:t>
            </a:r>
            <a:endParaRPr sz="2000">
              <a:solidFill>
                <a:schemeClr val="dk1"/>
              </a:solidFill>
            </a:endParaRPr>
          </a:p>
          <a:p>
            <a:pPr marL="0" marR="0" lvl="0" indent="0" algn="l" rtl="0">
              <a:spcBef>
                <a:spcPts val="0"/>
              </a:spcBef>
              <a:spcAft>
                <a:spcPts val="0"/>
              </a:spcAft>
              <a:buNone/>
            </a:pPr>
            <a:endParaRPr sz="2000">
              <a:solidFill>
                <a:schemeClr val="dk1"/>
              </a:solidFill>
            </a:endParaRPr>
          </a:p>
          <a:p>
            <a:pPr marL="457200" marR="0" lvl="0" indent="-355600" algn="l" rtl="0">
              <a:spcBef>
                <a:spcPts val="0"/>
              </a:spcBef>
              <a:spcAft>
                <a:spcPts val="0"/>
              </a:spcAft>
              <a:buClr>
                <a:schemeClr val="dk1"/>
              </a:buClr>
              <a:buSzPts val="2000"/>
              <a:buChar char="●"/>
            </a:pPr>
            <a:r>
              <a:rPr lang="en" sz="2000">
                <a:solidFill>
                  <a:schemeClr val="dk1"/>
                </a:solidFill>
              </a:rPr>
              <a:t>1965:  V. transfers by deed any rights in relation to the option to VT, to hold on trust for children’s settlement.</a:t>
            </a:r>
            <a:endParaRPr sz="2000">
              <a:solidFill>
                <a:schemeClr val="dk1"/>
              </a:solidFill>
            </a:endParaRPr>
          </a:p>
          <a:p>
            <a:pPr marL="457200" marR="0" lvl="0" indent="0" algn="l" rtl="0">
              <a:spcBef>
                <a:spcPts val="0"/>
              </a:spcBef>
              <a:spcAft>
                <a:spcPts val="0"/>
              </a:spcAft>
              <a:buNone/>
            </a:pPr>
            <a:endParaRPr sz="2000">
              <a:solidFill>
                <a:schemeClr val="dk1"/>
              </a:solidFill>
            </a:endParaRPr>
          </a:p>
          <a:p>
            <a:pPr marL="457200" marR="0" lvl="0" indent="-355600" algn="l" rtl="0">
              <a:spcBef>
                <a:spcPts val="0"/>
              </a:spcBef>
              <a:spcAft>
                <a:spcPts val="0"/>
              </a:spcAft>
              <a:buClr>
                <a:schemeClr val="dk1"/>
              </a:buClr>
              <a:buSzPts val="2000"/>
              <a:buChar char="●"/>
            </a:pPr>
            <a:r>
              <a:rPr lang="en" sz="2000">
                <a:solidFill>
                  <a:schemeClr val="dk1"/>
                </a:solidFill>
              </a:rPr>
              <a:t>1967: V dies.</a:t>
            </a:r>
            <a:endParaRPr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7"/>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(IV)</a:t>
            </a:r>
            <a:endParaRPr/>
          </a:p>
        </p:txBody>
      </p:sp>
      <p:sp>
        <p:nvSpPr>
          <p:cNvPr id="268" name="Google Shape;268;p37"/>
          <p:cNvSpPr txBox="1"/>
          <p:nvPr/>
        </p:nvSpPr>
        <p:spPr>
          <a:xfrm>
            <a:off x="685795" y="2772360"/>
            <a:ext cx="14715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Vandervell</a:t>
            </a:r>
            <a:endParaRPr sz="2000">
              <a:solidFill>
                <a:schemeClr val="dk1"/>
              </a:solidFill>
              <a:latin typeface="Arial"/>
              <a:ea typeface="Arial"/>
              <a:cs typeface="Arial"/>
              <a:sym typeface="Arial"/>
            </a:endParaRPr>
          </a:p>
        </p:txBody>
      </p:sp>
      <p:sp>
        <p:nvSpPr>
          <p:cNvPr id="269" name="Google Shape;269;p37"/>
          <p:cNvSpPr txBox="1"/>
          <p:nvPr/>
        </p:nvSpPr>
        <p:spPr>
          <a:xfrm>
            <a:off x="580230" y="1437624"/>
            <a:ext cx="7772400" cy="3886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u="sng">
                <a:solidFill>
                  <a:schemeClr val="dk1"/>
                </a:solidFill>
              </a:rPr>
              <a:t>The estate claim (</a:t>
            </a:r>
            <a:r>
              <a:rPr lang="en" sz="2400" b="1" u="sng">
                <a:solidFill>
                  <a:schemeClr val="dk1"/>
                </a:solidFill>
                <a:latin typeface="Arial"/>
                <a:ea typeface="Arial"/>
                <a:cs typeface="Arial"/>
                <a:sym typeface="Arial"/>
              </a:rPr>
              <a:t>1961-1965)</a:t>
            </a:r>
            <a:endParaRPr sz="2400" b="1" u="none" strike="noStrike" cap="none">
              <a:solidFill>
                <a:schemeClr val="dk1"/>
              </a:solidFill>
              <a:latin typeface="Arial"/>
              <a:ea typeface="Arial"/>
              <a:cs typeface="Arial"/>
              <a:sym typeface="Arial"/>
            </a:endParaRPr>
          </a:p>
        </p:txBody>
      </p:sp>
      <p:sp>
        <p:nvSpPr>
          <p:cNvPr id="270" name="Google Shape;270;p37"/>
          <p:cNvSpPr txBox="1"/>
          <p:nvPr/>
        </p:nvSpPr>
        <p:spPr>
          <a:xfrm>
            <a:off x="4189518" y="2099197"/>
            <a:ext cx="5538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VT</a:t>
            </a:r>
            <a:endParaRPr/>
          </a:p>
        </p:txBody>
      </p:sp>
      <p:sp>
        <p:nvSpPr>
          <p:cNvPr id="271" name="Google Shape;271;p37"/>
          <p:cNvSpPr txBox="1"/>
          <p:nvPr/>
        </p:nvSpPr>
        <p:spPr>
          <a:xfrm>
            <a:off x="4031440" y="2772345"/>
            <a:ext cx="18732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shares</a:t>
            </a:r>
            <a:endParaRPr/>
          </a:p>
        </p:txBody>
      </p:sp>
      <p:sp>
        <p:nvSpPr>
          <p:cNvPr id="272" name="Google Shape;272;p37"/>
          <p:cNvSpPr txBox="1"/>
          <p:nvPr/>
        </p:nvSpPr>
        <p:spPr>
          <a:xfrm>
            <a:off x="6530325" y="2561213"/>
            <a:ext cx="21933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chemeClr val="dk1"/>
                </a:solidFill>
                <a:latin typeface="Arial"/>
                <a:ea typeface="Arial"/>
                <a:cs typeface="Arial"/>
                <a:sym typeface="Arial"/>
              </a:rPr>
              <a:t>Children</a:t>
            </a:r>
            <a:r>
              <a:rPr lang="en" sz="2000">
                <a:solidFill>
                  <a:schemeClr val="dk1"/>
                </a:solidFill>
              </a:rPr>
              <a:t>’s settlement</a:t>
            </a:r>
            <a:endParaRPr/>
          </a:p>
        </p:txBody>
      </p:sp>
      <p:cxnSp>
        <p:nvCxnSpPr>
          <p:cNvPr id="273" name="Google Shape;273;p37"/>
          <p:cNvCxnSpPr/>
          <p:nvPr/>
        </p:nvCxnSpPr>
        <p:spPr>
          <a:xfrm rot="-5400000" flipH="1">
            <a:off x="4297518" y="2624997"/>
            <a:ext cx="337800" cy="1500"/>
          </a:xfrm>
          <a:prstGeom prst="bentConnector3">
            <a:avLst>
              <a:gd name="adj1" fmla="val 50000"/>
            </a:avLst>
          </a:prstGeom>
          <a:solidFill>
            <a:schemeClr val="accent1"/>
          </a:solidFill>
          <a:ln w="9525" cap="flat" cmpd="sng">
            <a:solidFill>
              <a:schemeClr val="dk1"/>
            </a:solidFill>
            <a:prstDash val="solid"/>
            <a:round/>
            <a:headEnd type="none" w="sm" len="sm"/>
            <a:tailEnd type="none" w="sm" len="sm"/>
          </a:ln>
        </p:spPr>
      </p:cxnSp>
      <p:cxnSp>
        <p:nvCxnSpPr>
          <p:cNvPr id="274" name="Google Shape;274;p37"/>
          <p:cNvCxnSpPr/>
          <p:nvPr/>
        </p:nvCxnSpPr>
        <p:spPr>
          <a:xfrm rot="10800000">
            <a:off x="5171875" y="3018781"/>
            <a:ext cx="1059300" cy="0"/>
          </a:xfrm>
          <a:prstGeom prst="straightConnector1">
            <a:avLst/>
          </a:prstGeom>
          <a:solidFill>
            <a:schemeClr val="accent1"/>
          </a:solidFill>
          <a:ln w="28575" cap="flat" cmpd="sng">
            <a:solidFill>
              <a:srgbClr val="0070C0"/>
            </a:solidFill>
            <a:prstDash val="solid"/>
            <a:round/>
            <a:headEnd type="none" w="sm" len="sm"/>
            <a:tailEnd type="stealth" w="med" len="med"/>
          </a:ln>
        </p:spPr>
      </p:cxnSp>
      <p:cxnSp>
        <p:nvCxnSpPr>
          <p:cNvPr id="275" name="Google Shape;275;p37"/>
          <p:cNvCxnSpPr/>
          <p:nvPr/>
        </p:nvCxnSpPr>
        <p:spPr>
          <a:xfrm flipH="1">
            <a:off x="2305670" y="3018485"/>
            <a:ext cx="1577400" cy="600"/>
          </a:xfrm>
          <a:prstGeom prst="bentConnector3">
            <a:avLst>
              <a:gd name="adj1" fmla="val 50000"/>
            </a:avLst>
          </a:prstGeom>
          <a:solidFill>
            <a:schemeClr val="accent1"/>
          </a:solidFill>
          <a:ln w="28575" cap="flat" cmpd="sng">
            <a:solidFill>
              <a:srgbClr val="FF0000"/>
            </a:solidFill>
            <a:prstDash val="solid"/>
            <a:round/>
            <a:headEnd type="none" w="sm" len="sm"/>
            <a:tailEnd type="stealth" w="med" len="med"/>
          </a:ln>
        </p:spPr>
      </p:cxnSp>
      <p:sp>
        <p:nvSpPr>
          <p:cNvPr id="276" name="Google Shape;276;p37"/>
          <p:cNvSpPr txBox="1"/>
          <p:nvPr/>
        </p:nvSpPr>
        <p:spPr>
          <a:xfrm>
            <a:off x="834352" y="3284141"/>
            <a:ext cx="5256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rgbClr val="FF0000"/>
                </a:solidFill>
                <a:latin typeface="Arial"/>
                <a:ea typeface="Arial"/>
                <a:cs typeface="Arial"/>
                <a:sym typeface="Arial"/>
              </a:rPr>
              <a:t>Megarry J at first instance: </a:t>
            </a:r>
            <a:r>
              <a:rPr lang="en" sz="2000">
                <a:solidFill>
                  <a:srgbClr val="FF0000"/>
                </a:solidFill>
              </a:rPr>
              <a:t>Shares held on a</a:t>
            </a:r>
            <a:r>
              <a:rPr lang="en" sz="2000">
                <a:solidFill>
                  <a:srgbClr val="FF0000"/>
                </a:solidFill>
                <a:latin typeface="Arial"/>
                <a:ea typeface="Arial"/>
                <a:cs typeface="Arial"/>
                <a:sym typeface="Arial"/>
              </a:rPr>
              <a:t>utomatic resulting trust for V. </a:t>
            </a:r>
            <a:endParaRPr/>
          </a:p>
        </p:txBody>
      </p:sp>
      <p:sp>
        <p:nvSpPr>
          <p:cNvPr id="277" name="Google Shape;277;p37"/>
          <p:cNvSpPr txBox="1"/>
          <p:nvPr/>
        </p:nvSpPr>
        <p:spPr>
          <a:xfrm>
            <a:off x="6175925" y="3450675"/>
            <a:ext cx="26442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a:solidFill>
                  <a:srgbClr val="00B050"/>
                </a:solidFill>
                <a:latin typeface="Arial"/>
                <a:ea typeface="Arial"/>
                <a:cs typeface="Arial"/>
                <a:sym typeface="Arial"/>
              </a:rPr>
              <a:t>Lord Denning MR </a:t>
            </a:r>
            <a:r>
              <a:rPr lang="en" sz="2000">
                <a:solidFill>
                  <a:srgbClr val="00B050"/>
                </a:solidFill>
              </a:rPr>
              <a:t>in</a:t>
            </a:r>
            <a:r>
              <a:rPr lang="en" sz="2000">
                <a:solidFill>
                  <a:srgbClr val="00B050"/>
                </a:solidFill>
                <a:latin typeface="Arial"/>
                <a:ea typeface="Arial"/>
                <a:cs typeface="Arial"/>
                <a:sym typeface="Arial"/>
              </a:rPr>
              <a:t> CA: </a:t>
            </a:r>
            <a:r>
              <a:rPr lang="en" sz="2000">
                <a:solidFill>
                  <a:srgbClr val="00B050"/>
                </a:solidFill>
              </a:rPr>
              <a:t>S</a:t>
            </a:r>
            <a:r>
              <a:rPr lang="en" sz="2000">
                <a:solidFill>
                  <a:srgbClr val="00B050"/>
                </a:solidFill>
                <a:latin typeface="Arial"/>
                <a:ea typeface="Arial"/>
                <a:cs typeface="Arial"/>
                <a:sym typeface="Arial"/>
              </a:rPr>
              <a:t>hares held on trust for children</a:t>
            </a:r>
            <a:endParaRPr/>
          </a:p>
        </p:txBody>
      </p:sp>
      <p:sp>
        <p:nvSpPr>
          <p:cNvPr id="278" name="Google Shape;278;p37"/>
          <p:cNvSpPr txBox="1"/>
          <p:nvPr/>
        </p:nvSpPr>
        <p:spPr>
          <a:xfrm>
            <a:off x="5366036" y="2619989"/>
            <a:ext cx="1873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a:solidFill>
                  <a:srgbClr val="0070C0"/>
                </a:solidFill>
                <a:latin typeface="Arial"/>
                <a:ea typeface="Arial"/>
                <a:cs typeface="Arial"/>
                <a:sym typeface="Arial"/>
              </a:rPr>
              <a:t>Paid for</a:t>
            </a:r>
            <a:endParaRPr/>
          </a:p>
        </p:txBody>
      </p:sp>
      <p:cxnSp>
        <p:nvCxnSpPr>
          <p:cNvPr id="279" name="Google Shape;279;p37"/>
          <p:cNvCxnSpPr/>
          <p:nvPr/>
        </p:nvCxnSpPr>
        <p:spPr>
          <a:xfrm rot="10800000" flipH="1">
            <a:off x="5220700" y="3233125"/>
            <a:ext cx="1074300" cy="9300"/>
          </a:xfrm>
          <a:prstGeom prst="straightConnector1">
            <a:avLst/>
          </a:prstGeom>
          <a:noFill/>
          <a:ln w="28575" cap="flat" cmpd="sng">
            <a:solidFill>
              <a:srgbClr val="00B050"/>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8"/>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(V)</a:t>
            </a:r>
            <a:endParaRPr/>
          </a:p>
        </p:txBody>
      </p:sp>
      <p:sp>
        <p:nvSpPr>
          <p:cNvPr id="285" name="Google Shape;285;p38"/>
          <p:cNvSpPr txBox="1"/>
          <p:nvPr/>
        </p:nvSpPr>
        <p:spPr>
          <a:xfrm>
            <a:off x="580225" y="1355483"/>
            <a:ext cx="7772400" cy="1844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dirty="0">
                <a:solidFill>
                  <a:schemeClr val="dk1"/>
                </a:solidFill>
              </a:rPr>
              <a:t>We learn:</a:t>
            </a:r>
            <a:endParaRPr sz="2400" b="1" dirty="0">
              <a:solidFill>
                <a:schemeClr val="dk1"/>
              </a:solidFill>
            </a:endParaRPr>
          </a:p>
          <a:p>
            <a:pPr marL="457200" marR="0" lvl="0" indent="-381000" algn="l" rtl="0">
              <a:spcBef>
                <a:spcPts val="0"/>
              </a:spcBef>
              <a:spcAft>
                <a:spcPts val="0"/>
              </a:spcAft>
              <a:buClr>
                <a:schemeClr val="dk1"/>
              </a:buClr>
              <a:buSzPts val="2400"/>
              <a:buAutoNum type="arabicParenR"/>
            </a:pPr>
            <a:r>
              <a:rPr lang="en" sz="2400" dirty="0">
                <a:solidFill>
                  <a:schemeClr val="dk1"/>
                </a:solidFill>
              </a:rPr>
              <a:t>An automatic resulting trust arises where property is disposed of on trust without specifying a beneficiary.</a:t>
            </a:r>
            <a:endParaRPr sz="2400" dirty="0">
              <a:solidFill>
                <a:schemeClr val="dk1"/>
              </a:solidFill>
            </a:endParaRPr>
          </a:p>
          <a:p>
            <a:pPr marL="457200" marR="0" lvl="0" indent="-381000" algn="l" rtl="0">
              <a:spcBef>
                <a:spcPts val="0"/>
              </a:spcBef>
              <a:spcAft>
                <a:spcPts val="0"/>
              </a:spcAft>
              <a:buClr>
                <a:schemeClr val="dk1"/>
              </a:buClr>
              <a:buSzPts val="2400"/>
              <a:buAutoNum type="arabicParenR"/>
            </a:pPr>
            <a:r>
              <a:rPr lang="en" sz="2400" dirty="0">
                <a:solidFill>
                  <a:schemeClr val="dk1"/>
                </a:solidFill>
              </a:rPr>
              <a:t>When the gap in beneficial ownership is filled, that resulting trust comes to an end (no disposition of beneficial interest needed).</a:t>
            </a:r>
            <a:endParaRPr sz="2400" dirty="0">
              <a:solidFill>
                <a:schemeClr val="dk1"/>
              </a:solidFill>
            </a:endParaRPr>
          </a:p>
          <a:p>
            <a:pPr marL="0" marR="0" lvl="0" indent="0" algn="l" rtl="0">
              <a:spcBef>
                <a:spcPts val="0"/>
              </a:spcBef>
              <a:spcAft>
                <a:spcPts val="0"/>
              </a:spcAft>
              <a:buNone/>
            </a:pPr>
            <a:endParaRPr sz="2400" b="1" dirty="0">
              <a:solidFill>
                <a:schemeClr val="dk1"/>
              </a:solidFill>
            </a:endParaRPr>
          </a:p>
        </p:txBody>
      </p:sp>
      <p:sp>
        <p:nvSpPr>
          <p:cNvPr id="286" name="Google Shape;286;p38"/>
          <p:cNvSpPr txBox="1"/>
          <p:nvPr/>
        </p:nvSpPr>
        <p:spPr>
          <a:xfrm>
            <a:off x="1706097" y="3667950"/>
            <a:ext cx="67521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Arial"/>
                <a:ea typeface="Arial"/>
                <a:cs typeface="Arial"/>
                <a:sym typeface="Arial"/>
              </a:rPr>
              <a:t>Lord Denning: “A resulting trust for the settlor is born and dies without any writing at all. It comes into existence whenever there is a gap in the beneficial ownership. It ceases to exist whenever that gap is filled by someone becoming beneficially entitled.”</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9"/>
          <p:cNvSpPr txBox="1">
            <a:spLocks noGrp="1"/>
          </p:cNvSpPr>
          <p:nvPr>
            <p:ph type="title"/>
          </p:nvPr>
        </p:nvSpPr>
        <p:spPr>
          <a:xfrm>
            <a:off x="685800" y="457200"/>
            <a:ext cx="77724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Vandervell</a:t>
            </a:r>
            <a:r>
              <a:rPr lang="en">
                <a:latin typeface="Arial"/>
                <a:ea typeface="Arial"/>
                <a:cs typeface="Arial"/>
                <a:sym typeface="Arial"/>
              </a:rPr>
              <a:t> saga (VI)</a:t>
            </a:r>
            <a:endParaRPr/>
          </a:p>
        </p:txBody>
      </p:sp>
      <p:sp>
        <p:nvSpPr>
          <p:cNvPr id="292" name="Google Shape;292;p39"/>
          <p:cNvSpPr txBox="1"/>
          <p:nvPr/>
        </p:nvSpPr>
        <p:spPr>
          <a:xfrm>
            <a:off x="449260" y="1299049"/>
            <a:ext cx="3790654" cy="8100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b="1" dirty="0">
                <a:solidFill>
                  <a:schemeClr val="dk1"/>
                </a:solidFill>
              </a:rPr>
              <a:t>T</a:t>
            </a:r>
            <a:r>
              <a:rPr lang="en" b="1" dirty="0">
                <a:solidFill>
                  <a:schemeClr val="dk1"/>
                </a:solidFill>
              </a:rPr>
              <a:t>he question is….</a:t>
            </a:r>
            <a:r>
              <a:rPr lang="en" dirty="0">
                <a:solidFill>
                  <a:schemeClr val="dk1"/>
                </a:solidFill>
              </a:rPr>
              <a:t>Why would the ‘ownership gap’ be filled by the children’s settlement advancing the money for the option?</a:t>
            </a:r>
            <a:endParaRPr dirty="0">
              <a:solidFill>
                <a:schemeClr val="dk1"/>
              </a:solidFill>
            </a:endParaRPr>
          </a:p>
          <a:p>
            <a:pPr marL="0" marR="0" lvl="0" indent="0" algn="l" rtl="0">
              <a:spcBef>
                <a:spcPts val="0"/>
              </a:spcBef>
              <a:spcAft>
                <a:spcPts val="0"/>
              </a:spcAft>
              <a:buNone/>
            </a:pPr>
            <a:endParaRPr sz="2400" b="1" dirty="0">
              <a:solidFill>
                <a:schemeClr val="dk1"/>
              </a:solidFill>
            </a:endParaRPr>
          </a:p>
        </p:txBody>
      </p:sp>
      <p:sp>
        <p:nvSpPr>
          <p:cNvPr id="293" name="Google Shape;293;p39"/>
          <p:cNvSpPr txBox="1"/>
          <p:nvPr/>
        </p:nvSpPr>
        <p:spPr>
          <a:xfrm>
            <a:off x="1706097" y="3667950"/>
            <a:ext cx="67521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600"/>
          </a:p>
        </p:txBody>
      </p:sp>
      <p:sp>
        <p:nvSpPr>
          <p:cNvPr id="2" name="Google Shape;221;p34">
            <a:extLst>
              <a:ext uri="{FF2B5EF4-FFF2-40B4-BE49-F238E27FC236}">
                <a16:creationId xmlns:a16="http://schemas.microsoft.com/office/drawing/2014/main" id="{CC08B9C8-168B-27FB-3BFE-322647B1F03C}"/>
              </a:ext>
            </a:extLst>
          </p:cNvPr>
          <p:cNvSpPr txBox="1"/>
          <p:nvPr/>
        </p:nvSpPr>
        <p:spPr>
          <a:xfrm>
            <a:off x="1337378" y="2619525"/>
            <a:ext cx="1103709" cy="253885"/>
          </a:xfrm>
          <a:prstGeom prst="rect">
            <a:avLst/>
          </a:prstGeom>
          <a:noFill/>
          <a:ln>
            <a:noFill/>
          </a:ln>
        </p:spPr>
        <p:txBody>
          <a:bodyPr spcFirstLastPara="1" wrap="square" lIns="68569" tIns="34275" rIns="68569" bIns="34275" anchor="t" anchorCtr="0">
            <a:spAutoFit/>
          </a:bodyPr>
          <a:lstStyle/>
          <a:p>
            <a:r>
              <a:rPr lang="en" sz="1200" dirty="0" err="1">
                <a:solidFill>
                  <a:schemeClr val="dk1"/>
                </a:solidFill>
              </a:rPr>
              <a:t>Vandervell</a:t>
            </a:r>
            <a:endParaRPr sz="1200" dirty="0">
              <a:solidFill>
                <a:schemeClr val="dk1"/>
              </a:solidFill>
            </a:endParaRPr>
          </a:p>
        </p:txBody>
      </p:sp>
      <p:sp>
        <p:nvSpPr>
          <p:cNvPr id="3" name="Google Shape;223;p34">
            <a:extLst>
              <a:ext uri="{FF2B5EF4-FFF2-40B4-BE49-F238E27FC236}">
                <a16:creationId xmlns:a16="http://schemas.microsoft.com/office/drawing/2014/main" id="{773805A5-4472-14DB-4286-7620FA0C65E7}"/>
              </a:ext>
            </a:extLst>
          </p:cNvPr>
          <p:cNvSpPr txBox="1"/>
          <p:nvPr/>
        </p:nvSpPr>
        <p:spPr>
          <a:xfrm>
            <a:off x="2325020" y="2927171"/>
            <a:ext cx="1404938" cy="253885"/>
          </a:xfrm>
          <a:prstGeom prst="rect">
            <a:avLst/>
          </a:prstGeom>
          <a:noFill/>
          <a:ln>
            <a:noFill/>
          </a:ln>
        </p:spPr>
        <p:txBody>
          <a:bodyPr spcFirstLastPara="1" wrap="square" lIns="68569" tIns="34275" rIns="68569" bIns="34275" anchor="t" anchorCtr="0">
            <a:spAutoFit/>
          </a:bodyPr>
          <a:lstStyle/>
          <a:p>
            <a:r>
              <a:rPr lang="en" sz="1200" dirty="0">
                <a:solidFill>
                  <a:schemeClr val="dk1"/>
                </a:solidFill>
              </a:rPr>
              <a:t>100,000 shares</a:t>
            </a:r>
            <a:endParaRPr sz="1200" dirty="0"/>
          </a:p>
        </p:txBody>
      </p:sp>
      <p:sp>
        <p:nvSpPr>
          <p:cNvPr id="4" name="Google Shape;226;p34">
            <a:extLst>
              <a:ext uri="{FF2B5EF4-FFF2-40B4-BE49-F238E27FC236}">
                <a16:creationId xmlns:a16="http://schemas.microsoft.com/office/drawing/2014/main" id="{CED7EB1B-1D6A-1D54-6072-3BF637DEB157}"/>
              </a:ext>
            </a:extLst>
          </p:cNvPr>
          <p:cNvSpPr txBox="1"/>
          <p:nvPr/>
        </p:nvSpPr>
        <p:spPr>
          <a:xfrm>
            <a:off x="3618095" y="2527192"/>
            <a:ext cx="1404900" cy="438551"/>
          </a:xfrm>
          <a:prstGeom prst="rect">
            <a:avLst/>
          </a:prstGeom>
          <a:noFill/>
          <a:ln>
            <a:noFill/>
          </a:ln>
        </p:spPr>
        <p:txBody>
          <a:bodyPr spcFirstLastPara="1" wrap="square" lIns="68569" tIns="34275" rIns="68569" bIns="34275" anchor="t" anchorCtr="0">
            <a:spAutoFit/>
          </a:bodyPr>
          <a:lstStyle/>
          <a:p>
            <a:r>
              <a:rPr lang="en" sz="1200" dirty="0">
                <a:solidFill>
                  <a:schemeClr val="dk1"/>
                </a:solidFill>
              </a:rPr>
              <a:t>RCS (absolute owners)</a:t>
            </a:r>
            <a:endParaRPr sz="1200" dirty="0"/>
          </a:p>
        </p:txBody>
      </p:sp>
      <p:cxnSp>
        <p:nvCxnSpPr>
          <p:cNvPr id="5" name="Google Shape;227;p34">
            <a:extLst>
              <a:ext uri="{FF2B5EF4-FFF2-40B4-BE49-F238E27FC236}">
                <a16:creationId xmlns:a16="http://schemas.microsoft.com/office/drawing/2014/main" id="{E368323C-D5FA-67E2-E6AF-A55C00C3DB6E}"/>
              </a:ext>
            </a:extLst>
          </p:cNvPr>
          <p:cNvCxnSpPr/>
          <p:nvPr/>
        </p:nvCxnSpPr>
        <p:spPr>
          <a:xfrm rot="10800000" flipH="1">
            <a:off x="2380120" y="2778392"/>
            <a:ext cx="1128375" cy="11250"/>
          </a:xfrm>
          <a:prstGeom prst="straightConnector1">
            <a:avLst/>
          </a:prstGeom>
          <a:noFill/>
          <a:ln w="19050" cap="flat" cmpd="sng">
            <a:solidFill>
              <a:schemeClr val="dk1"/>
            </a:solidFill>
            <a:prstDash val="solid"/>
            <a:round/>
            <a:headEnd type="none" w="med" len="med"/>
            <a:tailEnd type="stealth" w="med" len="med"/>
          </a:ln>
        </p:spPr>
      </p:cxnSp>
      <p:sp>
        <p:nvSpPr>
          <p:cNvPr id="6" name="Google Shape;228;p34">
            <a:extLst>
              <a:ext uri="{FF2B5EF4-FFF2-40B4-BE49-F238E27FC236}">
                <a16:creationId xmlns:a16="http://schemas.microsoft.com/office/drawing/2014/main" id="{9C9104C5-F2D0-27ED-C04B-0A779FD41C4D}"/>
              </a:ext>
            </a:extLst>
          </p:cNvPr>
          <p:cNvSpPr txBox="1"/>
          <p:nvPr/>
        </p:nvSpPr>
        <p:spPr>
          <a:xfrm>
            <a:off x="2289264" y="2285285"/>
            <a:ext cx="1476450" cy="438551"/>
          </a:xfrm>
          <a:prstGeom prst="rect">
            <a:avLst/>
          </a:prstGeom>
          <a:noFill/>
          <a:ln>
            <a:noFill/>
          </a:ln>
        </p:spPr>
        <p:txBody>
          <a:bodyPr spcFirstLastPara="1" wrap="square" lIns="68569" tIns="34275" rIns="68569" bIns="34275" anchor="t" anchorCtr="0">
            <a:spAutoFit/>
          </a:bodyPr>
          <a:lstStyle/>
          <a:p>
            <a:r>
              <a:rPr lang="en" sz="1200" dirty="0">
                <a:solidFill>
                  <a:schemeClr val="dk1"/>
                </a:solidFill>
                <a:latin typeface="+mn-lt"/>
              </a:rPr>
              <a:t>Legal and beneficial title</a:t>
            </a:r>
            <a:endParaRPr sz="1050" dirty="0">
              <a:latin typeface="+mn-lt"/>
            </a:endParaRPr>
          </a:p>
        </p:txBody>
      </p:sp>
      <p:cxnSp>
        <p:nvCxnSpPr>
          <p:cNvPr id="7" name="Google Shape;230;p34">
            <a:extLst>
              <a:ext uri="{FF2B5EF4-FFF2-40B4-BE49-F238E27FC236}">
                <a16:creationId xmlns:a16="http://schemas.microsoft.com/office/drawing/2014/main" id="{26983656-6418-A614-2CB0-32880721E479}"/>
              </a:ext>
            </a:extLst>
          </p:cNvPr>
          <p:cNvCxnSpPr>
            <a:cxnSpLocks/>
            <a:stCxn id="4" idx="0"/>
          </p:cNvCxnSpPr>
          <p:nvPr/>
        </p:nvCxnSpPr>
        <p:spPr>
          <a:xfrm flipV="1">
            <a:off x="4320545" y="1925837"/>
            <a:ext cx="621820" cy="601355"/>
          </a:xfrm>
          <a:prstGeom prst="straightConnector1">
            <a:avLst/>
          </a:prstGeom>
          <a:noFill/>
          <a:ln w="19050" cap="flat" cmpd="sng">
            <a:solidFill>
              <a:schemeClr val="dk1"/>
            </a:solidFill>
            <a:prstDash val="solid"/>
            <a:round/>
            <a:headEnd type="none" w="med" len="med"/>
            <a:tailEnd type="stealth" w="med" len="med"/>
          </a:ln>
        </p:spPr>
      </p:cxnSp>
      <p:sp>
        <p:nvSpPr>
          <p:cNvPr id="8" name="Google Shape;231;p34">
            <a:extLst>
              <a:ext uri="{FF2B5EF4-FFF2-40B4-BE49-F238E27FC236}">
                <a16:creationId xmlns:a16="http://schemas.microsoft.com/office/drawing/2014/main" id="{2DE0EE9C-C789-72FD-1318-59FF9FFB64F9}"/>
              </a:ext>
            </a:extLst>
          </p:cNvPr>
          <p:cNvSpPr txBox="1"/>
          <p:nvPr/>
        </p:nvSpPr>
        <p:spPr>
          <a:xfrm>
            <a:off x="4942365" y="1617992"/>
            <a:ext cx="822084" cy="253885"/>
          </a:xfrm>
          <a:prstGeom prst="rect">
            <a:avLst/>
          </a:prstGeom>
          <a:noFill/>
          <a:ln>
            <a:noFill/>
          </a:ln>
        </p:spPr>
        <p:txBody>
          <a:bodyPr spcFirstLastPara="1" wrap="square" lIns="68569" tIns="34275" rIns="68569" bIns="34275" anchor="t" anchorCtr="0">
            <a:spAutoFit/>
          </a:bodyPr>
          <a:lstStyle/>
          <a:p>
            <a:r>
              <a:rPr lang="en" sz="1200" dirty="0">
                <a:solidFill>
                  <a:schemeClr val="dk1"/>
                </a:solidFill>
              </a:rPr>
              <a:t>Trustees</a:t>
            </a:r>
            <a:endParaRPr sz="1200" dirty="0"/>
          </a:p>
        </p:txBody>
      </p:sp>
      <p:sp>
        <p:nvSpPr>
          <p:cNvPr id="9" name="Google Shape;228;p34">
            <a:extLst>
              <a:ext uri="{FF2B5EF4-FFF2-40B4-BE49-F238E27FC236}">
                <a16:creationId xmlns:a16="http://schemas.microsoft.com/office/drawing/2014/main" id="{EA881DED-FB05-0375-976E-B28B671353C8}"/>
              </a:ext>
            </a:extLst>
          </p:cNvPr>
          <p:cNvSpPr txBox="1"/>
          <p:nvPr/>
        </p:nvSpPr>
        <p:spPr>
          <a:xfrm>
            <a:off x="4717602" y="2159951"/>
            <a:ext cx="588174" cy="253885"/>
          </a:xfrm>
          <a:prstGeom prst="rect">
            <a:avLst/>
          </a:prstGeom>
          <a:noFill/>
          <a:ln>
            <a:noFill/>
          </a:ln>
        </p:spPr>
        <p:txBody>
          <a:bodyPr spcFirstLastPara="1" wrap="square" lIns="68569" tIns="34275" rIns="68569" bIns="34275" anchor="t" anchorCtr="0">
            <a:spAutoFit/>
          </a:bodyPr>
          <a:lstStyle/>
          <a:p>
            <a:r>
              <a:rPr lang="en" sz="1200" dirty="0">
                <a:solidFill>
                  <a:schemeClr val="dk1"/>
                </a:solidFill>
                <a:latin typeface="+mn-lt"/>
              </a:rPr>
              <a:t>Option</a:t>
            </a:r>
            <a:endParaRPr sz="1050" dirty="0">
              <a:latin typeface="+mn-lt"/>
            </a:endParaRPr>
          </a:p>
        </p:txBody>
      </p:sp>
      <p:cxnSp>
        <p:nvCxnSpPr>
          <p:cNvPr id="10" name="Straight Arrow Connector 9">
            <a:extLst>
              <a:ext uri="{FF2B5EF4-FFF2-40B4-BE49-F238E27FC236}">
                <a16:creationId xmlns:a16="http://schemas.microsoft.com/office/drawing/2014/main" id="{FB422BA9-77CE-A706-BEAA-3476FBB9BCC4}"/>
              </a:ext>
            </a:extLst>
          </p:cNvPr>
          <p:cNvCxnSpPr>
            <a:cxnSpLocks/>
          </p:cNvCxnSpPr>
          <p:nvPr/>
        </p:nvCxnSpPr>
        <p:spPr bwMode="auto">
          <a:xfrm>
            <a:off x="5386407" y="1925837"/>
            <a:ext cx="0" cy="863806"/>
          </a:xfrm>
          <a:prstGeom prst="straightConnector1">
            <a:avLst/>
          </a:prstGeom>
          <a:noFill/>
          <a:ln w="19050" cap="flat" cmpd="sng">
            <a:solidFill>
              <a:srgbClr val="FF0000"/>
            </a:solidFill>
            <a:prstDash val="solid"/>
            <a:round/>
            <a:headEnd type="none" w="med" len="med"/>
            <a:tailEnd type="stealth" w="med" len="med"/>
          </a:ln>
        </p:spPr>
      </p:cxnSp>
      <p:sp>
        <p:nvSpPr>
          <p:cNvPr id="11" name="Google Shape;228;p34">
            <a:extLst>
              <a:ext uri="{FF2B5EF4-FFF2-40B4-BE49-F238E27FC236}">
                <a16:creationId xmlns:a16="http://schemas.microsoft.com/office/drawing/2014/main" id="{237A1E8B-3449-163D-9870-7421F3342809}"/>
              </a:ext>
            </a:extLst>
          </p:cNvPr>
          <p:cNvSpPr txBox="1"/>
          <p:nvPr/>
        </p:nvSpPr>
        <p:spPr>
          <a:xfrm>
            <a:off x="5037990" y="2874032"/>
            <a:ext cx="854630" cy="438551"/>
          </a:xfrm>
          <a:prstGeom prst="rect">
            <a:avLst/>
          </a:prstGeom>
          <a:noFill/>
          <a:ln>
            <a:noFill/>
          </a:ln>
        </p:spPr>
        <p:txBody>
          <a:bodyPr spcFirstLastPara="1" wrap="square" lIns="68569" tIns="34275" rIns="68569" bIns="34275" anchor="t" anchorCtr="0">
            <a:spAutoFit/>
          </a:bodyPr>
          <a:lstStyle/>
          <a:p>
            <a:r>
              <a:rPr lang="en" sz="1200" dirty="0">
                <a:solidFill>
                  <a:srgbClr val="FF0000"/>
                </a:solidFill>
                <a:latin typeface="+mn-lt"/>
              </a:rPr>
              <a:t>Held on trust for?</a:t>
            </a:r>
            <a:endParaRPr sz="1050" dirty="0">
              <a:solidFill>
                <a:srgbClr val="FF0000"/>
              </a:solidFill>
              <a:latin typeface="+mn-lt"/>
            </a:endParaRPr>
          </a:p>
        </p:txBody>
      </p:sp>
      <p:sp>
        <p:nvSpPr>
          <p:cNvPr id="12" name="Spojnice: zakřivená 17">
            <a:extLst>
              <a:ext uri="{FF2B5EF4-FFF2-40B4-BE49-F238E27FC236}">
                <a16:creationId xmlns:a16="http://schemas.microsoft.com/office/drawing/2014/main" id="{0886E81D-92B4-601A-DC4B-B740C76FC90D}"/>
              </a:ext>
            </a:extLst>
          </p:cNvPr>
          <p:cNvSpPr/>
          <p:nvPr/>
        </p:nvSpPr>
        <p:spPr>
          <a:xfrm rot="16200000" flipV="1">
            <a:off x="3365366" y="1444034"/>
            <a:ext cx="414419" cy="3501129"/>
          </a:xfrm>
          <a:prstGeom prst="curvedConnector3">
            <a:avLst>
              <a:gd name="adj1" fmla="val -195257"/>
            </a:avLst>
          </a:prstGeom>
          <a:gradFill>
            <a:gsLst>
              <a:gs pos="1000">
                <a:srgbClr val="489CD1">
                  <a:alpha val="5000"/>
                </a:srgbClr>
              </a:gs>
              <a:gs pos="25000">
                <a:srgbClr val="A9D7B2">
                  <a:alpha val="5000"/>
                </a:srgbClr>
              </a:gs>
              <a:gs pos="50000">
                <a:srgbClr val="B92B65">
                  <a:alpha val="5000"/>
                </a:srgbClr>
              </a:gs>
              <a:gs pos="76000">
                <a:srgbClr val="9B2486">
                  <a:alpha val="5000"/>
                </a:srgbClr>
              </a:gs>
              <a:gs pos="100000">
                <a:srgbClr val="244F85">
                  <a:alpha val="5000"/>
                </a:srgbClr>
              </a:gs>
            </a:gsLst>
          </a:gradFill>
          <a:ln w="36000">
            <a:gradFill>
              <a:gsLst>
                <a:gs pos="1000">
                  <a:srgbClr val="489CD1"/>
                </a:gs>
                <a:gs pos="25000">
                  <a:srgbClr val="A9D7B2"/>
                </a:gs>
                <a:gs pos="50000">
                  <a:srgbClr val="B92B65"/>
                </a:gs>
                <a:gs pos="76000">
                  <a:srgbClr val="9B2486"/>
                </a:gs>
                <a:gs pos="100000">
                  <a:srgbClr val="244F85"/>
                </a:gs>
              </a:gsLst>
            </a:gradFill>
            <a:tailEnd type="arrow"/>
          </a:ln>
        </p:spPr>
        <p:txBody>
          <a:bodyPr wrap="none" rtlCol="0" anchor="ctr" anchorCtr="1"/>
          <a:lstStyle/>
          <a:p>
            <a:endParaRPr lang="de-DE" sz="1050">
              <a:gradFill>
                <a:gsLst>
                  <a:gs pos="1000">
                    <a:srgbClr val="489CD1"/>
                  </a:gs>
                  <a:gs pos="25000">
                    <a:srgbClr val="A9D7B2"/>
                  </a:gs>
                  <a:gs pos="50000">
                    <a:srgbClr val="B92B65"/>
                  </a:gs>
                  <a:gs pos="76000">
                    <a:srgbClr val="9B2486"/>
                  </a:gs>
                  <a:gs pos="100000">
                    <a:srgbClr val="244F85"/>
                  </a:gs>
                </a:gsLst>
              </a:gradFill>
            </a:endParaRPr>
          </a:p>
        </p:txBody>
      </p:sp>
      <p:sp>
        <p:nvSpPr>
          <p:cNvPr id="13" name="Google Shape;223;p34">
            <a:extLst>
              <a:ext uri="{FF2B5EF4-FFF2-40B4-BE49-F238E27FC236}">
                <a16:creationId xmlns:a16="http://schemas.microsoft.com/office/drawing/2014/main" id="{217ACA26-2770-591B-7784-2F78995738D8}"/>
              </a:ext>
            </a:extLst>
          </p:cNvPr>
          <p:cNvSpPr txBox="1"/>
          <p:nvPr/>
        </p:nvSpPr>
        <p:spPr>
          <a:xfrm>
            <a:off x="2929821" y="4334922"/>
            <a:ext cx="1160442" cy="438551"/>
          </a:xfrm>
          <a:prstGeom prst="rect">
            <a:avLst/>
          </a:prstGeom>
          <a:noFill/>
          <a:ln>
            <a:noFill/>
          </a:ln>
        </p:spPr>
        <p:txBody>
          <a:bodyPr spcFirstLastPara="1" wrap="square" lIns="68569" tIns="34275" rIns="68569" bIns="34275" anchor="t" anchorCtr="0">
            <a:spAutoFit/>
          </a:bodyPr>
          <a:lstStyle/>
          <a:p>
            <a:r>
              <a:rPr lang="en" sz="1200" dirty="0">
                <a:solidFill>
                  <a:srgbClr val="0070C0"/>
                </a:solidFill>
              </a:rPr>
              <a:t>Automatic resulting trust</a:t>
            </a:r>
            <a:endParaRPr sz="1200" dirty="0">
              <a:solidFill>
                <a:srgbClr val="0070C0"/>
              </a:solidFill>
            </a:endParaRPr>
          </a:p>
        </p:txBody>
      </p:sp>
      <p:sp>
        <p:nvSpPr>
          <p:cNvPr id="14" name="Google Shape;226;p34">
            <a:extLst>
              <a:ext uri="{FF2B5EF4-FFF2-40B4-BE49-F238E27FC236}">
                <a16:creationId xmlns:a16="http://schemas.microsoft.com/office/drawing/2014/main" id="{7037BBB3-FACC-4059-B601-D3B2E869E88E}"/>
              </a:ext>
            </a:extLst>
          </p:cNvPr>
          <p:cNvSpPr txBox="1"/>
          <p:nvPr/>
        </p:nvSpPr>
        <p:spPr>
          <a:xfrm>
            <a:off x="6037944" y="2570366"/>
            <a:ext cx="1054376" cy="438551"/>
          </a:xfrm>
          <a:prstGeom prst="rect">
            <a:avLst/>
          </a:prstGeom>
          <a:noFill/>
          <a:ln>
            <a:noFill/>
          </a:ln>
        </p:spPr>
        <p:txBody>
          <a:bodyPr spcFirstLastPara="1" wrap="square" lIns="68569" tIns="34275" rIns="68569" bIns="34275" anchor="t" anchorCtr="0">
            <a:spAutoFit/>
          </a:bodyPr>
          <a:lstStyle/>
          <a:p>
            <a:r>
              <a:rPr lang="en" sz="1200" dirty="0">
                <a:solidFill>
                  <a:schemeClr val="dk1"/>
                </a:solidFill>
              </a:rPr>
              <a:t>Children’s settlement</a:t>
            </a:r>
            <a:endParaRPr sz="1200" dirty="0"/>
          </a:p>
        </p:txBody>
      </p:sp>
      <p:cxnSp>
        <p:nvCxnSpPr>
          <p:cNvPr id="15" name="Straight Arrow Connector 14">
            <a:extLst>
              <a:ext uri="{FF2B5EF4-FFF2-40B4-BE49-F238E27FC236}">
                <a16:creationId xmlns:a16="http://schemas.microsoft.com/office/drawing/2014/main" id="{40957970-B524-4477-07EF-721E22A8098A}"/>
              </a:ext>
            </a:extLst>
          </p:cNvPr>
          <p:cNvCxnSpPr>
            <a:cxnSpLocks/>
            <a:stCxn id="14" idx="1"/>
            <a:endCxn id="9" idx="3"/>
          </p:cNvCxnSpPr>
          <p:nvPr/>
        </p:nvCxnSpPr>
        <p:spPr bwMode="auto">
          <a:xfrm flipH="1" flipV="1">
            <a:off x="5305776" y="2286894"/>
            <a:ext cx="732168" cy="502748"/>
          </a:xfrm>
          <a:prstGeom prst="straightConnector1">
            <a:avLst/>
          </a:prstGeom>
          <a:solidFill>
            <a:schemeClr val="accent1"/>
          </a:solidFill>
          <a:ln w="19050" cap="flat" cmpd="sng" algn="ctr">
            <a:solidFill>
              <a:srgbClr val="00B050"/>
            </a:solidFill>
            <a:prstDash val="solid"/>
            <a:round/>
            <a:headEnd type="none" w="med" len="med"/>
            <a:tailEnd type="triangle"/>
          </a:ln>
          <a:effectLst/>
        </p:spPr>
      </p:cxnSp>
      <p:sp>
        <p:nvSpPr>
          <p:cNvPr id="16" name="Google Shape;226;p34">
            <a:extLst>
              <a:ext uri="{FF2B5EF4-FFF2-40B4-BE49-F238E27FC236}">
                <a16:creationId xmlns:a16="http://schemas.microsoft.com/office/drawing/2014/main" id="{D9781CE8-0577-45ED-5FCB-CD56A43492EC}"/>
              </a:ext>
            </a:extLst>
          </p:cNvPr>
          <p:cNvSpPr txBox="1"/>
          <p:nvPr/>
        </p:nvSpPr>
        <p:spPr>
          <a:xfrm>
            <a:off x="5591387" y="2240050"/>
            <a:ext cx="1054376" cy="253885"/>
          </a:xfrm>
          <a:prstGeom prst="rect">
            <a:avLst/>
          </a:prstGeom>
          <a:noFill/>
          <a:ln>
            <a:noFill/>
          </a:ln>
        </p:spPr>
        <p:txBody>
          <a:bodyPr spcFirstLastPara="1" wrap="square" lIns="68569" tIns="34275" rIns="68569" bIns="34275" anchor="t" anchorCtr="0">
            <a:spAutoFit/>
          </a:bodyPr>
          <a:lstStyle/>
          <a:p>
            <a:r>
              <a:rPr lang="en" sz="1200" dirty="0">
                <a:solidFill>
                  <a:srgbClr val="00B050"/>
                </a:solidFill>
              </a:rPr>
              <a:t>payment</a:t>
            </a:r>
            <a:endParaRPr sz="1200" dirty="0">
              <a:solidFill>
                <a:srgbClr val="00B050"/>
              </a:solidFill>
            </a:endParaRPr>
          </a:p>
        </p:txBody>
      </p:sp>
      <p:sp>
        <p:nvSpPr>
          <p:cNvPr id="17" name="Spojnice: zakřivená 17">
            <a:extLst>
              <a:ext uri="{FF2B5EF4-FFF2-40B4-BE49-F238E27FC236}">
                <a16:creationId xmlns:a16="http://schemas.microsoft.com/office/drawing/2014/main" id="{81BAE350-66F2-6DAB-C378-A796F857B59A}"/>
              </a:ext>
            </a:extLst>
          </p:cNvPr>
          <p:cNvSpPr/>
          <p:nvPr/>
        </p:nvSpPr>
        <p:spPr>
          <a:xfrm rot="16200000">
            <a:off x="5992383" y="2730653"/>
            <a:ext cx="150439" cy="989247"/>
          </a:xfrm>
          <a:prstGeom prst="curvedConnector3">
            <a:avLst>
              <a:gd name="adj1" fmla="val -540845"/>
            </a:avLst>
          </a:prstGeom>
          <a:gradFill>
            <a:gsLst>
              <a:gs pos="1000">
                <a:srgbClr val="489CD1">
                  <a:alpha val="5000"/>
                </a:srgbClr>
              </a:gs>
              <a:gs pos="25000">
                <a:srgbClr val="A9D7B2">
                  <a:alpha val="5000"/>
                </a:srgbClr>
              </a:gs>
              <a:gs pos="50000">
                <a:srgbClr val="B92B65">
                  <a:alpha val="5000"/>
                </a:srgbClr>
              </a:gs>
              <a:gs pos="76000">
                <a:srgbClr val="9B2486">
                  <a:alpha val="5000"/>
                </a:srgbClr>
              </a:gs>
              <a:gs pos="100000">
                <a:srgbClr val="244F85">
                  <a:alpha val="5000"/>
                </a:srgbClr>
              </a:gs>
            </a:gsLst>
          </a:gradFill>
          <a:ln w="36000">
            <a:gradFill>
              <a:gsLst>
                <a:gs pos="1000">
                  <a:srgbClr val="489CD1"/>
                </a:gs>
                <a:gs pos="25000">
                  <a:srgbClr val="A9D7B2"/>
                </a:gs>
                <a:gs pos="50000">
                  <a:srgbClr val="B92B65"/>
                </a:gs>
                <a:gs pos="76000">
                  <a:srgbClr val="9B2486"/>
                </a:gs>
                <a:gs pos="100000">
                  <a:srgbClr val="244F85"/>
                </a:gs>
              </a:gsLst>
            </a:gradFill>
            <a:tailEnd type="arrow"/>
          </a:ln>
        </p:spPr>
        <p:txBody>
          <a:bodyPr wrap="none" rtlCol="0" anchor="ctr" anchorCtr="1"/>
          <a:lstStyle/>
          <a:p>
            <a:endParaRPr lang="de-DE" sz="1050">
              <a:gradFill>
                <a:gsLst>
                  <a:gs pos="1000">
                    <a:srgbClr val="489CD1"/>
                  </a:gs>
                  <a:gs pos="25000">
                    <a:srgbClr val="A9D7B2"/>
                  </a:gs>
                  <a:gs pos="50000">
                    <a:srgbClr val="B92B65"/>
                  </a:gs>
                  <a:gs pos="76000">
                    <a:srgbClr val="9B2486"/>
                  </a:gs>
                  <a:gs pos="100000">
                    <a:srgbClr val="244F85"/>
                  </a:gs>
                </a:gsLst>
              </a:gradFill>
            </a:endParaRPr>
          </a:p>
        </p:txBody>
      </p:sp>
      <p:sp>
        <p:nvSpPr>
          <p:cNvPr id="18" name="Google Shape;223;p34">
            <a:extLst>
              <a:ext uri="{FF2B5EF4-FFF2-40B4-BE49-F238E27FC236}">
                <a16:creationId xmlns:a16="http://schemas.microsoft.com/office/drawing/2014/main" id="{10F75D65-F5A1-6441-925C-8DC8A84862CC}"/>
              </a:ext>
            </a:extLst>
          </p:cNvPr>
          <p:cNvSpPr txBox="1"/>
          <p:nvPr/>
        </p:nvSpPr>
        <p:spPr>
          <a:xfrm>
            <a:off x="5454816" y="4347810"/>
            <a:ext cx="1160442" cy="438551"/>
          </a:xfrm>
          <a:prstGeom prst="rect">
            <a:avLst/>
          </a:prstGeom>
          <a:noFill/>
          <a:ln>
            <a:noFill/>
          </a:ln>
        </p:spPr>
        <p:txBody>
          <a:bodyPr spcFirstLastPara="1" wrap="square" lIns="68569" tIns="34275" rIns="68569" bIns="34275" anchor="t" anchorCtr="0">
            <a:spAutoFit/>
          </a:bodyPr>
          <a:lstStyle/>
          <a:p>
            <a:r>
              <a:rPr lang="en" sz="1200" dirty="0">
                <a:solidFill>
                  <a:srgbClr val="0070C0"/>
                </a:solidFill>
              </a:rPr>
              <a:t>ART resolved in </a:t>
            </a:r>
            <a:r>
              <a:rPr lang="en" sz="1200" dirty="0" err="1">
                <a:solidFill>
                  <a:srgbClr val="0070C0"/>
                </a:solidFill>
              </a:rPr>
              <a:t>favour</a:t>
            </a:r>
            <a:r>
              <a:rPr lang="en" sz="1200" dirty="0">
                <a:solidFill>
                  <a:srgbClr val="0070C0"/>
                </a:solidFill>
              </a:rPr>
              <a:t> of</a:t>
            </a:r>
            <a:endParaRPr sz="12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6" grpId="0"/>
      <p:bldP spid="16" grpId="1"/>
      <p:bldP spid="17" grpId="0" animBg="1"/>
      <p:bldP spid="17" grpId="1" animBg="1"/>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0"/>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The </a:t>
            </a:r>
            <a:r>
              <a:rPr lang="en" i="1">
                <a:latin typeface="Arial"/>
                <a:ea typeface="Arial"/>
                <a:cs typeface="Arial"/>
                <a:sym typeface="Arial"/>
              </a:rPr>
              <a:t>Quistclose</a:t>
            </a:r>
            <a:r>
              <a:rPr lang="en">
                <a:latin typeface="Arial"/>
                <a:ea typeface="Arial"/>
                <a:cs typeface="Arial"/>
                <a:sym typeface="Arial"/>
              </a:rPr>
              <a:t> trust</a:t>
            </a:r>
            <a:endParaRPr/>
          </a:p>
        </p:txBody>
      </p:sp>
      <p:sp>
        <p:nvSpPr>
          <p:cNvPr id="299" name="Google Shape;299;p40"/>
          <p:cNvSpPr txBox="1"/>
          <p:nvPr/>
        </p:nvSpPr>
        <p:spPr>
          <a:xfrm>
            <a:off x="580230" y="1383618"/>
            <a:ext cx="7772400" cy="38862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400" b="1" i="1" u="sng">
                <a:solidFill>
                  <a:schemeClr val="dk1"/>
                </a:solidFill>
                <a:latin typeface="Arial"/>
                <a:ea typeface="Arial"/>
                <a:cs typeface="Arial"/>
                <a:sym typeface="Arial"/>
              </a:rPr>
              <a:t>Barclays Bank Ltd v Quistclose Investments Ltd</a:t>
            </a:r>
            <a:r>
              <a:rPr lang="en" sz="2400" b="1" u="sng">
                <a:solidFill>
                  <a:schemeClr val="dk1"/>
                </a:solidFill>
                <a:latin typeface="Arial"/>
                <a:ea typeface="Arial"/>
                <a:cs typeface="Arial"/>
                <a:sym typeface="Arial"/>
              </a:rPr>
              <a:t> [1970] AC 567</a:t>
            </a:r>
            <a:endParaRPr sz="2400" b="1" i="0" u="none" strike="noStrike" cap="none">
              <a:solidFill>
                <a:schemeClr val="dk1"/>
              </a:solidFill>
              <a:latin typeface="Arial"/>
              <a:ea typeface="Arial"/>
              <a:cs typeface="Arial"/>
              <a:sym typeface="Arial"/>
            </a:endParaRPr>
          </a:p>
        </p:txBody>
      </p:sp>
      <p:sp>
        <p:nvSpPr>
          <p:cNvPr id="300" name="Google Shape;300;p40"/>
          <p:cNvSpPr/>
          <p:nvPr/>
        </p:nvSpPr>
        <p:spPr>
          <a:xfrm>
            <a:off x="1331640" y="3171695"/>
            <a:ext cx="2160240" cy="864096"/>
          </a:xfrm>
          <a:prstGeom prst="roundRect">
            <a:avLst>
              <a:gd name="adj" fmla="val 16667"/>
            </a:avLst>
          </a:prstGeom>
          <a:solidFill>
            <a:srgbClr val="9DD2D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 sz="2000" b="0" i="0" u="none" strike="noStrike" cap="none">
                <a:solidFill>
                  <a:schemeClr val="dk1"/>
                </a:solidFill>
                <a:latin typeface="Arial"/>
                <a:ea typeface="Arial"/>
                <a:cs typeface="Arial"/>
                <a:sym typeface="Arial"/>
              </a:rPr>
              <a:t>Rolls Razor Ltd</a:t>
            </a:r>
            <a:endParaRPr sz="2000" b="0" i="0" u="none" strike="noStrike" cap="none">
              <a:solidFill>
                <a:schemeClr val="dk1"/>
              </a:solidFill>
              <a:latin typeface="Arial"/>
              <a:ea typeface="Arial"/>
              <a:cs typeface="Arial"/>
              <a:sym typeface="Arial"/>
            </a:endParaRPr>
          </a:p>
        </p:txBody>
      </p:sp>
      <p:sp>
        <p:nvSpPr>
          <p:cNvPr id="301" name="Google Shape;301;p40"/>
          <p:cNvSpPr/>
          <p:nvPr/>
        </p:nvSpPr>
        <p:spPr>
          <a:xfrm>
            <a:off x="6660232" y="3117689"/>
            <a:ext cx="2160240" cy="864096"/>
          </a:xfrm>
          <a:prstGeom prst="roundRect">
            <a:avLst>
              <a:gd name="adj" fmla="val 16667"/>
            </a:avLst>
          </a:prstGeom>
          <a:solidFill>
            <a:srgbClr val="D0D0E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 sz="2000" b="0" i="0" u="none" strike="noStrike" cap="none">
                <a:solidFill>
                  <a:schemeClr val="dk1"/>
                </a:solidFill>
                <a:latin typeface="Arial"/>
                <a:ea typeface="Arial"/>
                <a:cs typeface="Arial"/>
                <a:sym typeface="Arial"/>
              </a:rPr>
              <a:t>Quistclose Investments Ltd</a:t>
            </a:r>
            <a:endParaRPr sz="2000" b="0" i="0" u="none" strike="noStrike" cap="none">
              <a:solidFill>
                <a:schemeClr val="dk1"/>
              </a:solidFill>
              <a:latin typeface="Arial"/>
              <a:ea typeface="Arial"/>
              <a:cs typeface="Arial"/>
              <a:sym typeface="Arial"/>
            </a:endParaRPr>
          </a:p>
        </p:txBody>
      </p:sp>
      <p:sp>
        <p:nvSpPr>
          <p:cNvPr id="302" name="Google Shape;302;p40"/>
          <p:cNvSpPr/>
          <p:nvPr/>
        </p:nvSpPr>
        <p:spPr>
          <a:xfrm>
            <a:off x="3923928" y="2037568"/>
            <a:ext cx="2160240" cy="864096"/>
          </a:xfrm>
          <a:prstGeom prst="roundRect">
            <a:avLst>
              <a:gd name="adj" fmla="val 16667"/>
            </a:avLst>
          </a:prstGeom>
          <a:solidFill>
            <a:srgbClr val="71BEC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 sz="2000">
                <a:solidFill>
                  <a:schemeClr val="dk1"/>
                </a:solidFill>
                <a:latin typeface="Arial"/>
                <a:ea typeface="Arial"/>
                <a:cs typeface="Arial"/>
                <a:sym typeface="Arial"/>
              </a:rPr>
              <a:t>Barclays Bank</a:t>
            </a:r>
            <a:endParaRPr sz="2000" b="0" i="0" u="none" strike="noStrike" cap="none">
              <a:solidFill>
                <a:schemeClr val="dk1"/>
              </a:solidFill>
              <a:latin typeface="Arial"/>
              <a:ea typeface="Arial"/>
              <a:cs typeface="Arial"/>
              <a:sym typeface="Arial"/>
            </a:endParaRPr>
          </a:p>
        </p:txBody>
      </p:sp>
      <p:cxnSp>
        <p:nvCxnSpPr>
          <p:cNvPr id="303" name="Google Shape;303;p40"/>
          <p:cNvCxnSpPr/>
          <p:nvPr/>
        </p:nvCxnSpPr>
        <p:spPr>
          <a:xfrm rot="10800000">
            <a:off x="3695300" y="3532337"/>
            <a:ext cx="2676900" cy="17400"/>
          </a:xfrm>
          <a:prstGeom prst="straightConnector1">
            <a:avLst/>
          </a:prstGeom>
          <a:solidFill>
            <a:schemeClr val="accent1"/>
          </a:solidFill>
          <a:ln w="19050" cap="flat" cmpd="sng">
            <a:solidFill>
              <a:schemeClr val="dk1"/>
            </a:solidFill>
            <a:prstDash val="solid"/>
            <a:round/>
            <a:headEnd type="none" w="sm" len="sm"/>
            <a:tailEnd type="stealth" w="med" len="med"/>
          </a:ln>
        </p:spPr>
      </p:cxnSp>
      <p:sp>
        <p:nvSpPr>
          <p:cNvPr id="304" name="Google Shape;304;p40"/>
          <p:cNvSpPr txBox="1"/>
          <p:nvPr/>
        </p:nvSpPr>
        <p:spPr>
          <a:xfrm>
            <a:off x="3695200" y="3631825"/>
            <a:ext cx="26769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a:solidFill>
                  <a:schemeClr val="dk1"/>
                </a:solidFill>
                <a:latin typeface="Arial"/>
                <a:ea typeface="Arial"/>
                <a:cs typeface="Arial"/>
                <a:sym typeface="Arial"/>
              </a:rPr>
              <a:t>Lends money for the purpose of paying dividends to shareholders</a:t>
            </a:r>
            <a:endParaRPr sz="1200"/>
          </a:p>
        </p:txBody>
      </p:sp>
      <p:cxnSp>
        <p:nvCxnSpPr>
          <p:cNvPr id="305" name="Google Shape;305;p40"/>
          <p:cNvCxnSpPr/>
          <p:nvPr/>
        </p:nvCxnSpPr>
        <p:spPr>
          <a:xfrm rot="10800000" flipH="1">
            <a:off x="2519748" y="2529358"/>
            <a:ext cx="1296000" cy="594000"/>
          </a:xfrm>
          <a:prstGeom prst="straightConnector1">
            <a:avLst/>
          </a:prstGeom>
          <a:solidFill>
            <a:schemeClr val="accent1"/>
          </a:solidFill>
          <a:ln w="19050" cap="flat" cmpd="sng">
            <a:solidFill>
              <a:schemeClr val="dk1"/>
            </a:solidFill>
            <a:prstDash val="solid"/>
            <a:round/>
            <a:headEnd type="none" w="sm" len="sm"/>
            <a:tailEnd type="stealth" w="med" len="med"/>
          </a:ln>
        </p:spPr>
      </p:cxnSp>
      <p:sp>
        <p:nvSpPr>
          <p:cNvPr id="306" name="Google Shape;306;p40"/>
          <p:cNvSpPr txBox="1"/>
          <p:nvPr/>
        </p:nvSpPr>
        <p:spPr>
          <a:xfrm>
            <a:off x="1907704" y="2202304"/>
            <a:ext cx="18723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a:solidFill>
                  <a:schemeClr val="dk1"/>
                </a:solidFill>
                <a:latin typeface="Arial"/>
                <a:ea typeface="Arial"/>
                <a:cs typeface="Arial"/>
                <a:sym typeface="Arial"/>
              </a:rPr>
              <a:t>Pays money into separate account held at</a:t>
            </a:r>
            <a:endParaRPr sz="1200"/>
          </a:p>
        </p:txBody>
      </p:sp>
      <p:sp>
        <p:nvSpPr>
          <p:cNvPr id="307" name="Google Shape;307;p40"/>
          <p:cNvSpPr txBox="1"/>
          <p:nvPr/>
        </p:nvSpPr>
        <p:spPr>
          <a:xfrm>
            <a:off x="1403648" y="4128123"/>
            <a:ext cx="2016224" cy="2539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rgbClr val="FF0000"/>
                </a:solidFill>
                <a:latin typeface="Arial"/>
                <a:ea typeface="Arial"/>
                <a:cs typeface="Arial"/>
                <a:sym typeface="Arial"/>
              </a:rPr>
              <a:t>Becomes insolvent</a:t>
            </a:r>
            <a:endParaRPr/>
          </a:p>
        </p:txBody>
      </p:sp>
      <p:sp>
        <p:nvSpPr>
          <p:cNvPr id="308" name="Google Shape;308;p40"/>
          <p:cNvSpPr txBox="1"/>
          <p:nvPr/>
        </p:nvSpPr>
        <p:spPr>
          <a:xfrm>
            <a:off x="6156176" y="2037569"/>
            <a:ext cx="2016300" cy="73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a:solidFill>
                  <a:srgbClr val="FF0000"/>
                </a:solidFill>
                <a:latin typeface="Arial"/>
                <a:ea typeface="Arial"/>
                <a:cs typeface="Arial"/>
                <a:sym typeface="Arial"/>
              </a:rPr>
              <a:t>Becomes one of RR’s creditors – could they offset overdrafts?</a:t>
            </a:r>
            <a:endParaRPr sz="1200"/>
          </a:p>
        </p:txBody>
      </p:sp>
      <p:sp>
        <p:nvSpPr>
          <p:cNvPr id="309" name="Google Shape;309;p40"/>
          <p:cNvSpPr txBox="1"/>
          <p:nvPr/>
        </p:nvSpPr>
        <p:spPr>
          <a:xfrm>
            <a:off x="4659921" y="3225700"/>
            <a:ext cx="701830" cy="2539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Arial"/>
                <a:ea typeface="Arial"/>
                <a:cs typeface="Arial"/>
                <a:sym typeface="Arial"/>
              </a:rPr>
              <a:t>£$€</a:t>
            </a:r>
            <a:endParaRPr/>
          </a:p>
        </p:txBody>
      </p:sp>
      <p:sp>
        <p:nvSpPr>
          <p:cNvPr id="310" name="Google Shape;310;p40"/>
          <p:cNvSpPr txBox="1"/>
          <p:nvPr/>
        </p:nvSpPr>
        <p:spPr>
          <a:xfrm>
            <a:off x="3150232" y="2780840"/>
            <a:ext cx="7017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Arial"/>
                <a:ea typeface="Arial"/>
                <a:cs typeface="Arial"/>
                <a:sym typeface="Arial"/>
              </a:rPr>
              <a:t>£$€</a:t>
            </a:r>
            <a:endParaRPr/>
          </a:p>
        </p:txBody>
      </p:sp>
      <p:sp>
        <p:nvSpPr>
          <p:cNvPr id="311" name="Google Shape;311;p40"/>
          <p:cNvSpPr/>
          <p:nvPr/>
        </p:nvSpPr>
        <p:spPr>
          <a:xfrm>
            <a:off x="179512" y="2699894"/>
            <a:ext cx="1728192" cy="40354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Arial"/>
              <a:buNone/>
            </a:pPr>
            <a:r>
              <a:rPr lang="en" sz="1600">
                <a:solidFill>
                  <a:schemeClr val="dk1"/>
                </a:solidFill>
                <a:latin typeface="Arial"/>
                <a:ea typeface="Arial"/>
                <a:cs typeface="Arial"/>
                <a:sym typeface="Arial"/>
              </a:rPr>
              <a:t>Shareholders</a:t>
            </a:r>
            <a:endParaRPr sz="1600" b="0" i="0" u="none" strike="noStrike" cap="none">
              <a:solidFill>
                <a:schemeClr val="dk1"/>
              </a:solidFill>
              <a:latin typeface="Arial"/>
              <a:ea typeface="Arial"/>
              <a:cs typeface="Arial"/>
              <a:sym typeface="Arial"/>
            </a:endParaRPr>
          </a:p>
        </p:txBody>
      </p:sp>
      <p:cxnSp>
        <p:nvCxnSpPr>
          <p:cNvPr id="312" name="Google Shape;312;p40"/>
          <p:cNvCxnSpPr/>
          <p:nvPr/>
        </p:nvCxnSpPr>
        <p:spPr>
          <a:xfrm rot="5400000" flipH="1">
            <a:off x="1165588" y="2977548"/>
            <a:ext cx="1268100" cy="1656300"/>
          </a:xfrm>
          <a:prstGeom prst="bentConnector3">
            <a:avLst>
              <a:gd name="adj1" fmla="val -6610"/>
            </a:avLst>
          </a:prstGeom>
          <a:solidFill>
            <a:schemeClr val="accent1"/>
          </a:solidFill>
          <a:ln w="28575" cap="flat" cmpd="sng">
            <a:solidFill>
              <a:srgbClr val="0070C0"/>
            </a:solidFill>
            <a:prstDash val="solid"/>
            <a:round/>
            <a:headEnd type="none" w="sm" len="sm"/>
            <a:tailEnd type="none" w="sm" len="sm"/>
          </a:ln>
        </p:spPr>
      </p:cxnSp>
      <p:sp>
        <p:nvSpPr>
          <p:cNvPr id="313" name="Google Shape;313;p40"/>
          <p:cNvSpPr txBox="1"/>
          <p:nvPr/>
        </p:nvSpPr>
        <p:spPr>
          <a:xfrm>
            <a:off x="2653567" y="4338197"/>
            <a:ext cx="1584176" cy="2539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b="1">
                <a:solidFill>
                  <a:srgbClr val="0070C0"/>
                </a:solidFill>
                <a:latin typeface="Arial"/>
                <a:ea typeface="Arial"/>
                <a:cs typeface="Arial"/>
                <a:sym typeface="Arial"/>
              </a:rPr>
              <a:t>Primary trust</a:t>
            </a:r>
            <a:endParaRPr/>
          </a:p>
        </p:txBody>
      </p:sp>
      <p:cxnSp>
        <p:nvCxnSpPr>
          <p:cNvPr id="314" name="Google Shape;314;p40"/>
          <p:cNvCxnSpPr/>
          <p:nvPr/>
        </p:nvCxnSpPr>
        <p:spPr>
          <a:xfrm flipH="1">
            <a:off x="2458021" y="4373264"/>
            <a:ext cx="5328600" cy="247500"/>
          </a:xfrm>
          <a:prstGeom prst="bentConnector4">
            <a:avLst>
              <a:gd name="adj1" fmla="val -195"/>
              <a:gd name="adj2" fmla="val 169254"/>
            </a:avLst>
          </a:prstGeom>
          <a:solidFill>
            <a:schemeClr val="accent1"/>
          </a:solidFill>
          <a:ln w="28575" cap="flat" cmpd="sng">
            <a:solidFill>
              <a:srgbClr val="00B050"/>
            </a:solidFill>
            <a:prstDash val="solid"/>
            <a:round/>
            <a:headEnd type="none" w="sm" len="sm"/>
            <a:tailEnd type="none" w="sm" len="sm"/>
          </a:ln>
        </p:spPr>
      </p:cxnSp>
      <p:sp>
        <p:nvSpPr>
          <p:cNvPr id="315" name="Google Shape;315;p40"/>
          <p:cNvSpPr txBox="1"/>
          <p:nvPr/>
        </p:nvSpPr>
        <p:spPr>
          <a:xfrm>
            <a:off x="4691724" y="4450126"/>
            <a:ext cx="2904612" cy="2539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b="1">
                <a:solidFill>
                  <a:srgbClr val="00B050"/>
                </a:solidFill>
                <a:latin typeface="Arial"/>
                <a:ea typeface="Arial"/>
                <a:cs typeface="Arial"/>
                <a:sym typeface="Arial"/>
              </a:rPr>
              <a:t>Secondary (resulting) trust</a:t>
            </a:r>
            <a:endParaRPr/>
          </a:p>
        </p:txBody>
      </p:sp>
      <p:cxnSp>
        <p:nvCxnSpPr>
          <p:cNvPr id="316" name="Google Shape;316;p40"/>
          <p:cNvCxnSpPr>
            <a:stCxn id="311" idx="3"/>
            <a:endCxn id="300" idx="0"/>
          </p:cNvCxnSpPr>
          <p:nvPr/>
        </p:nvCxnSpPr>
        <p:spPr>
          <a:xfrm>
            <a:off x="1907704" y="2901664"/>
            <a:ext cx="504000" cy="270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1"/>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Recap</a:t>
            </a:r>
            <a:endParaRPr/>
          </a:p>
        </p:txBody>
      </p:sp>
      <p:sp>
        <p:nvSpPr>
          <p:cNvPr id="322" name="Google Shape;322;p41"/>
          <p:cNvSpPr txBox="1"/>
          <p:nvPr/>
        </p:nvSpPr>
        <p:spPr>
          <a:xfrm>
            <a:off x="534988" y="1314450"/>
            <a:ext cx="7923212" cy="2607450"/>
          </a:xfrm>
          <a:prstGeom prst="rect">
            <a:avLst/>
          </a:prstGeom>
          <a:noFill/>
          <a:ln>
            <a:noFill/>
          </a:ln>
        </p:spPr>
        <p:txBody>
          <a:bodyPr spcFirstLastPara="1" wrap="square" lIns="91425" tIns="45700" rIns="91425" bIns="45700" anchor="t" anchorCtr="0">
            <a:noAutofit/>
          </a:bodyPr>
          <a:lstStyle/>
          <a:p>
            <a:pPr marL="571500" marR="0" lvl="0" indent="-571500" algn="l" rtl="0">
              <a:spcBef>
                <a:spcPts val="0"/>
              </a:spcBef>
              <a:spcAft>
                <a:spcPts val="0"/>
              </a:spcAft>
              <a:buClr>
                <a:schemeClr val="dk1"/>
              </a:buClr>
              <a:buSzPts val="2400"/>
              <a:buFont typeface="Noto Sans Symbols"/>
              <a:buChar char="❑"/>
            </a:pPr>
            <a:r>
              <a:rPr lang="en" sz="2400">
                <a:solidFill>
                  <a:schemeClr val="dk1"/>
                </a:solidFill>
                <a:latin typeface="Arial"/>
                <a:ea typeface="Arial"/>
                <a:cs typeface="Arial"/>
                <a:sym typeface="Arial"/>
              </a:rPr>
              <a:t>Resulting trusts can roughly be divided into automatic and presumed resulting trusts.</a:t>
            </a:r>
            <a:endParaRPr/>
          </a:p>
          <a:p>
            <a:pPr marL="571500" marR="0" lvl="0" indent="-571500" algn="l" rtl="0">
              <a:spcBef>
                <a:spcPts val="480"/>
              </a:spcBef>
              <a:spcAft>
                <a:spcPts val="0"/>
              </a:spcAft>
              <a:buClr>
                <a:schemeClr val="dk1"/>
              </a:buClr>
              <a:buSzPts val="2400"/>
              <a:buFont typeface="Noto Sans Symbols"/>
              <a:buChar char="❑"/>
            </a:pPr>
            <a:r>
              <a:rPr lang="en" sz="2400">
                <a:solidFill>
                  <a:schemeClr val="dk1"/>
                </a:solidFill>
                <a:latin typeface="Arial"/>
                <a:ea typeface="Arial"/>
                <a:cs typeface="Arial"/>
                <a:sym typeface="Arial"/>
              </a:rPr>
              <a:t>In practice, the operation of resulting trusts is complex and does not always reflect these categories. </a:t>
            </a:r>
            <a:endParaRPr/>
          </a:p>
          <a:p>
            <a:pPr marL="571500" marR="0" lvl="0" indent="-571500" algn="l" rtl="0">
              <a:spcBef>
                <a:spcPts val="480"/>
              </a:spcBef>
              <a:spcAft>
                <a:spcPts val="0"/>
              </a:spcAft>
              <a:buClr>
                <a:schemeClr val="dk1"/>
              </a:buClr>
              <a:buSzPts val="2400"/>
              <a:buFont typeface="Noto Sans Symbols"/>
              <a:buChar char="❑"/>
            </a:pPr>
            <a:r>
              <a:rPr lang="en" sz="2400">
                <a:solidFill>
                  <a:schemeClr val="dk1"/>
                </a:solidFill>
                <a:latin typeface="Arial"/>
                <a:ea typeface="Arial"/>
                <a:cs typeface="Arial"/>
                <a:sym typeface="Arial"/>
              </a:rPr>
              <a:t>Context (fiscal or commercial) is important, as the </a:t>
            </a:r>
            <a:r>
              <a:rPr lang="en" sz="2400" i="1">
                <a:solidFill>
                  <a:schemeClr val="dk1"/>
                </a:solidFill>
                <a:latin typeface="Arial"/>
                <a:ea typeface="Arial"/>
                <a:cs typeface="Arial"/>
                <a:sym typeface="Arial"/>
              </a:rPr>
              <a:t>Vandervell</a:t>
            </a:r>
            <a:r>
              <a:rPr lang="en" sz="2400">
                <a:solidFill>
                  <a:schemeClr val="dk1"/>
                </a:solidFill>
                <a:latin typeface="Arial"/>
                <a:ea typeface="Arial"/>
                <a:cs typeface="Arial"/>
                <a:sym typeface="Arial"/>
              </a:rPr>
              <a:t> saga and the </a:t>
            </a:r>
            <a:r>
              <a:rPr lang="en" sz="2400" i="1">
                <a:solidFill>
                  <a:schemeClr val="dk1"/>
                </a:solidFill>
                <a:latin typeface="Arial"/>
                <a:ea typeface="Arial"/>
                <a:cs typeface="Arial"/>
                <a:sym typeface="Arial"/>
              </a:rPr>
              <a:t>Quistclose</a:t>
            </a:r>
            <a:r>
              <a:rPr lang="en" sz="2400">
                <a:solidFill>
                  <a:schemeClr val="dk1"/>
                </a:solidFill>
                <a:latin typeface="Arial"/>
                <a:ea typeface="Arial"/>
                <a:cs typeface="Arial"/>
                <a:sym typeface="Arial"/>
              </a:rPr>
              <a:t> trust show.</a:t>
            </a:r>
            <a:endParaRPr/>
          </a:p>
          <a:p>
            <a:pPr marL="0" marR="0" lvl="0" indent="0" algn="l" rtl="0">
              <a:spcBef>
                <a:spcPts val="200"/>
              </a:spcBef>
              <a:spcAft>
                <a:spcPts val="0"/>
              </a:spcAft>
              <a:buNone/>
            </a:pPr>
            <a:endParaRPr sz="1000" b="1">
              <a:solidFill>
                <a:srgbClr val="000000"/>
              </a:solidFill>
              <a:highlight>
                <a:srgbClr val="FFFF00"/>
              </a:highlight>
              <a:latin typeface="Arial"/>
              <a:ea typeface="Arial"/>
              <a:cs typeface="Arial"/>
              <a:sym typeface="Arial"/>
            </a:endParaRPr>
          </a:p>
          <a:p>
            <a:pPr marL="571500" marR="0" lvl="0" indent="-571500" algn="l" rtl="0">
              <a:spcBef>
                <a:spcPts val="480"/>
              </a:spcBef>
              <a:spcAft>
                <a:spcPts val="0"/>
              </a:spcAft>
              <a:buNone/>
            </a:pPr>
            <a:endParaRPr sz="240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2"/>
          <p:cNvSpPr txBox="1">
            <a:spLocks noGrp="1"/>
          </p:cNvSpPr>
          <p:nvPr>
            <p:ph type="title"/>
          </p:nvPr>
        </p:nvSpPr>
        <p:spPr>
          <a:xfrm>
            <a:off x="685800" y="457200"/>
            <a:ext cx="7772400" cy="857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a:latin typeface="Arial"/>
                <a:ea typeface="Arial"/>
                <a:cs typeface="Arial"/>
                <a:sym typeface="Arial"/>
              </a:rPr>
              <a:t>Activity</a:t>
            </a:r>
            <a:endParaRPr/>
          </a:p>
        </p:txBody>
      </p:sp>
      <p:sp>
        <p:nvSpPr>
          <p:cNvPr id="328" name="Google Shape;328;p42"/>
          <p:cNvSpPr txBox="1"/>
          <p:nvPr/>
        </p:nvSpPr>
        <p:spPr>
          <a:xfrm>
            <a:off x="685800" y="1059575"/>
            <a:ext cx="6013500" cy="409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r>
              <a:rPr lang="en" sz="2000" dirty="0">
                <a:solidFill>
                  <a:schemeClr val="dk1"/>
                </a:solidFill>
              </a:rPr>
              <a:t>The Quistclose trust holds promise for claimants in a variety of situations. </a:t>
            </a:r>
            <a:endParaRPr sz="2000" dirty="0">
              <a:solidFill>
                <a:schemeClr val="dk1"/>
              </a:solidFill>
            </a:endParaRPr>
          </a:p>
          <a:p>
            <a:pPr marL="0" marR="0" lvl="0" indent="0" algn="l" rtl="0">
              <a:spcBef>
                <a:spcPts val="0"/>
              </a:spcBef>
              <a:spcAft>
                <a:spcPts val="0"/>
              </a:spcAft>
              <a:buNone/>
            </a:pPr>
            <a:endParaRPr sz="2000" dirty="0">
              <a:solidFill>
                <a:schemeClr val="dk1"/>
              </a:solidFill>
            </a:endParaRPr>
          </a:p>
          <a:p>
            <a:pPr marL="0" marR="0" lvl="0" indent="0" algn="l" rtl="0">
              <a:spcBef>
                <a:spcPts val="0"/>
              </a:spcBef>
              <a:spcAft>
                <a:spcPts val="0"/>
              </a:spcAft>
              <a:buNone/>
            </a:pPr>
            <a:r>
              <a:rPr lang="en" sz="2000" dirty="0">
                <a:solidFill>
                  <a:schemeClr val="dk1"/>
                </a:solidFill>
              </a:rPr>
              <a:t>Have a look at this Privy Council case, in which it was unsuccessfully claimed that a Quistclose trust arose over a payment made to an insurance company: </a:t>
            </a:r>
            <a:r>
              <a:rPr lang="en" sz="2000" i="1" u="sng" dirty="0">
                <a:solidFill>
                  <a:schemeClr val="dk1"/>
                </a:solidFill>
              </a:rPr>
              <a:t>Prickly Bay Waterside Ltd v British American Insurance Co Ltd</a:t>
            </a:r>
            <a:r>
              <a:rPr lang="en" sz="2000" u="sng" dirty="0">
                <a:solidFill>
                  <a:schemeClr val="dk1"/>
                </a:solidFill>
              </a:rPr>
              <a:t> [2022] UKPC 8</a:t>
            </a:r>
            <a:r>
              <a:rPr lang="en" sz="2000" dirty="0">
                <a:solidFill>
                  <a:schemeClr val="dk1"/>
                </a:solidFill>
              </a:rPr>
              <a:t>.  </a:t>
            </a:r>
            <a:endParaRPr sz="2000" dirty="0">
              <a:solidFill>
                <a:schemeClr val="dk1"/>
              </a:solidFill>
              <a:latin typeface="Arial"/>
              <a:ea typeface="Arial"/>
              <a:cs typeface="Arial"/>
              <a:sym typeface="Arial"/>
            </a:endParaRPr>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endParaRPr sz="2000" dirty="0">
              <a:solidFill>
                <a:schemeClr val="dk1"/>
              </a:solidFill>
              <a:latin typeface="Arial"/>
              <a:ea typeface="Arial"/>
              <a:cs typeface="Arial"/>
              <a:sym typeface="Arial"/>
            </a:endParaRPr>
          </a:p>
          <a:p>
            <a:pPr marL="0" marR="0" lvl="0" indent="0" algn="l" rtl="0">
              <a:spcBef>
                <a:spcPts val="0"/>
              </a:spcBef>
              <a:spcAft>
                <a:spcPts val="0"/>
              </a:spcAft>
              <a:buNone/>
            </a:pPr>
            <a:endParaRPr sz="2000" dirty="0">
              <a:solidFill>
                <a:srgbClr val="FF0000"/>
              </a:solidFill>
              <a:latin typeface="Arial"/>
              <a:ea typeface="Arial"/>
              <a:cs typeface="Arial"/>
              <a:sym typeface="Arial"/>
            </a:endParaRPr>
          </a:p>
          <a:p>
            <a:pPr marL="0" marR="0" lvl="0" indent="0" algn="l" rtl="0">
              <a:spcBef>
                <a:spcPts val="0"/>
              </a:spcBef>
              <a:spcAft>
                <a:spcPts val="0"/>
              </a:spcAft>
              <a:buNone/>
            </a:pPr>
            <a:endParaRPr sz="2000" dirty="0">
              <a:solidFill>
                <a:srgbClr val="FF0000"/>
              </a:solidFill>
              <a:latin typeface="Arial"/>
              <a:ea typeface="Arial"/>
              <a:cs typeface="Arial"/>
              <a:sym typeface="Arial"/>
            </a:endParaRPr>
          </a:p>
        </p:txBody>
      </p:sp>
      <p:pic>
        <p:nvPicPr>
          <p:cNvPr id="329" name="Google Shape;329;p42"/>
          <p:cNvPicPr preferRelativeResize="0"/>
          <p:nvPr/>
        </p:nvPicPr>
        <p:blipFill>
          <a:blip r:embed="rId3">
            <a:alphaModFix/>
          </a:blip>
          <a:stretch>
            <a:fillRect/>
          </a:stretch>
        </p:blipFill>
        <p:spPr>
          <a:xfrm>
            <a:off x="6639788" y="457188"/>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TotalTime>
  <Words>1188</Words>
  <Application>Microsoft Office PowerPoint</Application>
  <PresentationFormat>On-screen Show (16:9)</PresentationFormat>
  <Paragraphs>173</Paragraphs>
  <Slides>21</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Arial</vt:lpstr>
      <vt:lpstr>Calibri</vt:lpstr>
      <vt:lpstr>Noto Sans Symbols</vt:lpstr>
      <vt:lpstr>Times</vt:lpstr>
      <vt:lpstr>Simple Light</vt:lpstr>
      <vt:lpstr>Blank</vt:lpstr>
      <vt:lpstr>   Trusts Law  Week 8: Resulting trusts  </vt:lpstr>
      <vt:lpstr> Course feedback…reporting back </vt:lpstr>
      <vt:lpstr>Tutorial 1</vt:lpstr>
      <vt:lpstr>Revision: What is a disposition of an equitable interest?</vt:lpstr>
      <vt:lpstr>Revision: Formalities for the disposition of an equitable interest</vt:lpstr>
      <vt:lpstr> The different types of trust </vt:lpstr>
      <vt:lpstr> This week  </vt:lpstr>
      <vt:lpstr>Terminology</vt:lpstr>
      <vt:lpstr>The resulting trust</vt:lpstr>
      <vt:lpstr>The automatic resulting trust</vt:lpstr>
      <vt:lpstr>The presumed resulting trust</vt:lpstr>
      <vt:lpstr>Rebutting the presumption</vt:lpstr>
      <vt:lpstr>The Vandervell saga (I)</vt:lpstr>
      <vt:lpstr>The Vandervell saga (II)</vt:lpstr>
      <vt:lpstr>The Vandervell saga (III)</vt:lpstr>
      <vt:lpstr>The Vandervell saga (IV)</vt:lpstr>
      <vt:lpstr>The Vandervell saga (V)</vt:lpstr>
      <vt:lpstr>The Vandervell saga (VI)</vt:lpstr>
      <vt:lpstr>The Quistclose trust</vt:lpstr>
      <vt:lpstr>Recap</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Trusts Law  Week 11: The resulting trust</dc:title>
  <dc:creator>JACQUES, JOHANNA P.</dc:creator>
  <cp:lastModifiedBy>JACQUES, JOHANNA P.</cp:lastModifiedBy>
  <cp:revision>34</cp:revision>
  <dcterms:modified xsi:type="dcterms:W3CDTF">2024-11-25T10:17:52Z</dcterms:modified>
</cp:coreProperties>
</file>