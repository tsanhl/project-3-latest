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trictFirstAndLastChars="0" saveSubsetFonts="1">
  <p:sldMasterIdLst>
    <p:sldMasterId id="2147483648" r:id="rId1"/>
  </p:sldMasterIdLst>
  <p:notesMasterIdLst>
    <p:notesMasterId r:id="rId18"/>
  </p:notesMasterIdLst>
  <p:sldIdLst>
    <p:sldId id="274" r:id="rId2"/>
    <p:sldId id="257" r:id="rId3"/>
    <p:sldId id="299" r:id="rId4"/>
    <p:sldId id="317" r:id="rId5"/>
    <p:sldId id="314" r:id="rId6"/>
    <p:sldId id="291" r:id="rId7"/>
    <p:sldId id="294" r:id="rId8"/>
    <p:sldId id="305" r:id="rId9"/>
    <p:sldId id="296" r:id="rId10"/>
    <p:sldId id="297" r:id="rId11"/>
    <p:sldId id="289" r:id="rId12"/>
    <p:sldId id="300" r:id="rId13"/>
    <p:sldId id="288" r:id="rId14"/>
    <p:sldId id="292" r:id="rId15"/>
    <p:sldId id="304" r:id="rId16"/>
    <p:sldId id="312" r:id="rId17"/>
  </p:sldIdLst>
  <p:sldSz cx="9144000" cy="6858000" type="screen4x3"/>
  <p:notesSz cx="6858000" cy="9144000"/>
  <p:defaultTextStyle>
    <a:defPPr>
      <a:defRPr lang="en-GB"/>
    </a:defPPr>
    <a:lvl1pPr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Times" panose="02020603050405020304" pitchFamily="18"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Times" panose="02020603050405020304" pitchFamily="18"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Times" panose="02020603050405020304" pitchFamily="18"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Times" panose="02020603050405020304" pitchFamily="18"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66"/>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168B3C-6850-49BE-A528-B303F1E9E449}" v="40" dt="2021-10-30T13:42:59.97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65" autoAdjust="0"/>
    <p:restoredTop sz="94648"/>
  </p:normalViewPr>
  <p:slideViewPr>
    <p:cSldViewPr>
      <p:cViewPr varScale="1">
        <p:scale>
          <a:sx n="62" d="100"/>
          <a:sy n="62" d="100"/>
        </p:scale>
        <p:origin x="1404" y="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4" d="100"/>
          <a:sy n="54" d="100"/>
        </p:scale>
        <p:origin x="-1152"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BCDED190-C85A-4EEB-A1EB-1901C56A4CF3}"/>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pitchFamily="18" charset="0"/>
                <a:ea typeface="+mn-ea"/>
                <a:cs typeface="+mn-cs"/>
              </a:defRPr>
            </a:lvl1pPr>
          </a:lstStyle>
          <a:p>
            <a:pPr>
              <a:defRPr/>
            </a:pPr>
            <a:endParaRPr lang="en-GB"/>
          </a:p>
        </p:txBody>
      </p:sp>
      <p:sp>
        <p:nvSpPr>
          <p:cNvPr id="24579" name="Rectangle 3">
            <a:extLst>
              <a:ext uri="{FF2B5EF4-FFF2-40B4-BE49-F238E27FC236}">
                <a16:creationId xmlns:a16="http://schemas.microsoft.com/office/drawing/2014/main" id="{0655F1E0-74A6-4ABE-A74F-C5A8380BFA92}"/>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pitchFamily="18" charset="0"/>
                <a:ea typeface="+mn-ea"/>
                <a:cs typeface="+mn-cs"/>
              </a:defRPr>
            </a:lvl1pPr>
          </a:lstStyle>
          <a:p>
            <a:pPr>
              <a:defRPr/>
            </a:pPr>
            <a:endParaRPr lang="en-GB"/>
          </a:p>
        </p:txBody>
      </p:sp>
      <p:sp>
        <p:nvSpPr>
          <p:cNvPr id="17412" name="Rectangle 4">
            <a:extLst>
              <a:ext uri="{FF2B5EF4-FFF2-40B4-BE49-F238E27FC236}">
                <a16:creationId xmlns:a16="http://schemas.microsoft.com/office/drawing/2014/main" id="{239D27DB-871C-48E4-B1B8-EB53F7C55BF6}"/>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81" name="Rectangle 5">
            <a:extLst>
              <a:ext uri="{FF2B5EF4-FFF2-40B4-BE49-F238E27FC236}">
                <a16:creationId xmlns:a16="http://schemas.microsoft.com/office/drawing/2014/main" id="{E7A024B9-B67B-458A-8471-B44168829B2C}"/>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24582" name="Rectangle 6">
            <a:extLst>
              <a:ext uri="{FF2B5EF4-FFF2-40B4-BE49-F238E27FC236}">
                <a16:creationId xmlns:a16="http://schemas.microsoft.com/office/drawing/2014/main" id="{F7524B1E-34EB-45B9-96BD-91AF1A2198C1}"/>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pitchFamily="18" charset="0"/>
                <a:ea typeface="+mn-ea"/>
                <a:cs typeface="+mn-cs"/>
              </a:defRPr>
            </a:lvl1pPr>
          </a:lstStyle>
          <a:p>
            <a:pPr>
              <a:defRPr/>
            </a:pPr>
            <a:endParaRPr lang="en-GB"/>
          </a:p>
        </p:txBody>
      </p:sp>
      <p:sp>
        <p:nvSpPr>
          <p:cNvPr id="24583" name="Rectangle 7">
            <a:extLst>
              <a:ext uri="{FF2B5EF4-FFF2-40B4-BE49-F238E27FC236}">
                <a16:creationId xmlns:a16="http://schemas.microsoft.com/office/drawing/2014/main" id="{47600296-FB72-4539-B5EE-9B1A8B64E15F}"/>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A6BE7A43-217B-4633-9421-66A68FB7DE85}" type="slidenum">
              <a:rPr lang="en-GB" altLang="en-US"/>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8" charset="0"/>
        <a:ea typeface="ＭＳ Ｐゴシック" pitchFamily="4" charset="-128"/>
        <a:cs typeface="ＭＳ Ｐゴシック" pitchFamily="4" charset="-128"/>
      </a:defRPr>
    </a:lvl1pPr>
    <a:lvl2pPr marL="457200" algn="l" rtl="0" eaLnBrk="0" fontAlgn="base" hangingPunct="0">
      <a:spcBef>
        <a:spcPct val="30000"/>
      </a:spcBef>
      <a:spcAft>
        <a:spcPct val="0"/>
      </a:spcAft>
      <a:defRPr sz="1200" kern="1200">
        <a:solidFill>
          <a:schemeClr val="tx1"/>
        </a:solidFill>
        <a:latin typeface="Times" pitchFamily="18" charset="0"/>
        <a:ea typeface="ＭＳ Ｐゴシック" pitchFamily="4" charset="-128"/>
        <a:cs typeface="+mn-cs"/>
      </a:defRPr>
    </a:lvl2pPr>
    <a:lvl3pPr marL="914400" algn="l" rtl="0" eaLnBrk="0" fontAlgn="base" hangingPunct="0">
      <a:spcBef>
        <a:spcPct val="30000"/>
      </a:spcBef>
      <a:spcAft>
        <a:spcPct val="0"/>
      </a:spcAft>
      <a:defRPr sz="1200" kern="1200">
        <a:solidFill>
          <a:schemeClr val="tx1"/>
        </a:solidFill>
        <a:latin typeface="Times" pitchFamily="18" charset="0"/>
        <a:ea typeface="ＭＳ Ｐゴシック" pitchFamily="4" charset="-128"/>
        <a:cs typeface="+mn-cs"/>
      </a:defRPr>
    </a:lvl3pPr>
    <a:lvl4pPr marL="1371600" algn="l" rtl="0" eaLnBrk="0" fontAlgn="base" hangingPunct="0">
      <a:spcBef>
        <a:spcPct val="30000"/>
      </a:spcBef>
      <a:spcAft>
        <a:spcPct val="0"/>
      </a:spcAft>
      <a:defRPr sz="1200" kern="1200">
        <a:solidFill>
          <a:schemeClr val="tx1"/>
        </a:solidFill>
        <a:latin typeface="Times" pitchFamily="18" charset="0"/>
        <a:ea typeface="ＭＳ Ｐゴシック" pitchFamily="4" charset="-128"/>
        <a:cs typeface="+mn-cs"/>
      </a:defRPr>
    </a:lvl4pPr>
    <a:lvl5pPr marL="1828800" algn="l" rtl="0" eaLnBrk="0" fontAlgn="base" hangingPunct="0">
      <a:spcBef>
        <a:spcPct val="30000"/>
      </a:spcBef>
      <a:spcAft>
        <a:spcPct val="0"/>
      </a:spcAft>
      <a:defRPr sz="1200" kern="1200">
        <a:solidFill>
          <a:schemeClr val="tx1"/>
        </a:solidFill>
        <a:latin typeface="Times" pitchFamily="18" charset="0"/>
        <a:ea typeface="ＭＳ Ｐゴシック" pitchFamily="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E7D98A70-487B-4728-A9D7-1B803D1B494D}"/>
              </a:ext>
            </a:extLst>
          </p:cNvPr>
          <p:cNvSpPr>
            <a:spLocks noChangeArrowheads="1"/>
          </p:cNvSpPr>
          <p:nvPr userDrawn="1"/>
        </p:nvSpPr>
        <p:spPr bwMode="auto">
          <a:xfrm>
            <a:off x="0" y="0"/>
            <a:ext cx="9144000" cy="5516563"/>
          </a:xfrm>
          <a:prstGeom prst="rect">
            <a:avLst/>
          </a:prstGeom>
          <a:solidFill>
            <a:srgbClr val="663366"/>
          </a:solidFill>
          <a:ln>
            <a:noFill/>
          </a:ln>
        </p:spPr>
        <p:txBody>
          <a:bodyPr wrap="none" anchor="ct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algn="ctr">
              <a:defRPr/>
            </a:pPr>
            <a:endParaRPr lang="en-US" altLang="en-US">
              <a:solidFill>
                <a:srgbClr val="663366"/>
              </a:solidFill>
              <a:ea typeface="+mn-ea"/>
            </a:endParaRPr>
          </a:p>
        </p:txBody>
      </p:sp>
      <p:pic>
        <p:nvPicPr>
          <p:cNvPr id="5" name="Picture 8">
            <a:extLst>
              <a:ext uri="{FF2B5EF4-FFF2-40B4-BE49-F238E27FC236}">
                <a16:creationId xmlns:a16="http://schemas.microsoft.com/office/drawing/2014/main" id="{98EA87B0-079E-48D1-9973-2B539049372C}"/>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66700" y="5843588"/>
            <a:ext cx="1943100"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3" name="Rectangle 11"/>
          <p:cNvSpPr>
            <a:spLocks noGrp="1" noChangeArrowheads="1"/>
          </p:cNvSpPr>
          <p:nvPr>
            <p:ph type="ctrTitle" sz="quarter"/>
          </p:nvPr>
        </p:nvSpPr>
        <p:spPr>
          <a:xfrm>
            <a:off x="755650" y="476250"/>
            <a:ext cx="7772400" cy="1470025"/>
          </a:xfrm>
        </p:spPr>
        <p:txBody>
          <a:bodyPr/>
          <a:lstStyle>
            <a:lvl1pPr>
              <a:defRPr>
                <a:solidFill>
                  <a:schemeClr val="bg1"/>
                </a:solidFill>
              </a:defRPr>
            </a:lvl1pPr>
          </a:lstStyle>
          <a:p>
            <a:r>
              <a:rPr lang="en-GB"/>
              <a:t>Click to edit Master title style</a:t>
            </a:r>
          </a:p>
        </p:txBody>
      </p:sp>
      <p:sp>
        <p:nvSpPr>
          <p:cNvPr id="8204" name="Rectangle 12"/>
          <p:cNvSpPr>
            <a:spLocks noGrp="1" noChangeArrowheads="1"/>
          </p:cNvSpPr>
          <p:nvPr>
            <p:ph type="subTitle" sz="quarter" idx="1"/>
          </p:nvPr>
        </p:nvSpPr>
        <p:spPr>
          <a:xfrm>
            <a:off x="827088" y="2420938"/>
            <a:ext cx="7561262" cy="1752600"/>
          </a:xfrm>
        </p:spPr>
        <p:txBody>
          <a:bodyPr/>
          <a:lstStyle>
            <a:lvl1pPr marL="0" indent="0">
              <a:defRPr b="1">
                <a:solidFill>
                  <a:schemeClr val="bg1"/>
                </a:solidFill>
              </a:defRPr>
            </a:lvl1pPr>
          </a:lstStyle>
          <a:p>
            <a:r>
              <a:rPr lang="en-GB"/>
              <a:t>Click to edit Master subtitle style</a:t>
            </a:r>
          </a:p>
        </p:txBody>
      </p:sp>
      <p:sp>
        <p:nvSpPr>
          <p:cNvPr id="6" name="Rectangle 6">
            <a:extLst>
              <a:ext uri="{FF2B5EF4-FFF2-40B4-BE49-F238E27FC236}">
                <a16:creationId xmlns:a16="http://schemas.microsoft.com/office/drawing/2014/main" id="{E3B923CC-9860-484D-92F7-4512ABCE3FCC}"/>
              </a:ext>
            </a:extLst>
          </p:cNvPr>
          <p:cNvSpPr>
            <a:spLocks noGrp="1" noChangeArrowheads="1"/>
          </p:cNvSpPr>
          <p:nvPr>
            <p:ph type="sldNum" sz="quarter" idx="10"/>
          </p:nvPr>
        </p:nvSpPr>
        <p:spPr>
          <a:xfrm>
            <a:off x="6553200" y="6245225"/>
            <a:ext cx="2133600" cy="476250"/>
          </a:xfrm>
        </p:spPr>
        <p:txBody>
          <a:bodyPr/>
          <a:lstStyle>
            <a:lvl1pPr>
              <a:defRPr/>
            </a:lvl1pPr>
          </a:lstStyle>
          <a:p>
            <a:fld id="{F2C9F87C-62B5-4E19-8D0E-4A9347E57DAE}" type="slidenum">
              <a:rPr lang="en-GB" altLang="en-US"/>
              <a:pPr/>
              <a:t>‹#›</a:t>
            </a:fld>
            <a:endParaRPr lang="en-GB" altLang="en-US"/>
          </a:p>
        </p:txBody>
      </p:sp>
    </p:spTree>
    <p:extLst>
      <p:ext uri="{BB962C8B-B14F-4D97-AF65-F5344CB8AC3E}">
        <p14:creationId xmlns:p14="http://schemas.microsoft.com/office/powerpoint/2010/main" val="29757129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a:extLst>
              <a:ext uri="{FF2B5EF4-FFF2-40B4-BE49-F238E27FC236}">
                <a16:creationId xmlns:a16="http://schemas.microsoft.com/office/drawing/2014/main" id="{DB7065B3-DB2A-4897-9CA5-7EF36075B0E7}"/>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5">
            <a:extLst>
              <a:ext uri="{FF2B5EF4-FFF2-40B4-BE49-F238E27FC236}">
                <a16:creationId xmlns:a16="http://schemas.microsoft.com/office/drawing/2014/main" id="{33B703E5-57BF-4F63-89C6-70152B1BF972}"/>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6">
            <a:extLst>
              <a:ext uri="{FF2B5EF4-FFF2-40B4-BE49-F238E27FC236}">
                <a16:creationId xmlns:a16="http://schemas.microsoft.com/office/drawing/2014/main" id="{CFDEBD90-266A-4F75-88B6-97EA2688182A}"/>
              </a:ext>
            </a:extLst>
          </p:cNvPr>
          <p:cNvSpPr>
            <a:spLocks noGrp="1" noChangeArrowheads="1"/>
          </p:cNvSpPr>
          <p:nvPr>
            <p:ph type="sldNum" sz="quarter" idx="12"/>
          </p:nvPr>
        </p:nvSpPr>
        <p:spPr>
          <a:ln/>
        </p:spPr>
        <p:txBody>
          <a:bodyPr/>
          <a:lstStyle>
            <a:lvl1pPr>
              <a:defRPr/>
            </a:lvl1pPr>
          </a:lstStyle>
          <a:p>
            <a:fld id="{BB7E9F46-5A80-41CD-A534-A8E65DD9D47A}" type="slidenum">
              <a:rPr lang="en-GB" altLang="en-US"/>
              <a:pPr/>
              <a:t>‹#›</a:t>
            </a:fld>
            <a:endParaRPr lang="en-GB" altLang="en-US"/>
          </a:p>
        </p:txBody>
      </p:sp>
    </p:spTree>
    <p:extLst>
      <p:ext uri="{BB962C8B-B14F-4D97-AF65-F5344CB8AC3E}">
        <p14:creationId xmlns:p14="http://schemas.microsoft.com/office/powerpoint/2010/main" val="2136715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8293B0A0-55A2-4174-8C16-5705870DA326}"/>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5">
            <a:extLst>
              <a:ext uri="{FF2B5EF4-FFF2-40B4-BE49-F238E27FC236}">
                <a16:creationId xmlns:a16="http://schemas.microsoft.com/office/drawing/2014/main" id="{95EDA575-2CB5-4706-8804-0B9765F17D8A}"/>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6">
            <a:extLst>
              <a:ext uri="{FF2B5EF4-FFF2-40B4-BE49-F238E27FC236}">
                <a16:creationId xmlns:a16="http://schemas.microsoft.com/office/drawing/2014/main" id="{66A56BCA-7C9A-401E-9031-1A199137D06A}"/>
              </a:ext>
            </a:extLst>
          </p:cNvPr>
          <p:cNvSpPr>
            <a:spLocks noGrp="1" noChangeArrowheads="1"/>
          </p:cNvSpPr>
          <p:nvPr>
            <p:ph type="sldNum" sz="quarter" idx="12"/>
          </p:nvPr>
        </p:nvSpPr>
        <p:spPr>
          <a:ln/>
        </p:spPr>
        <p:txBody>
          <a:bodyPr/>
          <a:lstStyle>
            <a:lvl1pPr>
              <a:defRPr/>
            </a:lvl1pPr>
          </a:lstStyle>
          <a:p>
            <a:fld id="{0FD05565-90A1-44FD-83CB-0555DC339D65}" type="slidenum">
              <a:rPr lang="en-GB" altLang="en-US"/>
              <a:pPr/>
              <a:t>‹#›</a:t>
            </a:fld>
            <a:endParaRPr lang="en-GB" altLang="en-US"/>
          </a:p>
        </p:txBody>
      </p:sp>
    </p:spTree>
    <p:extLst>
      <p:ext uri="{BB962C8B-B14F-4D97-AF65-F5344CB8AC3E}">
        <p14:creationId xmlns:p14="http://schemas.microsoft.com/office/powerpoint/2010/main" val="1014084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84213" y="1989138"/>
            <a:ext cx="3810000" cy="381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6613" y="1989138"/>
            <a:ext cx="3810000" cy="381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a:extLst>
              <a:ext uri="{FF2B5EF4-FFF2-40B4-BE49-F238E27FC236}">
                <a16:creationId xmlns:a16="http://schemas.microsoft.com/office/drawing/2014/main" id="{3D54FF9E-AC47-44F2-BA73-14ECFE4624E7}"/>
              </a:ext>
            </a:extLst>
          </p:cNvPr>
          <p:cNvSpPr>
            <a:spLocks noGrp="1" noChangeArrowheads="1"/>
          </p:cNvSpPr>
          <p:nvPr>
            <p:ph type="dt" sz="half" idx="10"/>
          </p:nvPr>
        </p:nvSpPr>
        <p:spPr>
          <a:ln/>
        </p:spPr>
        <p:txBody>
          <a:bodyPr/>
          <a:lstStyle>
            <a:lvl1pPr>
              <a:defRPr/>
            </a:lvl1pPr>
          </a:lstStyle>
          <a:p>
            <a:pPr>
              <a:defRPr/>
            </a:pPr>
            <a:endParaRPr lang="en-GB"/>
          </a:p>
        </p:txBody>
      </p:sp>
      <p:sp>
        <p:nvSpPr>
          <p:cNvPr id="6" name="Rectangle 5">
            <a:extLst>
              <a:ext uri="{FF2B5EF4-FFF2-40B4-BE49-F238E27FC236}">
                <a16:creationId xmlns:a16="http://schemas.microsoft.com/office/drawing/2014/main" id="{877F90EE-DF76-44D8-8AB3-4FF725DFA252}"/>
              </a:ext>
            </a:extLst>
          </p:cNvPr>
          <p:cNvSpPr>
            <a:spLocks noGrp="1" noChangeArrowheads="1"/>
          </p:cNvSpPr>
          <p:nvPr>
            <p:ph type="ftr" sz="quarter" idx="11"/>
          </p:nvPr>
        </p:nvSpPr>
        <p:spPr>
          <a:ln/>
        </p:spPr>
        <p:txBody>
          <a:bodyPr/>
          <a:lstStyle>
            <a:lvl1pPr>
              <a:defRPr/>
            </a:lvl1pPr>
          </a:lstStyle>
          <a:p>
            <a:pPr>
              <a:defRPr/>
            </a:pPr>
            <a:endParaRPr lang="en-GB"/>
          </a:p>
        </p:txBody>
      </p:sp>
      <p:sp>
        <p:nvSpPr>
          <p:cNvPr id="7" name="Rectangle 6">
            <a:extLst>
              <a:ext uri="{FF2B5EF4-FFF2-40B4-BE49-F238E27FC236}">
                <a16:creationId xmlns:a16="http://schemas.microsoft.com/office/drawing/2014/main" id="{C49ADFEE-F40A-4A0E-A2CF-1FC66A1F7A42}"/>
              </a:ext>
            </a:extLst>
          </p:cNvPr>
          <p:cNvSpPr>
            <a:spLocks noGrp="1" noChangeArrowheads="1"/>
          </p:cNvSpPr>
          <p:nvPr>
            <p:ph type="sldNum" sz="quarter" idx="12"/>
          </p:nvPr>
        </p:nvSpPr>
        <p:spPr>
          <a:ln/>
        </p:spPr>
        <p:txBody>
          <a:bodyPr/>
          <a:lstStyle>
            <a:lvl1pPr>
              <a:defRPr/>
            </a:lvl1pPr>
          </a:lstStyle>
          <a:p>
            <a:fld id="{70B508F2-CAD7-4FBC-AEA0-C08F5D72C042}" type="slidenum">
              <a:rPr lang="en-GB" altLang="en-US"/>
              <a:pPr/>
              <a:t>‹#›</a:t>
            </a:fld>
            <a:endParaRPr lang="en-GB" altLang="en-US"/>
          </a:p>
        </p:txBody>
      </p:sp>
    </p:spTree>
    <p:extLst>
      <p:ext uri="{BB962C8B-B14F-4D97-AF65-F5344CB8AC3E}">
        <p14:creationId xmlns:p14="http://schemas.microsoft.com/office/powerpoint/2010/main" val="37649700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a:extLst>
              <a:ext uri="{FF2B5EF4-FFF2-40B4-BE49-F238E27FC236}">
                <a16:creationId xmlns:a16="http://schemas.microsoft.com/office/drawing/2014/main" id="{67F481EC-1D4E-4EF3-A091-A25E4A4B8C73}"/>
              </a:ext>
            </a:extLst>
          </p:cNvPr>
          <p:cNvSpPr>
            <a:spLocks noGrp="1" noChangeArrowheads="1"/>
          </p:cNvSpPr>
          <p:nvPr>
            <p:ph type="dt" sz="half" idx="10"/>
          </p:nvPr>
        </p:nvSpPr>
        <p:spPr>
          <a:ln/>
        </p:spPr>
        <p:txBody>
          <a:bodyPr/>
          <a:lstStyle>
            <a:lvl1pPr>
              <a:defRPr/>
            </a:lvl1pPr>
          </a:lstStyle>
          <a:p>
            <a:pPr>
              <a:defRPr/>
            </a:pPr>
            <a:endParaRPr lang="en-GB"/>
          </a:p>
        </p:txBody>
      </p:sp>
      <p:sp>
        <p:nvSpPr>
          <p:cNvPr id="8" name="Rectangle 5">
            <a:extLst>
              <a:ext uri="{FF2B5EF4-FFF2-40B4-BE49-F238E27FC236}">
                <a16:creationId xmlns:a16="http://schemas.microsoft.com/office/drawing/2014/main" id="{8138317B-28D9-49D8-A123-A8590135EEE2}"/>
              </a:ext>
            </a:extLst>
          </p:cNvPr>
          <p:cNvSpPr>
            <a:spLocks noGrp="1" noChangeArrowheads="1"/>
          </p:cNvSpPr>
          <p:nvPr>
            <p:ph type="ftr" sz="quarter" idx="11"/>
          </p:nvPr>
        </p:nvSpPr>
        <p:spPr>
          <a:ln/>
        </p:spPr>
        <p:txBody>
          <a:bodyPr/>
          <a:lstStyle>
            <a:lvl1pPr>
              <a:defRPr/>
            </a:lvl1pPr>
          </a:lstStyle>
          <a:p>
            <a:pPr>
              <a:defRPr/>
            </a:pPr>
            <a:endParaRPr lang="en-GB"/>
          </a:p>
        </p:txBody>
      </p:sp>
      <p:sp>
        <p:nvSpPr>
          <p:cNvPr id="9" name="Rectangle 6">
            <a:extLst>
              <a:ext uri="{FF2B5EF4-FFF2-40B4-BE49-F238E27FC236}">
                <a16:creationId xmlns:a16="http://schemas.microsoft.com/office/drawing/2014/main" id="{ACFB1E13-816C-4886-B6B6-5774D9119571}"/>
              </a:ext>
            </a:extLst>
          </p:cNvPr>
          <p:cNvSpPr>
            <a:spLocks noGrp="1" noChangeArrowheads="1"/>
          </p:cNvSpPr>
          <p:nvPr>
            <p:ph type="sldNum" sz="quarter" idx="12"/>
          </p:nvPr>
        </p:nvSpPr>
        <p:spPr>
          <a:ln/>
        </p:spPr>
        <p:txBody>
          <a:bodyPr/>
          <a:lstStyle>
            <a:lvl1pPr>
              <a:defRPr/>
            </a:lvl1pPr>
          </a:lstStyle>
          <a:p>
            <a:fld id="{1C46294A-479E-43D1-A0FB-37ED22F26209}" type="slidenum">
              <a:rPr lang="en-GB" altLang="en-US"/>
              <a:pPr/>
              <a:t>‹#›</a:t>
            </a:fld>
            <a:endParaRPr lang="en-GB" altLang="en-US"/>
          </a:p>
        </p:txBody>
      </p:sp>
    </p:spTree>
    <p:extLst>
      <p:ext uri="{BB962C8B-B14F-4D97-AF65-F5344CB8AC3E}">
        <p14:creationId xmlns:p14="http://schemas.microsoft.com/office/powerpoint/2010/main" val="27415072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a:extLst>
              <a:ext uri="{FF2B5EF4-FFF2-40B4-BE49-F238E27FC236}">
                <a16:creationId xmlns:a16="http://schemas.microsoft.com/office/drawing/2014/main" id="{368FE45D-97F6-4F23-953B-02AC20E845A8}"/>
              </a:ext>
            </a:extLst>
          </p:cNvPr>
          <p:cNvSpPr>
            <a:spLocks noGrp="1" noChangeArrowheads="1"/>
          </p:cNvSpPr>
          <p:nvPr>
            <p:ph type="dt" sz="half" idx="10"/>
          </p:nvPr>
        </p:nvSpPr>
        <p:spPr>
          <a:ln/>
        </p:spPr>
        <p:txBody>
          <a:bodyPr/>
          <a:lstStyle>
            <a:lvl1pPr>
              <a:defRPr/>
            </a:lvl1pPr>
          </a:lstStyle>
          <a:p>
            <a:pPr>
              <a:defRPr/>
            </a:pPr>
            <a:endParaRPr lang="en-GB"/>
          </a:p>
        </p:txBody>
      </p:sp>
      <p:sp>
        <p:nvSpPr>
          <p:cNvPr id="4" name="Rectangle 5">
            <a:extLst>
              <a:ext uri="{FF2B5EF4-FFF2-40B4-BE49-F238E27FC236}">
                <a16:creationId xmlns:a16="http://schemas.microsoft.com/office/drawing/2014/main" id="{1A535A86-3295-47B6-9B35-2EFC223058DF}"/>
              </a:ext>
            </a:extLst>
          </p:cNvPr>
          <p:cNvSpPr>
            <a:spLocks noGrp="1" noChangeArrowheads="1"/>
          </p:cNvSpPr>
          <p:nvPr>
            <p:ph type="ftr" sz="quarter" idx="11"/>
          </p:nvPr>
        </p:nvSpPr>
        <p:spPr>
          <a:ln/>
        </p:spPr>
        <p:txBody>
          <a:bodyPr/>
          <a:lstStyle>
            <a:lvl1pPr>
              <a:defRPr/>
            </a:lvl1pPr>
          </a:lstStyle>
          <a:p>
            <a:pPr>
              <a:defRPr/>
            </a:pPr>
            <a:endParaRPr lang="en-GB"/>
          </a:p>
        </p:txBody>
      </p:sp>
      <p:sp>
        <p:nvSpPr>
          <p:cNvPr id="5" name="Rectangle 6">
            <a:extLst>
              <a:ext uri="{FF2B5EF4-FFF2-40B4-BE49-F238E27FC236}">
                <a16:creationId xmlns:a16="http://schemas.microsoft.com/office/drawing/2014/main" id="{1B1113C9-C330-47A7-9380-221F281D98C5}"/>
              </a:ext>
            </a:extLst>
          </p:cNvPr>
          <p:cNvSpPr>
            <a:spLocks noGrp="1" noChangeArrowheads="1"/>
          </p:cNvSpPr>
          <p:nvPr>
            <p:ph type="sldNum" sz="quarter" idx="12"/>
          </p:nvPr>
        </p:nvSpPr>
        <p:spPr>
          <a:ln/>
        </p:spPr>
        <p:txBody>
          <a:bodyPr/>
          <a:lstStyle>
            <a:lvl1pPr>
              <a:defRPr/>
            </a:lvl1pPr>
          </a:lstStyle>
          <a:p>
            <a:fld id="{A2DCC676-EC22-4CE5-8053-A7C760DF36F0}" type="slidenum">
              <a:rPr lang="en-GB" altLang="en-US"/>
              <a:pPr/>
              <a:t>‹#›</a:t>
            </a:fld>
            <a:endParaRPr lang="en-GB" altLang="en-US"/>
          </a:p>
        </p:txBody>
      </p:sp>
    </p:spTree>
    <p:extLst>
      <p:ext uri="{BB962C8B-B14F-4D97-AF65-F5344CB8AC3E}">
        <p14:creationId xmlns:p14="http://schemas.microsoft.com/office/powerpoint/2010/main" val="18284348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2103FBB2-013D-451C-8DA1-2B707BC35896}"/>
              </a:ext>
            </a:extLst>
          </p:cNvPr>
          <p:cNvSpPr>
            <a:spLocks noGrp="1" noChangeArrowheads="1"/>
          </p:cNvSpPr>
          <p:nvPr>
            <p:ph type="dt" sz="half" idx="10"/>
          </p:nvPr>
        </p:nvSpPr>
        <p:spPr>
          <a:ln/>
        </p:spPr>
        <p:txBody>
          <a:bodyPr/>
          <a:lstStyle>
            <a:lvl1pPr>
              <a:defRPr/>
            </a:lvl1pPr>
          </a:lstStyle>
          <a:p>
            <a:pPr>
              <a:defRPr/>
            </a:pPr>
            <a:endParaRPr lang="en-GB"/>
          </a:p>
        </p:txBody>
      </p:sp>
      <p:sp>
        <p:nvSpPr>
          <p:cNvPr id="3" name="Rectangle 5">
            <a:extLst>
              <a:ext uri="{FF2B5EF4-FFF2-40B4-BE49-F238E27FC236}">
                <a16:creationId xmlns:a16="http://schemas.microsoft.com/office/drawing/2014/main" id="{A3B04C32-17CA-4CD8-8CF6-DC7156B56BE6}"/>
              </a:ext>
            </a:extLst>
          </p:cNvPr>
          <p:cNvSpPr>
            <a:spLocks noGrp="1" noChangeArrowheads="1"/>
          </p:cNvSpPr>
          <p:nvPr>
            <p:ph type="ftr" sz="quarter" idx="11"/>
          </p:nvPr>
        </p:nvSpPr>
        <p:spPr>
          <a:ln/>
        </p:spPr>
        <p:txBody>
          <a:bodyPr/>
          <a:lstStyle>
            <a:lvl1pPr>
              <a:defRPr/>
            </a:lvl1pPr>
          </a:lstStyle>
          <a:p>
            <a:pPr>
              <a:defRPr/>
            </a:pPr>
            <a:endParaRPr lang="en-GB"/>
          </a:p>
        </p:txBody>
      </p:sp>
      <p:sp>
        <p:nvSpPr>
          <p:cNvPr id="4" name="Rectangle 6">
            <a:extLst>
              <a:ext uri="{FF2B5EF4-FFF2-40B4-BE49-F238E27FC236}">
                <a16:creationId xmlns:a16="http://schemas.microsoft.com/office/drawing/2014/main" id="{EBC29EB4-15F1-41B0-AA7B-2C90EC28F550}"/>
              </a:ext>
            </a:extLst>
          </p:cNvPr>
          <p:cNvSpPr>
            <a:spLocks noGrp="1" noChangeArrowheads="1"/>
          </p:cNvSpPr>
          <p:nvPr>
            <p:ph type="sldNum" sz="quarter" idx="12"/>
          </p:nvPr>
        </p:nvSpPr>
        <p:spPr>
          <a:ln/>
        </p:spPr>
        <p:txBody>
          <a:bodyPr/>
          <a:lstStyle>
            <a:lvl1pPr>
              <a:defRPr/>
            </a:lvl1pPr>
          </a:lstStyle>
          <a:p>
            <a:fld id="{45CD5162-D492-4199-BD40-3F82F11DB62D}" type="slidenum">
              <a:rPr lang="en-GB" altLang="en-US"/>
              <a:pPr/>
              <a:t>‹#›</a:t>
            </a:fld>
            <a:endParaRPr lang="en-GB" altLang="en-US"/>
          </a:p>
        </p:txBody>
      </p:sp>
    </p:spTree>
    <p:extLst>
      <p:ext uri="{BB962C8B-B14F-4D97-AF65-F5344CB8AC3E}">
        <p14:creationId xmlns:p14="http://schemas.microsoft.com/office/powerpoint/2010/main" val="34746162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F80CA933-82E9-4E80-9B91-D0A0079541CD}"/>
              </a:ext>
            </a:extLst>
          </p:cNvPr>
          <p:cNvSpPr>
            <a:spLocks noGrp="1" noChangeArrowheads="1"/>
          </p:cNvSpPr>
          <p:nvPr>
            <p:ph type="dt" sz="half" idx="10"/>
          </p:nvPr>
        </p:nvSpPr>
        <p:spPr>
          <a:ln/>
        </p:spPr>
        <p:txBody>
          <a:bodyPr/>
          <a:lstStyle>
            <a:lvl1pPr>
              <a:defRPr/>
            </a:lvl1pPr>
          </a:lstStyle>
          <a:p>
            <a:pPr>
              <a:defRPr/>
            </a:pPr>
            <a:endParaRPr lang="en-GB"/>
          </a:p>
        </p:txBody>
      </p:sp>
      <p:sp>
        <p:nvSpPr>
          <p:cNvPr id="6" name="Rectangle 5">
            <a:extLst>
              <a:ext uri="{FF2B5EF4-FFF2-40B4-BE49-F238E27FC236}">
                <a16:creationId xmlns:a16="http://schemas.microsoft.com/office/drawing/2014/main" id="{E8E16F67-DF47-4F8F-ACE2-03E7F6C22D0F}"/>
              </a:ext>
            </a:extLst>
          </p:cNvPr>
          <p:cNvSpPr>
            <a:spLocks noGrp="1" noChangeArrowheads="1"/>
          </p:cNvSpPr>
          <p:nvPr>
            <p:ph type="ftr" sz="quarter" idx="11"/>
          </p:nvPr>
        </p:nvSpPr>
        <p:spPr>
          <a:ln/>
        </p:spPr>
        <p:txBody>
          <a:bodyPr/>
          <a:lstStyle>
            <a:lvl1pPr>
              <a:defRPr/>
            </a:lvl1pPr>
          </a:lstStyle>
          <a:p>
            <a:pPr>
              <a:defRPr/>
            </a:pPr>
            <a:endParaRPr lang="en-GB"/>
          </a:p>
        </p:txBody>
      </p:sp>
      <p:sp>
        <p:nvSpPr>
          <p:cNvPr id="7" name="Rectangle 6">
            <a:extLst>
              <a:ext uri="{FF2B5EF4-FFF2-40B4-BE49-F238E27FC236}">
                <a16:creationId xmlns:a16="http://schemas.microsoft.com/office/drawing/2014/main" id="{3DD91086-B541-4741-B7F9-48C3BC9D2A72}"/>
              </a:ext>
            </a:extLst>
          </p:cNvPr>
          <p:cNvSpPr>
            <a:spLocks noGrp="1" noChangeArrowheads="1"/>
          </p:cNvSpPr>
          <p:nvPr>
            <p:ph type="sldNum" sz="quarter" idx="12"/>
          </p:nvPr>
        </p:nvSpPr>
        <p:spPr>
          <a:ln/>
        </p:spPr>
        <p:txBody>
          <a:bodyPr/>
          <a:lstStyle>
            <a:lvl1pPr>
              <a:defRPr/>
            </a:lvl1pPr>
          </a:lstStyle>
          <a:p>
            <a:fld id="{49339264-43A1-4303-AE05-A7BCA957273F}" type="slidenum">
              <a:rPr lang="en-GB" altLang="en-US"/>
              <a:pPr/>
              <a:t>‹#›</a:t>
            </a:fld>
            <a:endParaRPr lang="en-GB" altLang="en-US"/>
          </a:p>
        </p:txBody>
      </p:sp>
    </p:spTree>
    <p:extLst>
      <p:ext uri="{BB962C8B-B14F-4D97-AF65-F5344CB8AC3E}">
        <p14:creationId xmlns:p14="http://schemas.microsoft.com/office/powerpoint/2010/main" val="42495463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5D230F2C-5ED7-48B7-93DF-F98825A2B612}"/>
              </a:ext>
            </a:extLst>
          </p:cNvPr>
          <p:cNvSpPr>
            <a:spLocks noGrp="1" noChangeArrowheads="1"/>
          </p:cNvSpPr>
          <p:nvPr>
            <p:ph type="dt" sz="half" idx="10"/>
          </p:nvPr>
        </p:nvSpPr>
        <p:spPr>
          <a:ln/>
        </p:spPr>
        <p:txBody>
          <a:bodyPr/>
          <a:lstStyle>
            <a:lvl1pPr>
              <a:defRPr/>
            </a:lvl1pPr>
          </a:lstStyle>
          <a:p>
            <a:pPr>
              <a:defRPr/>
            </a:pPr>
            <a:endParaRPr lang="en-GB"/>
          </a:p>
        </p:txBody>
      </p:sp>
      <p:sp>
        <p:nvSpPr>
          <p:cNvPr id="6" name="Rectangle 5">
            <a:extLst>
              <a:ext uri="{FF2B5EF4-FFF2-40B4-BE49-F238E27FC236}">
                <a16:creationId xmlns:a16="http://schemas.microsoft.com/office/drawing/2014/main" id="{943E55C6-95B7-4F82-8B6E-8FD6F3E5CA7E}"/>
              </a:ext>
            </a:extLst>
          </p:cNvPr>
          <p:cNvSpPr>
            <a:spLocks noGrp="1" noChangeArrowheads="1"/>
          </p:cNvSpPr>
          <p:nvPr>
            <p:ph type="ftr" sz="quarter" idx="11"/>
          </p:nvPr>
        </p:nvSpPr>
        <p:spPr>
          <a:ln/>
        </p:spPr>
        <p:txBody>
          <a:bodyPr/>
          <a:lstStyle>
            <a:lvl1pPr>
              <a:defRPr/>
            </a:lvl1pPr>
          </a:lstStyle>
          <a:p>
            <a:pPr>
              <a:defRPr/>
            </a:pPr>
            <a:endParaRPr lang="en-GB"/>
          </a:p>
        </p:txBody>
      </p:sp>
      <p:sp>
        <p:nvSpPr>
          <p:cNvPr id="7" name="Rectangle 6">
            <a:extLst>
              <a:ext uri="{FF2B5EF4-FFF2-40B4-BE49-F238E27FC236}">
                <a16:creationId xmlns:a16="http://schemas.microsoft.com/office/drawing/2014/main" id="{4B8282B5-5F3F-4E55-AD2D-558D221400D9}"/>
              </a:ext>
            </a:extLst>
          </p:cNvPr>
          <p:cNvSpPr>
            <a:spLocks noGrp="1" noChangeArrowheads="1"/>
          </p:cNvSpPr>
          <p:nvPr>
            <p:ph type="sldNum" sz="quarter" idx="12"/>
          </p:nvPr>
        </p:nvSpPr>
        <p:spPr>
          <a:ln/>
        </p:spPr>
        <p:txBody>
          <a:bodyPr/>
          <a:lstStyle>
            <a:lvl1pPr>
              <a:defRPr/>
            </a:lvl1pPr>
          </a:lstStyle>
          <a:p>
            <a:fld id="{F4BDEBBC-E5CE-4EE4-8A5B-709748107BDA}" type="slidenum">
              <a:rPr lang="en-GB" altLang="en-US"/>
              <a:pPr/>
              <a:t>‹#›</a:t>
            </a:fld>
            <a:endParaRPr lang="en-GB" altLang="en-US"/>
          </a:p>
        </p:txBody>
      </p:sp>
    </p:spTree>
    <p:extLst>
      <p:ext uri="{BB962C8B-B14F-4D97-AF65-F5344CB8AC3E}">
        <p14:creationId xmlns:p14="http://schemas.microsoft.com/office/powerpoint/2010/main" val="17572650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a:extLst>
              <a:ext uri="{FF2B5EF4-FFF2-40B4-BE49-F238E27FC236}">
                <a16:creationId xmlns:a16="http://schemas.microsoft.com/office/drawing/2014/main" id="{0B105543-3961-4D67-865A-BEC847251F4F}"/>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5">
            <a:extLst>
              <a:ext uri="{FF2B5EF4-FFF2-40B4-BE49-F238E27FC236}">
                <a16:creationId xmlns:a16="http://schemas.microsoft.com/office/drawing/2014/main" id="{EB2903D0-14E9-44FE-A9B7-39D5B7D48D72}"/>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6">
            <a:extLst>
              <a:ext uri="{FF2B5EF4-FFF2-40B4-BE49-F238E27FC236}">
                <a16:creationId xmlns:a16="http://schemas.microsoft.com/office/drawing/2014/main" id="{03863D1D-A353-4A2F-831D-5B10EAB528AD}"/>
              </a:ext>
            </a:extLst>
          </p:cNvPr>
          <p:cNvSpPr>
            <a:spLocks noGrp="1" noChangeArrowheads="1"/>
          </p:cNvSpPr>
          <p:nvPr>
            <p:ph type="sldNum" sz="quarter" idx="12"/>
          </p:nvPr>
        </p:nvSpPr>
        <p:spPr>
          <a:ln/>
        </p:spPr>
        <p:txBody>
          <a:bodyPr/>
          <a:lstStyle>
            <a:lvl1pPr>
              <a:defRPr/>
            </a:lvl1pPr>
          </a:lstStyle>
          <a:p>
            <a:fld id="{51572E90-9466-4840-B487-A38D40F4D41D}" type="slidenum">
              <a:rPr lang="en-GB" altLang="en-US"/>
              <a:pPr/>
              <a:t>‹#›</a:t>
            </a:fld>
            <a:endParaRPr lang="en-GB" altLang="en-US"/>
          </a:p>
        </p:txBody>
      </p:sp>
    </p:spTree>
    <p:extLst>
      <p:ext uri="{BB962C8B-B14F-4D97-AF65-F5344CB8AC3E}">
        <p14:creationId xmlns:p14="http://schemas.microsoft.com/office/powerpoint/2010/main" val="27846261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19588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84213" y="609600"/>
            <a:ext cx="5678487" cy="5195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a:extLst>
              <a:ext uri="{FF2B5EF4-FFF2-40B4-BE49-F238E27FC236}">
                <a16:creationId xmlns:a16="http://schemas.microsoft.com/office/drawing/2014/main" id="{F58AE52A-C305-4FAD-A6C4-F4EBFF1D2BC2}"/>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5">
            <a:extLst>
              <a:ext uri="{FF2B5EF4-FFF2-40B4-BE49-F238E27FC236}">
                <a16:creationId xmlns:a16="http://schemas.microsoft.com/office/drawing/2014/main" id="{B627E335-0FD1-418C-BBD2-50D6A051C344}"/>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6">
            <a:extLst>
              <a:ext uri="{FF2B5EF4-FFF2-40B4-BE49-F238E27FC236}">
                <a16:creationId xmlns:a16="http://schemas.microsoft.com/office/drawing/2014/main" id="{AA2C1394-F8C2-4BBE-BBFF-77F6BDBD4111}"/>
              </a:ext>
            </a:extLst>
          </p:cNvPr>
          <p:cNvSpPr>
            <a:spLocks noGrp="1" noChangeArrowheads="1"/>
          </p:cNvSpPr>
          <p:nvPr>
            <p:ph type="sldNum" sz="quarter" idx="12"/>
          </p:nvPr>
        </p:nvSpPr>
        <p:spPr>
          <a:ln/>
        </p:spPr>
        <p:txBody>
          <a:bodyPr/>
          <a:lstStyle>
            <a:lvl1pPr>
              <a:defRPr/>
            </a:lvl1pPr>
          </a:lstStyle>
          <a:p>
            <a:fld id="{00805F74-FF9C-49FF-84AE-1D2CF40AF0E9}" type="slidenum">
              <a:rPr lang="en-GB" altLang="en-US"/>
              <a:pPr/>
              <a:t>‹#›</a:t>
            </a:fld>
            <a:endParaRPr lang="en-GB" altLang="en-US"/>
          </a:p>
        </p:txBody>
      </p:sp>
    </p:spTree>
    <p:extLst>
      <p:ext uri="{BB962C8B-B14F-4D97-AF65-F5344CB8AC3E}">
        <p14:creationId xmlns:p14="http://schemas.microsoft.com/office/powerpoint/2010/main" val="2582737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7">
            <a:extLst>
              <a:ext uri="{FF2B5EF4-FFF2-40B4-BE49-F238E27FC236}">
                <a16:creationId xmlns:a16="http://schemas.microsoft.com/office/drawing/2014/main" id="{840D1B3C-F303-41A2-85A7-69D02950E4BA}"/>
              </a:ext>
            </a:extLst>
          </p:cNvPr>
          <p:cNvSpPr>
            <a:spLocks noChangeArrowheads="1"/>
          </p:cNvSpPr>
          <p:nvPr userDrawn="1"/>
        </p:nvSpPr>
        <p:spPr bwMode="auto">
          <a:xfrm>
            <a:off x="0" y="0"/>
            <a:ext cx="9140825" cy="6873875"/>
          </a:xfrm>
          <a:prstGeom prst="rect">
            <a:avLst/>
          </a:prstGeom>
          <a:solidFill>
            <a:srgbClr val="663366"/>
          </a:solidFill>
          <a:ln>
            <a:noFill/>
          </a:ln>
        </p:spPr>
        <p:txBody>
          <a:bodyPr wrap="none" anchor="ctr"/>
          <a:lstStyle>
            <a:lvl1pPr>
              <a:defRPr sz="2400">
                <a:solidFill>
                  <a:schemeClr val="tx1"/>
                </a:solidFill>
                <a:latin typeface="Times" pitchFamily="4" charset="0"/>
                <a:ea typeface="ＭＳ Ｐゴシック" pitchFamily="4" charset="-128"/>
              </a:defRPr>
            </a:lvl1pPr>
            <a:lvl2pPr marL="37931725" indent="-37474525">
              <a:defRPr sz="2400">
                <a:solidFill>
                  <a:schemeClr val="tx1"/>
                </a:solidFill>
                <a:latin typeface="Times" pitchFamily="4" charset="0"/>
                <a:ea typeface="ＭＳ Ｐゴシック" pitchFamily="4" charset="-128"/>
              </a:defRPr>
            </a:lvl2pPr>
            <a:lvl3pPr>
              <a:defRPr sz="2400">
                <a:solidFill>
                  <a:schemeClr val="tx1"/>
                </a:solidFill>
                <a:latin typeface="Times" pitchFamily="4" charset="0"/>
                <a:ea typeface="ＭＳ Ｐゴシック" pitchFamily="4" charset="-128"/>
              </a:defRPr>
            </a:lvl3pPr>
            <a:lvl4pPr>
              <a:defRPr sz="2400">
                <a:solidFill>
                  <a:schemeClr val="tx1"/>
                </a:solidFill>
                <a:latin typeface="Times" pitchFamily="4" charset="0"/>
                <a:ea typeface="ＭＳ Ｐゴシック" pitchFamily="4" charset="-128"/>
              </a:defRPr>
            </a:lvl4pPr>
            <a:lvl5pPr>
              <a:defRPr sz="2400">
                <a:solidFill>
                  <a:schemeClr val="tx1"/>
                </a:solidFill>
                <a:latin typeface="Times" pitchFamily="4" charset="0"/>
                <a:ea typeface="ＭＳ Ｐゴシック" pitchFamily="4" charset="-128"/>
              </a:defRPr>
            </a:lvl5pPr>
            <a:lvl6pPr marL="457200" eaLnBrk="0" fontAlgn="base" hangingPunct="0">
              <a:spcBef>
                <a:spcPct val="0"/>
              </a:spcBef>
              <a:spcAft>
                <a:spcPct val="0"/>
              </a:spcAft>
              <a:defRPr sz="2400">
                <a:solidFill>
                  <a:schemeClr val="tx1"/>
                </a:solidFill>
                <a:latin typeface="Times" pitchFamily="4" charset="0"/>
                <a:ea typeface="ＭＳ Ｐゴシック" pitchFamily="4" charset="-128"/>
              </a:defRPr>
            </a:lvl6pPr>
            <a:lvl7pPr marL="914400" eaLnBrk="0" fontAlgn="base" hangingPunct="0">
              <a:spcBef>
                <a:spcPct val="0"/>
              </a:spcBef>
              <a:spcAft>
                <a:spcPct val="0"/>
              </a:spcAft>
              <a:defRPr sz="2400">
                <a:solidFill>
                  <a:schemeClr val="tx1"/>
                </a:solidFill>
                <a:latin typeface="Times" pitchFamily="4" charset="0"/>
                <a:ea typeface="ＭＳ Ｐゴシック" pitchFamily="4" charset="-128"/>
              </a:defRPr>
            </a:lvl7pPr>
            <a:lvl8pPr marL="1371600" eaLnBrk="0" fontAlgn="base" hangingPunct="0">
              <a:spcBef>
                <a:spcPct val="0"/>
              </a:spcBef>
              <a:spcAft>
                <a:spcPct val="0"/>
              </a:spcAft>
              <a:defRPr sz="2400">
                <a:solidFill>
                  <a:schemeClr val="tx1"/>
                </a:solidFill>
                <a:latin typeface="Times" pitchFamily="4" charset="0"/>
                <a:ea typeface="ＭＳ Ｐゴシック" pitchFamily="4" charset="-128"/>
              </a:defRPr>
            </a:lvl8pPr>
            <a:lvl9pPr marL="1828800" eaLnBrk="0" fontAlgn="base" hangingPunct="0">
              <a:spcBef>
                <a:spcPct val="0"/>
              </a:spcBef>
              <a:spcAft>
                <a:spcPct val="0"/>
              </a:spcAft>
              <a:defRPr sz="2400">
                <a:solidFill>
                  <a:schemeClr val="tx1"/>
                </a:solidFill>
                <a:latin typeface="Times" pitchFamily="4" charset="0"/>
                <a:ea typeface="ＭＳ Ｐゴシック" pitchFamily="4" charset="-128"/>
              </a:defRPr>
            </a:lvl9pPr>
          </a:lstStyle>
          <a:p>
            <a:pPr algn="ctr">
              <a:defRPr/>
            </a:pPr>
            <a:r>
              <a:rPr lang="en-GB" altLang="en-US">
                <a:solidFill>
                  <a:srgbClr val="663366"/>
                </a:solidFill>
              </a:rPr>
              <a:t>∂</a:t>
            </a:r>
          </a:p>
        </p:txBody>
      </p:sp>
      <p:sp>
        <p:nvSpPr>
          <p:cNvPr id="1027" name="Rectangle 8">
            <a:extLst>
              <a:ext uri="{FF2B5EF4-FFF2-40B4-BE49-F238E27FC236}">
                <a16:creationId xmlns:a16="http://schemas.microsoft.com/office/drawing/2014/main" id="{17064862-FEF8-44F4-A591-A054D05CC556}"/>
              </a:ext>
            </a:extLst>
          </p:cNvPr>
          <p:cNvSpPr>
            <a:spLocks noChangeArrowheads="1"/>
          </p:cNvSpPr>
          <p:nvPr userDrawn="1"/>
        </p:nvSpPr>
        <p:spPr bwMode="auto">
          <a:xfrm>
            <a:off x="107950" y="107950"/>
            <a:ext cx="8924925" cy="6657975"/>
          </a:xfrm>
          <a:prstGeom prst="rect">
            <a:avLst/>
          </a:prstGeom>
          <a:solidFill>
            <a:schemeClr val="bg1"/>
          </a:solidFill>
          <a:ln>
            <a:noFill/>
          </a:ln>
        </p:spPr>
        <p:txBody>
          <a:bodyPr wrap="none" anchor="ct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algn="ctr">
              <a:defRPr/>
            </a:pPr>
            <a:endParaRPr lang="en-US" altLang="en-US">
              <a:solidFill>
                <a:srgbClr val="663366"/>
              </a:solidFill>
              <a:ea typeface="+mn-ea"/>
            </a:endParaRPr>
          </a:p>
        </p:txBody>
      </p:sp>
      <p:sp>
        <p:nvSpPr>
          <p:cNvPr id="1028" name="Rectangle 2">
            <a:extLst>
              <a:ext uri="{FF2B5EF4-FFF2-40B4-BE49-F238E27FC236}">
                <a16:creationId xmlns:a16="http://schemas.microsoft.com/office/drawing/2014/main" id="{FED3A094-A454-4CEB-A5D7-6CD73EA7F40F}"/>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Heading style</a:t>
            </a:r>
          </a:p>
        </p:txBody>
      </p:sp>
      <p:sp>
        <p:nvSpPr>
          <p:cNvPr id="1029" name="Rectangle 3">
            <a:extLst>
              <a:ext uri="{FF2B5EF4-FFF2-40B4-BE49-F238E27FC236}">
                <a16:creationId xmlns:a16="http://schemas.microsoft.com/office/drawing/2014/main" id="{25C014C2-F577-4B6F-8960-3E7F9657EBB9}"/>
              </a:ext>
            </a:extLst>
          </p:cNvPr>
          <p:cNvSpPr>
            <a:spLocks noGrp="1" noChangeArrowheads="1"/>
          </p:cNvSpPr>
          <p:nvPr>
            <p:ph type="body" idx="1"/>
          </p:nvPr>
        </p:nvSpPr>
        <p:spPr bwMode="auto">
          <a:xfrm>
            <a:off x="684213" y="1989138"/>
            <a:ext cx="7772400" cy="381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2" name="Rectangle 4">
            <a:extLst>
              <a:ext uri="{FF2B5EF4-FFF2-40B4-BE49-F238E27FC236}">
                <a16:creationId xmlns:a16="http://schemas.microsoft.com/office/drawing/2014/main" id="{14101EC0-BD92-47B6-9006-BF1573C4C3CE}"/>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Times" pitchFamily="18" charset="0"/>
                <a:ea typeface="+mn-ea"/>
                <a:cs typeface="+mn-cs"/>
              </a:defRPr>
            </a:lvl1pPr>
          </a:lstStyle>
          <a:p>
            <a:pPr>
              <a:defRPr/>
            </a:pPr>
            <a:endParaRPr lang="en-GB"/>
          </a:p>
        </p:txBody>
      </p:sp>
      <p:sp>
        <p:nvSpPr>
          <p:cNvPr id="3" name="Rectangle 5">
            <a:extLst>
              <a:ext uri="{FF2B5EF4-FFF2-40B4-BE49-F238E27FC236}">
                <a16:creationId xmlns:a16="http://schemas.microsoft.com/office/drawing/2014/main" id="{2A729635-DE0C-4E7B-90F9-EA97496CA150}"/>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Times" pitchFamily="18" charset="0"/>
                <a:ea typeface="+mn-ea"/>
                <a:cs typeface="+mn-cs"/>
              </a:defRPr>
            </a:lvl1pPr>
          </a:lstStyle>
          <a:p>
            <a:pPr>
              <a:defRPr/>
            </a:pPr>
            <a:endParaRPr lang="en-GB"/>
          </a:p>
        </p:txBody>
      </p:sp>
      <p:sp>
        <p:nvSpPr>
          <p:cNvPr id="1030" name="Rectangle 6">
            <a:extLst>
              <a:ext uri="{FF2B5EF4-FFF2-40B4-BE49-F238E27FC236}">
                <a16:creationId xmlns:a16="http://schemas.microsoft.com/office/drawing/2014/main" id="{226281E7-5E9B-435D-9803-C8B033C9796F}"/>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B052F1E3-6BBD-4277-A501-54C6E3B8ED24}" type="slidenum">
              <a:rPr lang="en-GB" altLang="en-US"/>
              <a:pPr/>
              <a:t>‹#›</a:t>
            </a:fld>
            <a:endParaRPr lang="en-GB" altLang="en-US"/>
          </a:p>
        </p:txBody>
      </p:sp>
      <p:sp>
        <p:nvSpPr>
          <p:cNvPr id="1033" name="Rectangle 9">
            <a:extLst>
              <a:ext uri="{FF2B5EF4-FFF2-40B4-BE49-F238E27FC236}">
                <a16:creationId xmlns:a16="http://schemas.microsoft.com/office/drawing/2014/main" id="{0D3AD312-8DA0-4889-BC50-484AA5D556C0}"/>
              </a:ext>
            </a:extLst>
          </p:cNvPr>
          <p:cNvSpPr>
            <a:spLocks noChangeArrowheads="1"/>
          </p:cNvSpPr>
          <p:nvPr userDrawn="1"/>
        </p:nvSpPr>
        <p:spPr bwMode="auto">
          <a:xfrm>
            <a:off x="790575" y="611188"/>
            <a:ext cx="8024813" cy="1143000"/>
          </a:xfrm>
          <a:prstGeom prst="rect">
            <a:avLst/>
          </a:prstGeom>
          <a:noFill/>
          <a:ln>
            <a:noFill/>
          </a:ln>
        </p:spPr>
        <p:txBody>
          <a:bodyP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eaLnBrk="1" hangingPunct="1">
              <a:defRPr/>
            </a:pPr>
            <a:endParaRPr lang="en-US" altLang="en-US" sz="4400">
              <a:solidFill>
                <a:schemeClr val="bg1"/>
              </a:solidFill>
              <a:ea typeface="+mn-ea"/>
            </a:endParaRPr>
          </a:p>
        </p:txBody>
      </p:sp>
      <p:sp>
        <p:nvSpPr>
          <p:cNvPr id="1034" name="Rectangle 10">
            <a:extLst>
              <a:ext uri="{FF2B5EF4-FFF2-40B4-BE49-F238E27FC236}">
                <a16:creationId xmlns:a16="http://schemas.microsoft.com/office/drawing/2014/main" id="{A77EF1F3-FDE3-4C56-8605-EF36FE6477FB}"/>
              </a:ext>
            </a:extLst>
          </p:cNvPr>
          <p:cNvSpPr>
            <a:spLocks noChangeArrowheads="1"/>
          </p:cNvSpPr>
          <p:nvPr userDrawn="1"/>
        </p:nvSpPr>
        <p:spPr bwMode="auto">
          <a:xfrm>
            <a:off x="790575" y="1798638"/>
            <a:ext cx="8024813" cy="3813175"/>
          </a:xfrm>
          <a:prstGeom prst="rect">
            <a:avLst/>
          </a:prstGeom>
          <a:noFill/>
          <a:ln>
            <a:noFill/>
          </a:ln>
        </p:spPr>
        <p:txBody>
          <a:bodyP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eaLnBrk="1" hangingPunct="1">
              <a:spcBef>
                <a:spcPct val="20000"/>
              </a:spcBef>
              <a:defRPr/>
            </a:pPr>
            <a:endParaRPr lang="en-US" altLang="en-US" sz="1800" b="1">
              <a:solidFill>
                <a:schemeClr val="bg1"/>
              </a:solidFill>
              <a:latin typeface="Arial" charset="0"/>
              <a:ea typeface="+mn-ea"/>
            </a:endParaRPr>
          </a:p>
        </p:txBody>
      </p:sp>
      <p:pic>
        <p:nvPicPr>
          <p:cNvPr id="1035" name="Picture 11">
            <a:extLst>
              <a:ext uri="{FF2B5EF4-FFF2-40B4-BE49-F238E27FC236}">
                <a16:creationId xmlns:a16="http://schemas.microsoft.com/office/drawing/2014/main" id="{DF4DC3FC-C296-4567-B7A8-8554D76000F3}"/>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266700" y="5843588"/>
            <a:ext cx="1943100"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935" r:id="rId1"/>
    <p:sldLayoutId id="2147483925" r:id="rId2"/>
    <p:sldLayoutId id="2147483926" r:id="rId3"/>
    <p:sldLayoutId id="2147483927" r:id="rId4"/>
    <p:sldLayoutId id="2147483928" r:id="rId5"/>
    <p:sldLayoutId id="2147483929" r:id="rId6"/>
    <p:sldLayoutId id="2147483930" r:id="rId7"/>
    <p:sldLayoutId id="2147483931" r:id="rId8"/>
    <p:sldLayoutId id="2147483932" r:id="rId9"/>
    <p:sldLayoutId id="2147483933" r:id="rId10"/>
    <p:sldLayoutId id="2147483934" r:id="rId11"/>
  </p:sldLayoutIdLst>
  <p:txStyles>
    <p:titleStyle>
      <a:lvl1pPr algn="l" rtl="0" eaLnBrk="0" fontAlgn="base" hangingPunct="0">
        <a:spcBef>
          <a:spcPct val="0"/>
        </a:spcBef>
        <a:spcAft>
          <a:spcPct val="0"/>
        </a:spcAft>
        <a:defRPr sz="4400">
          <a:solidFill>
            <a:srgbClr val="663366"/>
          </a:solidFill>
          <a:latin typeface="+mj-lt"/>
          <a:ea typeface="ＭＳ Ｐゴシック" pitchFamily="4" charset="-128"/>
          <a:cs typeface="ＭＳ Ｐゴシック" pitchFamily="4" charset="-128"/>
        </a:defRPr>
      </a:lvl1pPr>
      <a:lvl2pPr algn="l" rtl="0" eaLnBrk="0" fontAlgn="base" hangingPunct="0">
        <a:spcBef>
          <a:spcPct val="0"/>
        </a:spcBef>
        <a:spcAft>
          <a:spcPct val="0"/>
        </a:spcAft>
        <a:defRPr sz="4400">
          <a:solidFill>
            <a:srgbClr val="663366"/>
          </a:solidFill>
          <a:latin typeface="Times" pitchFamily="18" charset="0"/>
          <a:ea typeface="ＭＳ Ｐゴシック" pitchFamily="4" charset="-128"/>
          <a:cs typeface="ＭＳ Ｐゴシック" pitchFamily="4" charset="-128"/>
        </a:defRPr>
      </a:lvl2pPr>
      <a:lvl3pPr algn="l" rtl="0" eaLnBrk="0" fontAlgn="base" hangingPunct="0">
        <a:spcBef>
          <a:spcPct val="0"/>
        </a:spcBef>
        <a:spcAft>
          <a:spcPct val="0"/>
        </a:spcAft>
        <a:defRPr sz="4400">
          <a:solidFill>
            <a:srgbClr val="663366"/>
          </a:solidFill>
          <a:latin typeface="Times" pitchFamily="18" charset="0"/>
          <a:ea typeface="ＭＳ Ｐゴシック" pitchFamily="4" charset="-128"/>
          <a:cs typeface="ＭＳ Ｐゴシック" pitchFamily="4" charset="-128"/>
        </a:defRPr>
      </a:lvl3pPr>
      <a:lvl4pPr algn="l" rtl="0" eaLnBrk="0" fontAlgn="base" hangingPunct="0">
        <a:spcBef>
          <a:spcPct val="0"/>
        </a:spcBef>
        <a:spcAft>
          <a:spcPct val="0"/>
        </a:spcAft>
        <a:defRPr sz="4400">
          <a:solidFill>
            <a:srgbClr val="663366"/>
          </a:solidFill>
          <a:latin typeface="Times" pitchFamily="18" charset="0"/>
          <a:ea typeface="ＭＳ Ｐゴシック" pitchFamily="4" charset="-128"/>
          <a:cs typeface="ＭＳ Ｐゴシック" pitchFamily="4" charset="-128"/>
        </a:defRPr>
      </a:lvl4pPr>
      <a:lvl5pPr algn="l" rtl="0" eaLnBrk="0" fontAlgn="base" hangingPunct="0">
        <a:spcBef>
          <a:spcPct val="0"/>
        </a:spcBef>
        <a:spcAft>
          <a:spcPct val="0"/>
        </a:spcAft>
        <a:defRPr sz="4400">
          <a:solidFill>
            <a:srgbClr val="663366"/>
          </a:solidFill>
          <a:latin typeface="Times" pitchFamily="18" charset="0"/>
          <a:ea typeface="ＭＳ Ｐゴシック" pitchFamily="4" charset="-128"/>
          <a:cs typeface="ＭＳ Ｐゴシック" pitchFamily="4" charset="-128"/>
        </a:defRPr>
      </a:lvl5pPr>
      <a:lvl6pPr marL="457200" algn="l" rtl="0" fontAlgn="base">
        <a:spcBef>
          <a:spcPct val="0"/>
        </a:spcBef>
        <a:spcAft>
          <a:spcPct val="0"/>
        </a:spcAft>
        <a:defRPr sz="4400">
          <a:solidFill>
            <a:srgbClr val="663366"/>
          </a:solidFill>
          <a:latin typeface="Times" pitchFamily="18" charset="0"/>
        </a:defRPr>
      </a:lvl6pPr>
      <a:lvl7pPr marL="914400" algn="l" rtl="0" fontAlgn="base">
        <a:spcBef>
          <a:spcPct val="0"/>
        </a:spcBef>
        <a:spcAft>
          <a:spcPct val="0"/>
        </a:spcAft>
        <a:defRPr sz="4400">
          <a:solidFill>
            <a:srgbClr val="663366"/>
          </a:solidFill>
          <a:latin typeface="Times" pitchFamily="18" charset="0"/>
        </a:defRPr>
      </a:lvl7pPr>
      <a:lvl8pPr marL="1371600" algn="l" rtl="0" fontAlgn="base">
        <a:spcBef>
          <a:spcPct val="0"/>
        </a:spcBef>
        <a:spcAft>
          <a:spcPct val="0"/>
        </a:spcAft>
        <a:defRPr sz="4400">
          <a:solidFill>
            <a:srgbClr val="663366"/>
          </a:solidFill>
          <a:latin typeface="Times" pitchFamily="18" charset="0"/>
        </a:defRPr>
      </a:lvl8pPr>
      <a:lvl9pPr marL="1828800" algn="l" rtl="0" fontAlgn="base">
        <a:spcBef>
          <a:spcPct val="0"/>
        </a:spcBef>
        <a:spcAft>
          <a:spcPct val="0"/>
        </a:spcAft>
        <a:defRPr sz="4400">
          <a:solidFill>
            <a:srgbClr val="663366"/>
          </a:solidFill>
          <a:latin typeface="Times" pitchFamily="18" charset="0"/>
        </a:defRPr>
      </a:lvl9pPr>
    </p:titleStyle>
    <p:bodyStyle>
      <a:lvl1pPr marL="342900" indent="-342900" algn="l" rtl="0" eaLnBrk="0" fontAlgn="base" hangingPunct="0">
        <a:spcBef>
          <a:spcPct val="20000"/>
        </a:spcBef>
        <a:spcAft>
          <a:spcPct val="0"/>
        </a:spcAft>
        <a:defRPr>
          <a:solidFill>
            <a:schemeClr val="tx1"/>
          </a:solidFill>
          <a:latin typeface="+mn-lt"/>
          <a:ea typeface="ＭＳ Ｐゴシック" pitchFamily="4" charset="-128"/>
          <a:cs typeface="ＭＳ Ｐゴシック" pitchFamily="4" charset="-128"/>
        </a:defRPr>
      </a:lvl1pPr>
      <a:lvl2pPr marL="742950" indent="-285750" algn="l" rtl="0" eaLnBrk="0" fontAlgn="base" hangingPunct="0">
        <a:spcBef>
          <a:spcPct val="20000"/>
        </a:spcBef>
        <a:spcAft>
          <a:spcPct val="0"/>
        </a:spcAft>
        <a:buChar char="–"/>
        <a:defRPr sz="1600">
          <a:solidFill>
            <a:schemeClr val="tx1"/>
          </a:solidFill>
          <a:latin typeface="+mn-lt"/>
          <a:ea typeface="ＭＳ Ｐゴシック" pitchFamily="4" charset="-128"/>
        </a:defRPr>
      </a:lvl2pPr>
      <a:lvl3pPr marL="1143000" indent="-228600" algn="l" rtl="0" eaLnBrk="0" fontAlgn="base" hangingPunct="0">
        <a:spcBef>
          <a:spcPct val="20000"/>
        </a:spcBef>
        <a:spcAft>
          <a:spcPct val="0"/>
        </a:spcAft>
        <a:buChar char="•"/>
        <a:defRPr sz="1400">
          <a:solidFill>
            <a:schemeClr val="tx1"/>
          </a:solidFill>
          <a:latin typeface="+mn-lt"/>
          <a:ea typeface="ＭＳ Ｐゴシック" pitchFamily="4" charset="-128"/>
        </a:defRPr>
      </a:lvl3pPr>
      <a:lvl4pPr marL="1600200" indent="-228600" algn="l" rtl="0" eaLnBrk="0" fontAlgn="base" hangingPunct="0">
        <a:spcBef>
          <a:spcPct val="20000"/>
        </a:spcBef>
        <a:spcAft>
          <a:spcPct val="0"/>
        </a:spcAft>
        <a:buChar char="–"/>
        <a:defRPr sz="1200">
          <a:solidFill>
            <a:schemeClr val="tx1"/>
          </a:solidFill>
          <a:latin typeface="+mn-lt"/>
          <a:ea typeface="ＭＳ Ｐゴシック" pitchFamily="4" charset="-128"/>
        </a:defRPr>
      </a:lvl4pPr>
      <a:lvl5pPr marL="2057400" indent="-228600" algn="l" rtl="0" eaLnBrk="0" fontAlgn="base" hangingPunct="0">
        <a:spcBef>
          <a:spcPct val="20000"/>
        </a:spcBef>
        <a:spcAft>
          <a:spcPct val="0"/>
        </a:spcAft>
        <a:buChar char="»"/>
        <a:defRPr sz="1200">
          <a:solidFill>
            <a:schemeClr val="tx1"/>
          </a:solidFill>
          <a:latin typeface="+mn-lt"/>
          <a:ea typeface="ＭＳ Ｐゴシック" pitchFamily="4" charset="-128"/>
        </a:defRPr>
      </a:lvl5pPr>
      <a:lvl6pPr marL="2514600" indent="-228600" algn="l" rtl="0" fontAlgn="base">
        <a:spcBef>
          <a:spcPct val="20000"/>
        </a:spcBef>
        <a:spcAft>
          <a:spcPct val="0"/>
        </a:spcAft>
        <a:buChar char="»"/>
        <a:defRPr sz="1200">
          <a:solidFill>
            <a:schemeClr val="tx1"/>
          </a:solidFill>
          <a:latin typeface="+mn-lt"/>
        </a:defRPr>
      </a:lvl6pPr>
      <a:lvl7pPr marL="2971800" indent="-228600" algn="l" rtl="0" fontAlgn="base">
        <a:spcBef>
          <a:spcPct val="20000"/>
        </a:spcBef>
        <a:spcAft>
          <a:spcPct val="0"/>
        </a:spcAft>
        <a:buChar char="»"/>
        <a:defRPr sz="1200">
          <a:solidFill>
            <a:schemeClr val="tx1"/>
          </a:solidFill>
          <a:latin typeface="+mn-lt"/>
        </a:defRPr>
      </a:lvl7pPr>
      <a:lvl8pPr marL="3429000" indent="-228600" algn="l" rtl="0" fontAlgn="base">
        <a:spcBef>
          <a:spcPct val="20000"/>
        </a:spcBef>
        <a:spcAft>
          <a:spcPct val="0"/>
        </a:spcAft>
        <a:buChar char="»"/>
        <a:defRPr sz="1200">
          <a:solidFill>
            <a:schemeClr val="tx1"/>
          </a:solidFill>
          <a:latin typeface="+mn-lt"/>
        </a:defRPr>
      </a:lvl8pPr>
      <a:lvl9pPr marL="3886200" indent="-228600" algn="l" rtl="0" fontAlgn="base">
        <a:spcBef>
          <a:spcPct val="20000"/>
        </a:spcBef>
        <a:spcAft>
          <a:spcPct val="0"/>
        </a:spcAft>
        <a:buChar char="»"/>
        <a:defRPr sz="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hyperlink" Target="https://www.theguardian.com/news/series/pandora-papers" TargetMode="Externa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a:extLst>
              <a:ext uri="{FF2B5EF4-FFF2-40B4-BE49-F238E27FC236}">
                <a16:creationId xmlns:a16="http://schemas.microsoft.com/office/drawing/2014/main" id="{6460FE0C-EB8B-4990-BE5E-D40B39613C8E}"/>
              </a:ext>
            </a:extLst>
          </p:cNvPr>
          <p:cNvSpPr>
            <a:spLocks noGrp="1"/>
          </p:cNvSpPr>
          <p:nvPr>
            <p:ph type="ctrTitle" sz="quarter"/>
          </p:nvPr>
        </p:nvSpPr>
        <p:spPr>
          <a:xfrm>
            <a:off x="721519" y="620688"/>
            <a:ext cx="7772400" cy="1470025"/>
          </a:xfrm>
        </p:spPr>
        <p:txBody>
          <a:bodyPr/>
          <a:lstStyle/>
          <a:p>
            <a:br>
              <a:rPr lang="en-US" altLang="en-US" dirty="0">
                <a:ea typeface="ＭＳ Ｐゴシック" panose="020B0600070205080204" pitchFamily="34" charset="-128"/>
              </a:rPr>
            </a:br>
            <a:br>
              <a:rPr lang="en-US" altLang="en-US" dirty="0">
                <a:ea typeface="ＭＳ Ｐゴシック" panose="020B0600070205080204" pitchFamily="34" charset="-128"/>
              </a:rPr>
            </a:br>
            <a:r>
              <a:rPr lang="en-US" altLang="en-US" dirty="0">
                <a:latin typeface="+mn-lt"/>
                <a:ea typeface="ＭＳ Ｐゴシック" panose="020B0600070205080204" pitchFamily="34" charset="-128"/>
                <a:cs typeface="Times New Roman" panose="02020603050405020304" pitchFamily="18" charset="0"/>
              </a:rPr>
              <a:t>Trusts Law</a:t>
            </a:r>
            <a:br>
              <a:rPr lang="en-US" altLang="en-US" dirty="0">
                <a:latin typeface="+mn-lt"/>
                <a:ea typeface="ＭＳ Ｐゴシック" panose="020B0600070205080204" pitchFamily="34" charset="-128"/>
                <a:cs typeface="Times New Roman" panose="02020603050405020304" pitchFamily="18" charset="0"/>
              </a:rPr>
            </a:br>
            <a:br>
              <a:rPr lang="en-US" altLang="en-US" dirty="0">
                <a:latin typeface="+mn-lt"/>
                <a:ea typeface="ＭＳ Ｐゴシック" panose="020B0600070205080204" pitchFamily="34" charset="-128"/>
                <a:cs typeface="Times New Roman" panose="02020603050405020304" pitchFamily="18" charset="0"/>
              </a:rPr>
            </a:br>
            <a:r>
              <a:rPr lang="en-US" altLang="en-US" dirty="0">
                <a:latin typeface="+mn-lt"/>
                <a:ea typeface="ＭＳ Ｐゴシック" panose="020B0600070205080204" pitchFamily="34" charset="-128"/>
                <a:cs typeface="Times New Roman" panose="02020603050405020304" pitchFamily="18" charset="0"/>
              </a:rPr>
              <a:t>Week 1: Introduction to the trust</a:t>
            </a:r>
            <a:br>
              <a:rPr lang="en-US" altLang="en-US" dirty="0">
                <a:latin typeface="Times New Roman" panose="02020603050405020304" pitchFamily="18" charset="0"/>
                <a:ea typeface="ＭＳ Ｐゴシック" panose="020B0600070205080204" pitchFamily="34" charset="-128"/>
                <a:cs typeface="Times New Roman" panose="02020603050405020304" pitchFamily="18" charset="0"/>
              </a:rPr>
            </a:br>
            <a:br>
              <a:rPr lang="en-US" altLang="en-US" sz="3600" dirty="0">
                <a:ea typeface="ＭＳ Ｐゴシック" panose="020B0600070205080204" pitchFamily="34" charset="-128"/>
              </a:rPr>
            </a:br>
            <a:endParaRPr lang="en-GB" altLang="en-US" sz="2800" dirty="0">
              <a:ea typeface="ＭＳ Ｐゴシック" panose="020B0600070205080204" pitchFamily="34" charset="-128"/>
            </a:endParaRPr>
          </a:p>
        </p:txBody>
      </p:sp>
      <p:sp>
        <p:nvSpPr>
          <p:cNvPr id="3075" name="Subtitle 2">
            <a:extLst>
              <a:ext uri="{FF2B5EF4-FFF2-40B4-BE49-F238E27FC236}">
                <a16:creationId xmlns:a16="http://schemas.microsoft.com/office/drawing/2014/main" id="{7FFE0D80-7360-4E4C-99B0-DA887E96E9AA}"/>
              </a:ext>
            </a:extLst>
          </p:cNvPr>
          <p:cNvSpPr>
            <a:spLocks noGrp="1"/>
          </p:cNvSpPr>
          <p:nvPr>
            <p:ph type="subTitle" sz="quarter" idx="1"/>
          </p:nvPr>
        </p:nvSpPr>
        <p:spPr>
          <a:xfrm>
            <a:off x="751547" y="3284984"/>
            <a:ext cx="7561262" cy="1223963"/>
          </a:xfrm>
        </p:spPr>
        <p:txBody>
          <a:bodyPr/>
          <a:lstStyle/>
          <a:p>
            <a:pPr eaLnBrk="1" hangingPunct="1">
              <a:lnSpc>
                <a:spcPct val="110000"/>
              </a:lnSpc>
              <a:spcBef>
                <a:spcPct val="0"/>
              </a:spcBef>
            </a:pPr>
            <a:r>
              <a:rPr lang="en-GB" altLang="en-US" b="0" dirty="0">
                <a:latin typeface="Calibri" panose="020F0502020204030204" pitchFamily="34" charset="0"/>
                <a:ea typeface="ＭＳ Ｐゴシック" panose="020B0600070205080204" pitchFamily="34" charset="-128"/>
              </a:rPr>
              <a:t>Dr Johanna Jacques</a:t>
            </a:r>
          </a:p>
          <a:p>
            <a:pPr eaLnBrk="1" hangingPunct="1">
              <a:lnSpc>
                <a:spcPct val="110000"/>
              </a:lnSpc>
              <a:spcBef>
                <a:spcPct val="0"/>
              </a:spcBef>
            </a:pPr>
            <a:endParaRPr lang="en-GB" altLang="en-US" b="0" dirty="0">
              <a:ea typeface="ＭＳ Ｐゴシック" panose="020B0600070205080204" pitchFamily="34" charset="-128"/>
            </a:endParaRPr>
          </a:p>
          <a:p>
            <a:pPr eaLnBrk="1" hangingPunct="1"/>
            <a:endParaRPr lang="en-GB" altLang="en-US" dirty="0">
              <a:ea typeface="ＭＳ Ｐゴシック" panose="020B0600070205080204" pitchFamily="34" charset="-12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21645-16EB-EA62-3063-7C8B40A48B9C}"/>
              </a:ext>
            </a:extLst>
          </p:cNvPr>
          <p:cNvSpPr>
            <a:spLocks noGrp="1"/>
          </p:cNvSpPr>
          <p:nvPr>
            <p:ph type="title"/>
          </p:nvPr>
        </p:nvSpPr>
        <p:spPr>
          <a:xfrm>
            <a:off x="712485" y="620688"/>
            <a:ext cx="7549592" cy="973836"/>
          </a:xfrm>
        </p:spPr>
        <p:txBody>
          <a:bodyPr anchor="b">
            <a:noAutofit/>
          </a:bodyPr>
          <a:lstStyle/>
          <a:p>
            <a:pPr algn="ctr"/>
            <a:r>
              <a:rPr lang="en-GB" dirty="0">
                <a:latin typeface="Arial" panose="020B0604020202020204" pitchFamily="34" charset="0"/>
                <a:cs typeface="Arial" panose="020B0604020202020204" pitchFamily="34" charset="0"/>
              </a:rPr>
              <a:t>‘Reading’ (for) your Law Degree</a:t>
            </a:r>
          </a:p>
        </p:txBody>
      </p:sp>
      <p:sp>
        <p:nvSpPr>
          <p:cNvPr id="3" name="Content Placeholder 2">
            <a:extLst>
              <a:ext uri="{FF2B5EF4-FFF2-40B4-BE49-F238E27FC236}">
                <a16:creationId xmlns:a16="http://schemas.microsoft.com/office/drawing/2014/main" id="{B3537D7A-4249-F02F-CC44-E1153A5C196F}"/>
              </a:ext>
            </a:extLst>
          </p:cNvPr>
          <p:cNvSpPr>
            <a:spLocks noGrp="1"/>
          </p:cNvSpPr>
          <p:nvPr>
            <p:ph idx="1"/>
          </p:nvPr>
        </p:nvSpPr>
        <p:spPr>
          <a:xfrm>
            <a:off x="251520" y="2060848"/>
            <a:ext cx="4019385" cy="3436575"/>
          </a:xfrm>
        </p:spPr>
        <p:txBody>
          <a:bodyPr anchor="ctr">
            <a:noAutofit/>
          </a:bodyPr>
          <a:lstStyle/>
          <a:p>
            <a:pPr algn="just">
              <a:buFont typeface="Wingdings" panose="05000000000000000000" pitchFamily="2" charset="2"/>
              <a:buChar char="ü"/>
            </a:pPr>
            <a:r>
              <a:rPr lang="en-GB" sz="1400" b="1" dirty="0">
                <a:latin typeface="Calibri" panose="020F0502020204030204" pitchFamily="34" charset="0"/>
                <a:cs typeface="Calibri" panose="020F0502020204030204" pitchFamily="34" charset="0"/>
              </a:rPr>
              <a:t>Independent study </a:t>
            </a:r>
            <a:r>
              <a:rPr lang="en-GB" sz="1400" dirty="0">
                <a:latin typeface="Calibri" panose="020F0502020204030204" pitchFamily="34" charset="0"/>
                <a:cs typeface="Calibri" panose="020F0502020204030204" pitchFamily="34" charset="0"/>
              </a:rPr>
              <a:t>is a vital skill that is important to develop for your future career, regardless of which professional path you choose.</a:t>
            </a:r>
          </a:p>
          <a:p>
            <a:pPr algn="just">
              <a:buFont typeface="Wingdings" panose="05000000000000000000" pitchFamily="2" charset="2"/>
              <a:buChar char="ü"/>
            </a:pPr>
            <a:r>
              <a:rPr lang="en-GB" sz="1400" dirty="0">
                <a:latin typeface="Calibri" panose="020F0502020204030204" pitchFamily="34" charset="0"/>
                <a:cs typeface="Calibri" panose="020F0502020204030204" pitchFamily="34" charset="0"/>
              </a:rPr>
              <a:t>Most of the teaching and learning on all modules takes place </a:t>
            </a:r>
            <a:r>
              <a:rPr lang="en-GB" sz="1400" b="1" i="1" dirty="0">
                <a:latin typeface="Calibri" panose="020F0502020204030204" pitchFamily="34" charset="0"/>
                <a:cs typeface="Calibri" panose="020F0502020204030204" pitchFamily="34" charset="0"/>
              </a:rPr>
              <a:t>outside</a:t>
            </a:r>
            <a:r>
              <a:rPr lang="en-GB" sz="1400" dirty="0">
                <a:latin typeface="Calibri" panose="020F0502020204030204" pitchFamily="34" charset="0"/>
                <a:cs typeface="Calibri" panose="020F0502020204030204" pitchFamily="34" charset="0"/>
              </a:rPr>
              <a:t> the classroom (i.e. preparing for teaching commitments, preparing for assessments, carrying out research, further reading etc).</a:t>
            </a:r>
          </a:p>
          <a:p>
            <a:pPr algn="just">
              <a:buFont typeface="Wingdings" panose="05000000000000000000" pitchFamily="2" charset="2"/>
              <a:buChar char="ü"/>
            </a:pPr>
            <a:r>
              <a:rPr lang="en-GB" sz="1400" dirty="0">
                <a:latin typeface="Calibri" panose="020F0502020204030204" pitchFamily="34" charset="0"/>
                <a:cs typeface="Calibri" panose="020F0502020204030204" pitchFamily="34" charset="0"/>
              </a:rPr>
              <a:t>Remember, a </a:t>
            </a:r>
            <a:r>
              <a:rPr lang="en-GB" sz="1400" b="1" dirty="0">
                <a:latin typeface="Calibri" panose="020F0502020204030204" pitchFamily="34" charset="0"/>
                <a:cs typeface="Calibri" panose="020F0502020204030204" pitchFamily="34" charset="0"/>
              </a:rPr>
              <a:t>20-credit</a:t>
            </a:r>
            <a:r>
              <a:rPr lang="en-GB" sz="1400" dirty="0">
                <a:latin typeface="Calibri" panose="020F0502020204030204" pitchFamily="34" charset="0"/>
                <a:cs typeface="Calibri" panose="020F0502020204030204" pitchFamily="34" charset="0"/>
              </a:rPr>
              <a:t> module translates roughly to </a:t>
            </a:r>
            <a:r>
              <a:rPr lang="en-GB" sz="1400" b="1" dirty="0">
                <a:latin typeface="Calibri" panose="020F0502020204030204" pitchFamily="34" charset="0"/>
                <a:cs typeface="Calibri" panose="020F0502020204030204" pitchFamily="34" charset="0"/>
              </a:rPr>
              <a:t>200 hours</a:t>
            </a:r>
            <a:r>
              <a:rPr lang="en-GB" sz="1400" dirty="0">
                <a:latin typeface="Calibri" panose="020F0502020204030204" pitchFamily="34" charset="0"/>
                <a:cs typeface="Calibri" panose="020F0502020204030204" pitchFamily="34" charset="0"/>
              </a:rPr>
              <a:t> of work! Only a fraction of that will be in class.</a:t>
            </a:r>
          </a:p>
          <a:p>
            <a:pPr algn="just">
              <a:buFont typeface="Wingdings" panose="05000000000000000000" pitchFamily="2" charset="2"/>
              <a:buChar char="ü"/>
            </a:pPr>
            <a:r>
              <a:rPr lang="en-GB" sz="1400" b="1" dirty="0">
                <a:latin typeface="Calibri" panose="020F0502020204030204" pitchFamily="34" charset="0"/>
                <a:cs typeface="Calibri" panose="020F0502020204030204" pitchFamily="34" charset="0"/>
              </a:rPr>
              <a:t>Organise your time carefully and strategically</a:t>
            </a:r>
            <a:r>
              <a:rPr lang="en-GB" sz="1400" dirty="0">
                <a:latin typeface="Calibri" panose="020F0502020204030204" pitchFamily="34" charset="0"/>
                <a:cs typeface="Calibri" panose="020F0502020204030204" pitchFamily="34" charset="0"/>
              </a:rPr>
              <a:t>, take responsibility for your learning and seek support if you are struggling from your </a:t>
            </a:r>
            <a:r>
              <a:rPr lang="en-GB" sz="1400" i="1" dirty="0">
                <a:latin typeface="Calibri" panose="020F0502020204030204" pitchFamily="34" charset="0"/>
                <a:cs typeface="Calibri" panose="020F0502020204030204" pitchFamily="34" charset="0"/>
              </a:rPr>
              <a:t>academic advisor</a:t>
            </a:r>
            <a:r>
              <a:rPr lang="en-GB" sz="1400" dirty="0">
                <a:latin typeface="Calibri" panose="020F0502020204030204" pitchFamily="34" charset="0"/>
                <a:cs typeface="Calibri" panose="020F0502020204030204" pitchFamily="34" charset="0"/>
              </a:rPr>
              <a:t> or, on a specific module, from </a:t>
            </a:r>
            <a:r>
              <a:rPr lang="en-GB" sz="1400" i="1" dirty="0">
                <a:latin typeface="Calibri" panose="020F0502020204030204" pitchFamily="34" charset="0"/>
                <a:cs typeface="Calibri" panose="020F0502020204030204" pitchFamily="34" charset="0"/>
              </a:rPr>
              <a:t>module leaders</a:t>
            </a:r>
            <a:r>
              <a:rPr lang="en-GB" sz="1400" dirty="0">
                <a:latin typeface="Calibri" panose="020F0502020204030204" pitchFamily="34" charset="0"/>
                <a:cs typeface="Calibri" panose="020F0502020204030204" pitchFamily="34" charset="0"/>
              </a:rPr>
              <a:t>, </a:t>
            </a:r>
            <a:r>
              <a:rPr lang="en-GB" sz="1400" i="1" dirty="0">
                <a:latin typeface="Calibri" panose="020F0502020204030204" pitchFamily="34" charset="0"/>
                <a:cs typeface="Calibri" panose="020F0502020204030204" pitchFamily="34" charset="0"/>
              </a:rPr>
              <a:t>tutors</a:t>
            </a:r>
            <a:r>
              <a:rPr lang="en-GB" sz="1400" dirty="0">
                <a:latin typeface="Calibri" panose="020F0502020204030204" pitchFamily="34" charset="0"/>
                <a:cs typeface="Calibri" panose="020F0502020204030204" pitchFamily="34" charset="0"/>
              </a:rPr>
              <a:t> or </a:t>
            </a:r>
            <a:r>
              <a:rPr lang="en-GB" sz="1400" i="1" dirty="0">
                <a:latin typeface="Calibri" panose="020F0502020204030204" pitchFamily="34" charset="0"/>
                <a:cs typeface="Calibri" panose="020F0502020204030204" pitchFamily="34" charset="0"/>
              </a:rPr>
              <a:t>lecturers</a:t>
            </a:r>
            <a:r>
              <a:rPr lang="en-GB" sz="1400" dirty="0">
                <a:latin typeface="Calibri" panose="020F0502020204030204" pitchFamily="34" charset="0"/>
                <a:cs typeface="Calibri" panose="020F0502020204030204" pitchFamily="34" charset="0"/>
              </a:rPr>
              <a:t> during their weekly Academic Support and Feedback Hours.</a:t>
            </a:r>
          </a:p>
        </p:txBody>
      </p:sp>
      <p:pic>
        <p:nvPicPr>
          <p:cNvPr id="6" name="Content Placeholder 5" descr="Student time spent on module activities: scheduled teaching hours makes us 13% (26 hours); independent study hours makes up 87% (174 hours).">
            <a:extLst>
              <a:ext uri="{FF2B5EF4-FFF2-40B4-BE49-F238E27FC236}">
                <a16:creationId xmlns:a16="http://schemas.microsoft.com/office/drawing/2014/main" id="{DA2560FD-2B2A-14EA-D8FE-C40FEF5A3F85}"/>
              </a:ext>
            </a:extLst>
          </p:cNvPr>
          <p:cNvPicPr>
            <a:picLocks noChangeAspect="1"/>
          </p:cNvPicPr>
          <p:nvPr/>
        </p:nvPicPr>
        <p:blipFill>
          <a:blip r:embed="rId2"/>
          <a:stretch>
            <a:fillRect/>
          </a:stretch>
        </p:blipFill>
        <p:spPr>
          <a:xfrm>
            <a:off x="4487281" y="2244826"/>
            <a:ext cx="3862708" cy="2368347"/>
          </a:xfrm>
          <a:prstGeom prst="rect">
            <a:avLst/>
          </a:prstGeom>
        </p:spPr>
      </p:pic>
    </p:spTree>
    <p:extLst>
      <p:ext uri="{BB962C8B-B14F-4D97-AF65-F5344CB8AC3E}">
        <p14:creationId xmlns:p14="http://schemas.microsoft.com/office/powerpoint/2010/main" val="28720846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1FA42874-E943-4685-8EB4-D6ACA20462EE}"/>
              </a:ext>
            </a:extLst>
          </p:cNvPr>
          <p:cNvSpPr>
            <a:spLocks noGrp="1"/>
          </p:cNvSpPr>
          <p:nvPr>
            <p:ph type="title"/>
          </p:nvPr>
        </p:nvSpPr>
        <p:spPr>
          <a:xfrm>
            <a:off x="683568" y="838200"/>
            <a:ext cx="7772400" cy="1143000"/>
          </a:xfrm>
        </p:spPr>
        <p:txBody>
          <a:bodyPr/>
          <a:lstStyle/>
          <a:p>
            <a:br>
              <a:rPr lang="en-US" altLang="en-US" dirty="0">
                <a:latin typeface="Calibri" panose="020F0502020204030204" pitchFamily="34" charset="0"/>
                <a:ea typeface="ＭＳ Ｐゴシック" panose="020B0600070205080204" pitchFamily="34" charset="-128"/>
              </a:rPr>
            </a:br>
            <a:r>
              <a:rPr lang="en-US" altLang="en-US" dirty="0">
                <a:latin typeface="+mn-lt"/>
                <a:ea typeface="ＭＳ Ｐゴシック" panose="020B0600070205080204" pitchFamily="34" charset="-128"/>
              </a:rPr>
              <a:t>This week</a:t>
            </a:r>
            <a:br>
              <a:rPr lang="en-US" altLang="en-US" dirty="0">
                <a:latin typeface="Calibri" panose="020F0502020204030204" pitchFamily="34" charset="0"/>
                <a:ea typeface="ＭＳ Ｐゴシック" panose="020B0600070205080204" pitchFamily="34" charset="-128"/>
              </a:rPr>
            </a:br>
            <a:br>
              <a:rPr lang="en-US" altLang="en-US" i="1" dirty="0">
                <a:latin typeface="Calibri" panose="020F0502020204030204" pitchFamily="34" charset="0"/>
                <a:ea typeface="ＭＳ Ｐゴシック" panose="020B0600070205080204" pitchFamily="34" charset="-128"/>
              </a:rPr>
            </a:br>
            <a:endParaRPr lang="en-US" altLang="en-US" dirty="0">
              <a:latin typeface="Calibri" panose="020F0502020204030204" pitchFamily="34" charset="0"/>
              <a:ea typeface="ＭＳ Ｐゴシック" panose="020B0600070205080204" pitchFamily="34" charset="-128"/>
            </a:endParaRPr>
          </a:p>
        </p:txBody>
      </p:sp>
      <p:sp>
        <p:nvSpPr>
          <p:cNvPr id="15363" name="Content Placeholder 2">
            <a:extLst>
              <a:ext uri="{FF2B5EF4-FFF2-40B4-BE49-F238E27FC236}">
                <a16:creationId xmlns:a16="http://schemas.microsoft.com/office/drawing/2014/main" id="{78BCE45D-2AE0-4FA7-94FF-64451A2F8CB5}"/>
              </a:ext>
            </a:extLst>
          </p:cNvPr>
          <p:cNvSpPr>
            <a:spLocks noGrp="1"/>
          </p:cNvSpPr>
          <p:nvPr>
            <p:ph idx="1"/>
          </p:nvPr>
        </p:nvSpPr>
        <p:spPr>
          <a:xfrm>
            <a:off x="609600" y="1981200"/>
            <a:ext cx="7772400" cy="3895725"/>
          </a:xfrm>
        </p:spPr>
        <p:txBody>
          <a:bodyPr/>
          <a:lstStyle/>
          <a:p>
            <a:pPr marL="0" indent="0">
              <a:defRPr/>
            </a:pPr>
            <a:r>
              <a:rPr lang="en-US" altLang="en-US" sz="2400" b="1" kern="1200" dirty="0">
                <a:latin typeface="Calibri" pitchFamily="4" charset="0"/>
                <a:cs typeface="+mn-cs"/>
              </a:rPr>
              <a:t>This week:</a:t>
            </a:r>
          </a:p>
          <a:p>
            <a:pPr>
              <a:buFontTx/>
              <a:buChar char="•"/>
              <a:defRPr/>
            </a:pPr>
            <a:r>
              <a:rPr lang="en-US" altLang="en-US" sz="2400" kern="1200" dirty="0">
                <a:latin typeface="Calibri" pitchFamily="4" charset="0"/>
                <a:cs typeface="+mn-cs"/>
              </a:rPr>
              <a:t>What is a trust?</a:t>
            </a:r>
          </a:p>
          <a:p>
            <a:pPr>
              <a:buFontTx/>
              <a:buChar char="•"/>
              <a:defRPr/>
            </a:pPr>
            <a:r>
              <a:rPr lang="en-US" altLang="en-US" sz="2400" kern="1200" dirty="0">
                <a:latin typeface="Calibri" pitchFamily="4" charset="0"/>
                <a:cs typeface="+mn-cs"/>
              </a:rPr>
              <a:t>How is the trust distinguished from other legal arrangements? </a:t>
            </a:r>
          </a:p>
          <a:p>
            <a:pPr>
              <a:buFontTx/>
              <a:buChar char="•"/>
              <a:defRPr/>
            </a:pPr>
            <a:r>
              <a:rPr lang="en-US" altLang="en-US" sz="2400" kern="1200" dirty="0">
                <a:latin typeface="Calibri"/>
                <a:ea typeface="ＭＳ Ｐゴシック"/>
                <a:cs typeface="Calibri"/>
              </a:rPr>
              <a:t>Different types of trust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45DDF-2080-94AF-A905-F79D1B9244A3}"/>
            </a:ext>
          </a:extLst>
        </p:cNvPr>
        <p:cNvGrpSpPr/>
        <p:nvPr/>
      </p:nvGrpSpPr>
      <p:grpSpPr>
        <a:xfrm>
          <a:off x="0" y="0"/>
          <a:ext cx="0" cy="0"/>
          <a:chOff x="0" y="0"/>
          <a:chExt cx="0" cy="0"/>
        </a:xfrm>
      </p:grpSpPr>
      <p:sp>
        <p:nvSpPr>
          <p:cNvPr id="4098" name="Title 1">
            <a:extLst>
              <a:ext uri="{FF2B5EF4-FFF2-40B4-BE49-F238E27FC236}">
                <a16:creationId xmlns:a16="http://schemas.microsoft.com/office/drawing/2014/main" id="{560D5D8E-42C2-AE43-FAB5-B76A2EB2B644}"/>
              </a:ext>
            </a:extLst>
          </p:cNvPr>
          <p:cNvSpPr>
            <a:spLocks noGrp="1"/>
          </p:cNvSpPr>
          <p:nvPr>
            <p:ph type="title"/>
          </p:nvPr>
        </p:nvSpPr>
        <p:spPr>
          <a:xfrm>
            <a:off x="683568" y="838200"/>
            <a:ext cx="7772400" cy="1143000"/>
          </a:xfrm>
        </p:spPr>
        <p:txBody>
          <a:bodyPr/>
          <a:lstStyle/>
          <a:p>
            <a:br>
              <a:rPr lang="en-US" altLang="en-US" dirty="0">
                <a:latin typeface="Calibri" panose="020F0502020204030204" pitchFamily="34" charset="0"/>
                <a:ea typeface="ＭＳ Ｐゴシック" panose="020B0600070205080204" pitchFamily="34" charset="-128"/>
              </a:rPr>
            </a:br>
            <a:r>
              <a:rPr lang="en-US" altLang="en-US" dirty="0">
                <a:latin typeface="+mn-lt"/>
                <a:ea typeface="ＭＳ Ｐゴシック" panose="020B0600070205080204" pitchFamily="34" charset="-128"/>
              </a:rPr>
              <a:t>Learning objectives this week</a:t>
            </a:r>
            <a:br>
              <a:rPr lang="en-US" altLang="en-US" dirty="0">
                <a:latin typeface="Calibri" panose="020F0502020204030204" pitchFamily="34" charset="0"/>
                <a:ea typeface="ＭＳ Ｐゴシック" panose="020B0600070205080204" pitchFamily="34" charset="-128"/>
              </a:rPr>
            </a:br>
            <a:br>
              <a:rPr lang="en-US" altLang="en-US" i="1" dirty="0">
                <a:latin typeface="Calibri" panose="020F0502020204030204" pitchFamily="34" charset="0"/>
                <a:ea typeface="ＭＳ Ｐゴシック" panose="020B0600070205080204" pitchFamily="34" charset="-128"/>
              </a:rPr>
            </a:br>
            <a:endParaRPr lang="en-US" altLang="en-US" dirty="0">
              <a:latin typeface="Calibri" panose="020F0502020204030204" pitchFamily="34" charset="0"/>
              <a:ea typeface="ＭＳ Ｐゴシック" panose="020B0600070205080204" pitchFamily="34" charset="-128"/>
            </a:endParaRPr>
          </a:p>
        </p:txBody>
      </p:sp>
      <p:sp>
        <p:nvSpPr>
          <p:cNvPr id="2" name="Content Placeholder 3">
            <a:extLst>
              <a:ext uri="{FF2B5EF4-FFF2-40B4-BE49-F238E27FC236}">
                <a16:creationId xmlns:a16="http://schemas.microsoft.com/office/drawing/2014/main" id="{2B0CF119-7040-B999-D319-E7E1E2892D10}"/>
              </a:ext>
            </a:extLst>
          </p:cNvPr>
          <p:cNvSpPr txBox="1">
            <a:spLocks/>
          </p:cNvSpPr>
          <p:nvPr/>
        </p:nvSpPr>
        <p:spPr bwMode="auto">
          <a:xfrm>
            <a:off x="1493658" y="2240868"/>
            <a:ext cx="2862318" cy="1512168"/>
          </a:xfrm>
          <a:prstGeom prst="roundRect">
            <a:avLst/>
          </a:prstGeom>
          <a:solidFill>
            <a:srgbClr val="8093DA"/>
          </a:solidFill>
          <a:ln w="38100">
            <a:solidFill>
              <a:schemeClr val="tx1"/>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vert="horz" wrap="square" lIns="91440" tIns="45720" rIns="91440" bIns="45720" numCol="1" rtlCol="0" anchor="ctr" anchorCtr="0" compatLnSpc="1">
            <a:prstTxWarp prst="textNoShape">
              <a:avLst/>
            </a:prstTxWarp>
          </a:bodyPr>
          <a:lstStyle>
            <a:lvl1pPr marL="342900" indent="-342900" algn="l" rtl="0" eaLnBrk="0" fontAlgn="base" hangingPunct="0">
              <a:spcBef>
                <a:spcPct val="20000"/>
              </a:spcBef>
              <a:spcAft>
                <a:spcPct val="0"/>
              </a:spcAft>
              <a:defRPr>
                <a:solidFill>
                  <a:schemeClr val="lt1"/>
                </a:solidFill>
                <a:latin typeface="+mn-lt"/>
                <a:ea typeface="+mn-ea"/>
                <a:cs typeface="+mn-cs"/>
              </a:defRPr>
            </a:lvl1pPr>
            <a:lvl2pPr marL="742950" indent="-285750" algn="l" rtl="0" eaLnBrk="0" fontAlgn="base" hangingPunct="0">
              <a:spcBef>
                <a:spcPct val="20000"/>
              </a:spcBef>
              <a:spcAft>
                <a:spcPct val="0"/>
              </a:spcAft>
              <a:buChar char="–"/>
              <a:defRPr sz="1600">
                <a:solidFill>
                  <a:schemeClr val="lt1"/>
                </a:solidFill>
                <a:latin typeface="+mn-lt"/>
                <a:ea typeface="+mn-ea"/>
                <a:cs typeface="+mn-cs"/>
              </a:defRPr>
            </a:lvl2pPr>
            <a:lvl3pPr marL="1143000" indent="-228600" algn="l" rtl="0" eaLnBrk="0" fontAlgn="base" hangingPunct="0">
              <a:spcBef>
                <a:spcPct val="20000"/>
              </a:spcBef>
              <a:spcAft>
                <a:spcPct val="0"/>
              </a:spcAft>
              <a:buChar char="•"/>
              <a:defRPr sz="1400">
                <a:solidFill>
                  <a:schemeClr val="lt1"/>
                </a:solidFill>
                <a:latin typeface="+mn-lt"/>
                <a:ea typeface="+mn-ea"/>
                <a:cs typeface="+mn-cs"/>
              </a:defRPr>
            </a:lvl3pPr>
            <a:lvl4pPr marL="1600200" indent="-228600" algn="l" rtl="0" eaLnBrk="0" fontAlgn="base" hangingPunct="0">
              <a:spcBef>
                <a:spcPct val="20000"/>
              </a:spcBef>
              <a:spcAft>
                <a:spcPct val="0"/>
              </a:spcAft>
              <a:buChar char="–"/>
              <a:defRPr sz="1200">
                <a:solidFill>
                  <a:schemeClr val="lt1"/>
                </a:solidFill>
                <a:latin typeface="+mn-lt"/>
                <a:ea typeface="+mn-ea"/>
                <a:cs typeface="+mn-cs"/>
              </a:defRPr>
            </a:lvl4pPr>
            <a:lvl5pPr marL="2057400" indent="-228600" algn="l" rtl="0" eaLnBrk="0" fontAlgn="base" hangingPunct="0">
              <a:spcBef>
                <a:spcPct val="20000"/>
              </a:spcBef>
              <a:spcAft>
                <a:spcPct val="0"/>
              </a:spcAft>
              <a:buChar char="»"/>
              <a:defRPr sz="1200">
                <a:solidFill>
                  <a:schemeClr val="lt1"/>
                </a:solidFill>
                <a:latin typeface="+mn-lt"/>
                <a:ea typeface="+mn-ea"/>
                <a:cs typeface="+mn-cs"/>
              </a:defRPr>
            </a:lvl5pPr>
            <a:lvl6pPr marL="2514600" indent="-228600" algn="l" rtl="0" fontAlgn="base">
              <a:spcBef>
                <a:spcPct val="20000"/>
              </a:spcBef>
              <a:spcAft>
                <a:spcPct val="0"/>
              </a:spcAft>
              <a:buChar char="»"/>
              <a:defRPr sz="1200">
                <a:solidFill>
                  <a:schemeClr val="lt1"/>
                </a:solidFill>
                <a:latin typeface="+mn-lt"/>
                <a:ea typeface="+mn-ea"/>
                <a:cs typeface="+mn-cs"/>
              </a:defRPr>
            </a:lvl6pPr>
            <a:lvl7pPr marL="2971800" indent="-228600" algn="l" rtl="0" fontAlgn="base">
              <a:spcBef>
                <a:spcPct val="20000"/>
              </a:spcBef>
              <a:spcAft>
                <a:spcPct val="0"/>
              </a:spcAft>
              <a:buChar char="»"/>
              <a:defRPr sz="1200">
                <a:solidFill>
                  <a:schemeClr val="lt1"/>
                </a:solidFill>
                <a:latin typeface="+mn-lt"/>
                <a:ea typeface="+mn-ea"/>
                <a:cs typeface="+mn-cs"/>
              </a:defRPr>
            </a:lvl7pPr>
            <a:lvl8pPr marL="3429000" indent="-228600" algn="l" rtl="0" fontAlgn="base">
              <a:spcBef>
                <a:spcPct val="20000"/>
              </a:spcBef>
              <a:spcAft>
                <a:spcPct val="0"/>
              </a:spcAft>
              <a:buChar char="»"/>
              <a:defRPr sz="1200">
                <a:solidFill>
                  <a:schemeClr val="lt1"/>
                </a:solidFill>
                <a:latin typeface="+mn-lt"/>
                <a:ea typeface="+mn-ea"/>
                <a:cs typeface="+mn-cs"/>
              </a:defRPr>
            </a:lvl8pPr>
            <a:lvl9pPr marL="3886200" indent="-228600" algn="l" rtl="0" fontAlgn="base">
              <a:spcBef>
                <a:spcPct val="20000"/>
              </a:spcBef>
              <a:spcAft>
                <a:spcPct val="0"/>
              </a:spcAft>
              <a:buChar char="»"/>
              <a:defRPr sz="1200">
                <a:solidFill>
                  <a:schemeClr val="lt1"/>
                </a:solidFill>
                <a:latin typeface="+mn-lt"/>
                <a:ea typeface="+mn-ea"/>
                <a:cs typeface="+mn-cs"/>
              </a:defRPr>
            </a:lvl9pPr>
          </a:lstStyle>
          <a:p>
            <a:pPr algn="ctr"/>
            <a:r>
              <a:rPr lang="en-GB" sz="1800" b="1" kern="0" dirty="0">
                <a:ea typeface="+mn-lt"/>
                <a:cs typeface="+mn-lt"/>
              </a:rPr>
              <a:t>To understand the form of the trust as a legal arrangement</a:t>
            </a:r>
            <a:r>
              <a:rPr lang="en-GB" sz="1800" b="1" kern="0" dirty="0">
                <a:solidFill>
                  <a:srgbClr val="FF0000"/>
                </a:solidFill>
                <a:ea typeface="+mn-lt"/>
                <a:cs typeface="+mn-lt"/>
              </a:rPr>
              <a:t>*</a:t>
            </a:r>
          </a:p>
        </p:txBody>
      </p:sp>
      <p:sp>
        <p:nvSpPr>
          <p:cNvPr id="3" name="Rounded Rectangle 2">
            <a:extLst>
              <a:ext uri="{FF2B5EF4-FFF2-40B4-BE49-F238E27FC236}">
                <a16:creationId xmlns:a16="http://schemas.microsoft.com/office/drawing/2014/main" id="{0698507E-85BF-B6C4-0581-759A37D7DB16}"/>
              </a:ext>
            </a:extLst>
          </p:cNvPr>
          <p:cNvSpPr/>
          <p:nvPr/>
        </p:nvSpPr>
        <p:spPr>
          <a:xfrm>
            <a:off x="4516767" y="2240869"/>
            <a:ext cx="2968694" cy="1501991"/>
          </a:xfrm>
          <a:prstGeom prst="roundRect">
            <a:avLst/>
          </a:prstGeom>
          <a:solidFill>
            <a:srgbClr val="663366"/>
          </a:solidFill>
          <a:ln w="38100">
            <a:solidFill>
              <a:schemeClr val="tx1"/>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lIns="68580" tIns="34290" rIns="68580" bIns="34290" rtlCol="0" anchor="ctr"/>
          <a:lstStyle/>
          <a:p>
            <a:pPr algn="ctr"/>
            <a:r>
              <a:rPr lang="en-GB" sz="1800" b="1" dirty="0">
                <a:ea typeface="+mn-lt"/>
                <a:cs typeface="+mn-lt"/>
              </a:rPr>
              <a:t>To learn about the elements of a trust</a:t>
            </a:r>
          </a:p>
        </p:txBody>
      </p:sp>
      <p:sp>
        <p:nvSpPr>
          <p:cNvPr id="4" name="Rounded Rectangle 3">
            <a:extLst>
              <a:ext uri="{FF2B5EF4-FFF2-40B4-BE49-F238E27FC236}">
                <a16:creationId xmlns:a16="http://schemas.microsoft.com/office/drawing/2014/main" id="{7ACD18CB-E0F5-8535-65C7-C261966942D2}"/>
              </a:ext>
            </a:extLst>
          </p:cNvPr>
          <p:cNvSpPr/>
          <p:nvPr/>
        </p:nvSpPr>
        <p:spPr>
          <a:xfrm>
            <a:off x="2943253" y="4023067"/>
            <a:ext cx="2968694" cy="1501175"/>
          </a:xfrm>
          <a:prstGeom prst="roundRect">
            <a:avLst/>
          </a:prstGeom>
          <a:solidFill>
            <a:srgbClr val="A2A945"/>
          </a:solidFill>
          <a:ln w="38100">
            <a:solidFill>
              <a:schemeClr val="tx1"/>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lIns="68580" tIns="34290" rIns="68580" bIns="34290" rtlCol="0" anchor="ctr"/>
          <a:lstStyle/>
          <a:p>
            <a:pPr algn="ctr"/>
            <a:r>
              <a:rPr lang="en-GB" sz="1800" b="1" dirty="0"/>
              <a:t>To note that there are different types of trust</a:t>
            </a:r>
          </a:p>
        </p:txBody>
      </p:sp>
      <p:sp>
        <p:nvSpPr>
          <p:cNvPr id="6" name="TextBox 5">
            <a:extLst>
              <a:ext uri="{FF2B5EF4-FFF2-40B4-BE49-F238E27FC236}">
                <a16:creationId xmlns:a16="http://schemas.microsoft.com/office/drawing/2014/main" id="{8883F17B-1895-D3D6-1EF0-1A50A57EADF9}"/>
              </a:ext>
            </a:extLst>
          </p:cNvPr>
          <p:cNvSpPr txBox="1"/>
          <p:nvPr/>
        </p:nvSpPr>
        <p:spPr>
          <a:xfrm>
            <a:off x="693844" y="3905353"/>
            <a:ext cx="1933939" cy="830997"/>
          </a:xfrm>
          <a:prstGeom prst="rect">
            <a:avLst/>
          </a:prstGeom>
          <a:noFill/>
        </p:spPr>
        <p:txBody>
          <a:bodyPr wrap="square" rtlCol="0">
            <a:spAutoFit/>
          </a:bodyPr>
          <a:lstStyle/>
          <a:p>
            <a:r>
              <a:rPr lang="en-US" sz="1600" dirty="0">
                <a:solidFill>
                  <a:srgbClr val="FF0000"/>
                </a:solidFill>
                <a:latin typeface="Calibri" panose="020F0502020204030204" pitchFamily="34" charset="0"/>
                <a:cs typeface="Calibri" panose="020F0502020204030204" pitchFamily="34" charset="0"/>
              </a:rPr>
              <a:t>*Within the context of other legal arrangements</a:t>
            </a:r>
          </a:p>
        </p:txBody>
      </p:sp>
    </p:spTree>
    <p:extLst>
      <p:ext uri="{BB962C8B-B14F-4D97-AF65-F5344CB8AC3E}">
        <p14:creationId xmlns:p14="http://schemas.microsoft.com/office/powerpoint/2010/main" val="42562927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1FA42874-E943-4685-8EB4-D6ACA20462EE}"/>
              </a:ext>
            </a:extLst>
          </p:cNvPr>
          <p:cNvSpPr>
            <a:spLocks noGrp="1"/>
          </p:cNvSpPr>
          <p:nvPr>
            <p:ph type="title"/>
          </p:nvPr>
        </p:nvSpPr>
        <p:spPr>
          <a:xfrm>
            <a:off x="683568" y="838200"/>
            <a:ext cx="7772400" cy="1143000"/>
          </a:xfrm>
        </p:spPr>
        <p:txBody>
          <a:bodyPr/>
          <a:lstStyle/>
          <a:p>
            <a:br>
              <a:rPr lang="en-US" altLang="en-US" dirty="0">
                <a:latin typeface="Calibri" panose="020F0502020204030204" pitchFamily="34" charset="0"/>
                <a:ea typeface="ＭＳ Ｐゴシック" panose="020B0600070205080204" pitchFamily="34" charset="-128"/>
              </a:rPr>
            </a:br>
            <a:r>
              <a:rPr lang="en-US" altLang="en-US" dirty="0">
                <a:latin typeface="+mn-lt"/>
                <a:ea typeface="ＭＳ Ｐゴシック" panose="020B0600070205080204" pitchFamily="34" charset="-128"/>
              </a:rPr>
              <a:t>Ownership vs. property</a:t>
            </a:r>
            <a:br>
              <a:rPr lang="en-US" altLang="en-US" dirty="0">
                <a:latin typeface="Calibri" panose="020F0502020204030204" pitchFamily="34" charset="0"/>
                <a:ea typeface="ＭＳ Ｐゴシック" panose="020B0600070205080204" pitchFamily="34" charset="-128"/>
              </a:rPr>
            </a:br>
            <a:br>
              <a:rPr lang="en-US" altLang="en-US" i="1" dirty="0">
                <a:latin typeface="Calibri" panose="020F0502020204030204" pitchFamily="34" charset="0"/>
                <a:ea typeface="ＭＳ Ｐゴシック" panose="020B0600070205080204" pitchFamily="34" charset="-128"/>
              </a:rPr>
            </a:br>
            <a:endParaRPr lang="en-US" altLang="en-US" dirty="0">
              <a:latin typeface="Calibri" panose="020F0502020204030204" pitchFamily="34" charset="0"/>
              <a:ea typeface="ＭＳ Ｐゴシック" panose="020B0600070205080204" pitchFamily="34" charset="-128"/>
            </a:endParaRPr>
          </a:p>
        </p:txBody>
      </p:sp>
      <p:sp>
        <p:nvSpPr>
          <p:cNvPr id="15363" name="Content Placeholder 2">
            <a:extLst>
              <a:ext uri="{FF2B5EF4-FFF2-40B4-BE49-F238E27FC236}">
                <a16:creationId xmlns:a16="http://schemas.microsoft.com/office/drawing/2014/main" id="{78BCE45D-2AE0-4FA7-94FF-64451A2F8CB5}"/>
              </a:ext>
            </a:extLst>
          </p:cNvPr>
          <p:cNvSpPr>
            <a:spLocks noGrp="1"/>
          </p:cNvSpPr>
          <p:nvPr>
            <p:ph idx="1"/>
          </p:nvPr>
        </p:nvSpPr>
        <p:spPr>
          <a:xfrm>
            <a:off x="539552" y="1844824"/>
            <a:ext cx="7772400" cy="3895725"/>
          </a:xfrm>
        </p:spPr>
        <p:txBody>
          <a:bodyPr/>
          <a:lstStyle/>
          <a:p>
            <a:pPr>
              <a:buFont typeface="Arial" panose="020B0604020202020204" pitchFamily="34" charset="0"/>
              <a:buChar char="•"/>
              <a:defRPr/>
            </a:pPr>
            <a:r>
              <a:rPr lang="en-US" altLang="en-US" sz="2400" kern="1200" dirty="0">
                <a:latin typeface="Calibri" pitchFamily="4" charset="0"/>
                <a:cs typeface="+mn-cs"/>
              </a:rPr>
              <a:t>Ownership as a normative concept that needs legal substantiation through property rights</a:t>
            </a:r>
          </a:p>
          <a:p>
            <a:pPr>
              <a:buFont typeface="Arial" panose="020B0604020202020204" pitchFamily="34" charset="0"/>
              <a:buChar char="•"/>
              <a:defRPr/>
            </a:pPr>
            <a:r>
              <a:rPr lang="en-US" altLang="en-US" sz="2400" kern="1200" dirty="0">
                <a:latin typeface="Calibri" pitchFamily="4" charset="0"/>
                <a:cs typeface="+mn-cs"/>
              </a:rPr>
              <a:t>Law and equity sometimes have a different view of where ownership lies</a:t>
            </a:r>
          </a:p>
          <a:p>
            <a:pPr>
              <a:buFont typeface="Arial" panose="020B0604020202020204" pitchFamily="34" charset="0"/>
              <a:buChar char="•"/>
              <a:defRPr/>
            </a:pPr>
            <a:r>
              <a:rPr lang="en-US" altLang="en-US" sz="2400" kern="1200" dirty="0">
                <a:latin typeface="Calibri" pitchFamily="4" charset="0"/>
                <a:cs typeface="+mn-cs"/>
              </a:rPr>
              <a:t>A closer look at some legal terms:</a:t>
            </a:r>
          </a:p>
          <a:p>
            <a:pPr lvl="1">
              <a:buFont typeface="Arial" panose="020B0604020202020204" pitchFamily="34" charset="0"/>
              <a:buChar char="•"/>
              <a:defRPr/>
            </a:pPr>
            <a:r>
              <a:rPr lang="en-US" altLang="en-US" sz="2200" kern="1200" dirty="0">
                <a:latin typeface="Calibri" pitchFamily="4" charset="0"/>
                <a:cs typeface="+mn-cs"/>
              </a:rPr>
              <a:t>Absolute ownership</a:t>
            </a:r>
          </a:p>
          <a:p>
            <a:pPr lvl="1">
              <a:buFont typeface="Arial" panose="020B0604020202020204" pitchFamily="34" charset="0"/>
              <a:buChar char="•"/>
              <a:defRPr/>
            </a:pPr>
            <a:r>
              <a:rPr lang="en-US" altLang="en-US" sz="2200" kern="1200" dirty="0">
                <a:latin typeface="Calibri" pitchFamily="4" charset="0"/>
                <a:cs typeface="+mn-cs"/>
              </a:rPr>
              <a:t>Property law</a:t>
            </a:r>
          </a:p>
          <a:p>
            <a:pPr lvl="1">
              <a:buFont typeface="Arial" panose="020B0604020202020204" pitchFamily="34" charset="0"/>
              <a:buChar char="•"/>
              <a:defRPr/>
            </a:pPr>
            <a:r>
              <a:rPr lang="en-US" altLang="en-US" sz="2200" kern="1200" dirty="0">
                <a:latin typeface="Calibri" pitchFamily="4" charset="0"/>
                <a:cs typeface="+mn-cs"/>
              </a:rPr>
              <a:t>Property</a:t>
            </a:r>
          </a:p>
          <a:p>
            <a:pPr lvl="1">
              <a:buFont typeface="Arial" panose="020B0604020202020204" pitchFamily="34" charset="0"/>
              <a:buChar char="•"/>
              <a:defRPr/>
            </a:pPr>
            <a:r>
              <a:rPr lang="en-US" altLang="en-US" sz="2200" kern="1200" dirty="0">
                <a:latin typeface="Calibri" pitchFamily="4" charset="0"/>
                <a:cs typeface="+mn-cs"/>
              </a:rPr>
              <a:t>Property rights</a:t>
            </a:r>
          </a:p>
          <a:p>
            <a:pPr lvl="1">
              <a:buFont typeface="Arial" panose="020B0604020202020204" pitchFamily="34" charset="0"/>
              <a:buChar char="•"/>
              <a:defRPr/>
            </a:pPr>
            <a:r>
              <a:rPr lang="en-US" altLang="en-US" sz="2200" kern="1200" dirty="0">
                <a:latin typeface="Calibri" pitchFamily="4" charset="0"/>
                <a:cs typeface="+mn-cs"/>
              </a:rPr>
              <a:t>Proprietary</a:t>
            </a:r>
          </a:p>
        </p:txBody>
      </p:sp>
    </p:spTree>
    <p:extLst>
      <p:ext uri="{BB962C8B-B14F-4D97-AF65-F5344CB8AC3E}">
        <p14:creationId xmlns:p14="http://schemas.microsoft.com/office/powerpoint/2010/main" val="10556385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1A6D008C-11AB-4F8D-9BF5-203A304CAA3E}"/>
              </a:ext>
            </a:extLst>
          </p:cNvPr>
          <p:cNvSpPr>
            <a:spLocks noGrp="1"/>
          </p:cNvSpPr>
          <p:nvPr>
            <p:ph type="title"/>
          </p:nvPr>
        </p:nvSpPr>
        <p:spPr/>
        <p:txBody>
          <a:bodyPr/>
          <a:lstStyle/>
          <a:p>
            <a:r>
              <a:rPr lang="en-GB" altLang="en-US" dirty="0">
                <a:latin typeface="+mn-lt"/>
                <a:ea typeface="ＭＳ Ｐゴシック" panose="020B0600070205080204" pitchFamily="34" charset="-128"/>
              </a:rPr>
              <a:t>Definition 1</a:t>
            </a:r>
          </a:p>
        </p:txBody>
      </p:sp>
      <p:sp>
        <p:nvSpPr>
          <p:cNvPr id="8195" name="Content Placeholder 2">
            <a:extLst>
              <a:ext uri="{FF2B5EF4-FFF2-40B4-BE49-F238E27FC236}">
                <a16:creationId xmlns:a16="http://schemas.microsoft.com/office/drawing/2014/main" id="{84D924E5-5F0F-4FB3-ABA3-05F7FEA24124}"/>
              </a:ext>
            </a:extLst>
          </p:cNvPr>
          <p:cNvSpPr txBox="1">
            <a:spLocks/>
          </p:cNvSpPr>
          <p:nvPr/>
        </p:nvSpPr>
        <p:spPr bwMode="auto">
          <a:xfrm>
            <a:off x="609600" y="1981200"/>
            <a:ext cx="7772400" cy="389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lgn="ctr"/>
            <a:r>
              <a:rPr lang="en-US" altLang="en-US">
                <a:latin typeface="Calibri" panose="020F0502020204030204" pitchFamily="34" charset="0"/>
              </a:rPr>
              <a:t>J. Penner, </a:t>
            </a:r>
            <a:r>
              <a:rPr lang="en-US" altLang="en-US" i="1">
                <a:latin typeface="Calibri" panose="020F0502020204030204" pitchFamily="34" charset="0"/>
              </a:rPr>
              <a:t>The Idea of Property in Law</a:t>
            </a:r>
            <a:r>
              <a:rPr lang="en-US" altLang="en-US">
                <a:latin typeface="Calibri" panose="020F0502020204030204" pitchFamily="34" charset="0"/>
              </a:rPr>
              <a:t>:</a:t>
            </a:r>
          </a:p>
          <a:p>
            <a:pPr algn="ctr"/>
            <a:r>
              <a:rPr lang="en-US" altLang="en-US">
                <a:latin typeface="Calibri" panose="020F0502020204030204" pitchFamily="34" charset="0"/>
              </a:rPr>
              <a:t>‘A trust exists when a particular fund of property is held by a legal owner ‘on trust’ for a cestui que trust or beneficiary, which means roughly the following: the legal owner has all the legal powers to deal with the trust property, but he must do so entirely for the benefit of the cestui, who is said to have the benefit or enjoyment of the property.’</a:t>
            </a:r>
          </a:p>
          <a:p>
            <a:pPr>
              <a:buFontTx/>
              <a:buChar char="•"/>
            </a:pPr>
            <a:endParaRPr lang="en-US" altLang="en-US" sz="1200">
              <a:latin typeface="Calibri" panose="020F0502020204030204" pitchFamily="34" charset="0"/>
            </a:endParaRPr>
          </a:p>
          <a:p>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E38A0D8E-4A8C-4A73-BC4D-0F6C512D2290}"/>
              </a:ext>
            </a:extLst>
          </p:cNvPr>
          <p:cNvSpPr>
            <a:spLocks noGrp="1"/>
          </p:cNvSpPr>
          <p:nvPr>
            <p:ph type="title"/>
          </p:nvPr>
        </p:nvSpPr>
        <p:spPr/>
        <p:txBody>
          <a:bodyPr/>
          <a:lstStyle/>
          <a:p>
            <a:r>
              <a:rPr lang="en-GB" altLang="en-US" dirty="0">
                <a:latin typeface="+mn-lt"/>
                <a:ea typeface="ＭＳ Ｐゴシック" panose="020B0600070205080204" pitchFamily="34" charset="-128"/>
              </a:rPr>
              <a:t>Definition 2</a:t>
            </a:r>
          </a:p>
        </p:txBody>
      </p:sp>
      <p:sp>
        <p:nvSpPr>
          <p:cNvPr id="9219" name="Content Placeholder 2">
            <a:extLst>
              <a:ext uri="{FF2B5EF4-FFF2-40B4-BE49-F238E27FC236}">
                <a16:creationId xmlns:a16="http://schemas.microsoft.com/office/drawing/2014/main" id="{C7BE40E2-9648-4AB6-9283-D9AE09B62C29}"/>
              </a:ext>
            </a:extLst>
          </p:cNvPr>
          <p:cNvSpPr txBox="1">
            <a:spLocks/>
          </p:cNvSpPr>
          <p:nvPr/>
        </p:nvSpPr>
        <p:spPr bwMode="auto">
          <a:xfrm>
            <a:off x="609600" y="1981200"/>
            <a:ext cx="7772400" cy="389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lgn="ctr"/>
            <a:r>
              <a:rPr lang="en-US" altLang="en-US">
                <a:latin typeface="Calibri" panose="020F0502020204030204" pitchFamily="34" charset="0"/>
              </a:rPr>
              <a:t>S. Gardner, </a:t>
            </a:r>
            <a:r>
              <a:rPr lang="en-US" altLang="en-US" i="1">
                <a:latin typeface="Calibri" panose="020F0502020204030204" pitchFamily="34" charset="0"/>
              </a:rPr>
              <a:t>An Introduction to the Law of Trusts</a:t>
            </a:r>
            <a:r>
              <a:rPr lang="en-US" altLang="en-US">
                <a:latin typeface="Calibri" panose="020F0502020204030204" pitchFamily="34" charset="0"/>
              </a:rPr>
              <a:t>:</a:t>
            </a:r>
          </a:p>
          <a:p>
            <a:pPr algn="ctr"/>
            <a:r>
              <a:rPr lang="en-US" altLang="en-US">
                <a:latin typeface="Calibri" panose="020F0502020204030204" pitchFamily="34" charset="0"/>
              </a:rPr>
              <a:t>‘</a:t>
            </a:r>
            <a:r>
              <a:rPr lang="en-GB" altLang="en-US">
                <a:latin typeface="Calibri" panose="020F0502020204030204" pitchFamily="34" charset="0"/>
              </a:rPr>
              <a:t>A trust is a situation in which property is vested in someone (a trustee), who is under legally recognized obligations, at least some of which are of a proprietary kind, to handle it in a certain way, and to the exclusion of any personal interest. These obligations may arise either by conscious creation by the previous owner of the property (the settlor), or because some other legally significant circumstances are present.’</a:t>
            </a:r>
            <a:endParaRPr lang="en-US" altLang="en-US">
              <a:latin typeface="Calibri" panose="020F0502020204030204" pitchFamily="34" charset="0"/>
            </a:endParaRPr>
          </a:p>
          <a:p>
            <a:pPr>
              <a:buFontTx/>
              <a:buChar char="•"/>
            </a:pPr>
            <a:endParaRPr lang="en-US" altLang="en-US" sz="1200">
              <a:latin typeface="Calibri" panose="020F0502020204030204" pitchFamily="34" charset="0"/>
            </a:endParaRPr>
          </a:p>
          <a:p>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6596E418-8783-4599-82C5-0C95BE93A974}"/>
              </a:ext>
            </a:extLst>
          </p:cNvPr>
          <p:cNvSpPr>
            <a:spLocks noGrp="1"/>
          </p:cNvSpPr>
          <p:nvPr>
            <p:ph type="title"/>
          </p:nvPr>
        </p:nvSpPr>
        <p:spPr/>
        <p:txBody>
          <a:bodyPr/>
          <a:lstStyle/>
          <a:p>
            <a:r>
              <a:rPr lang="en-GB" altLang="en-US" dirty="0">
                <a:latin typeface="+mn-lt"/>
                <a:ea typeface="ＭＳ Ｐゴシック" panose="020B0600070205080204" pitchFamily="34" charset="-128"/>
              </a:rPr>
              <a:t>The trust</a:t>
            </a:r>
          </a:p>
        </p:txBody>
      </p:sp>
      <p:sp>
        <p:nvSpPr>
          <p:cNvPr id="3" name="Content Placeholder 2">
            <a:extLst>
              <a:ext uri="{FF2B5EF4-FFF2-40B4-BE49-F238E27FC236}">
                <a16:creationId xmlns:a16="http://schemas.microsoft.com/office/drawing/2014/main" id="{0C1B2569-98FC-4516-9247-A88093853D9F}"/>
              </a:ext>
            </a:extLst>
          </p:cNvPr>
          <p:cNvSpPr txBox="1">
            <a:spLocks/>
          </p:cNvSpPr>
          <p:nvPr/>
        </p:nvSpPr>
        <p:spPr>
          <a:xfrm>
            <a:off x="609600" y="1981200"/>
            <a:ext cx="7772400" cy="3895725"/>
          </a:xfrm>
          <a:prstGeom prst="rect">
            <a:avLst/>
          </a:prstGeom>
        </p:spPr>
        <p:txBody>
          <a:bodyPr/>
          <a:lstStyle>
            <a:lvl1pPr marL="342900" indent="-342900" algn="l" rtl="0" eaLnBrk="0" fontAlgn="base" hangingPunct="0">
              <a:spcBef>
                <a:spcPct val="20000"/>
              </a:spcBef>
              <a:spcAft>
                <a:spcPct val="0"/>
              </a:spcAft>
              <a:defRPr>
                <a:solidFill>
                  <a:schemeClr val="tx1"/>
                </a:solidFill>
                <a:latin typeface="+mn-lt"/>
                <a:ea typeface="ＭＳ Ｐゴシック" pitchFamily="4" charset="-128"/>
                <a:cs typeface="ＭＳ Ｐゴシック" pitchFamily="4" charset="-128"/>
              </a:defRPr>
            </a:lvl1pPr>
            <a:lvl2pPr marL="742950" indent="-285750" algn="l" rtl="0" eaLnBrk="0" fontAlgn="base" hangingPunct="0">
              <a:spcBef>
                <a:spcPct val="20000"/>
              </a:spcBef>
              <a:spcAft>
                <a:spcPct val="0"/>
              </a:spcAft>
              <a:buChar char="–"/>
              <a:defRPr sz="1600">
                <a:solidFill>
                  <a:schemeClr val="tx1"/>
                </a:solidFill>
                <a:latin typeface="+mn-lt"/>
                <a:ea typeface="ＭＳ Ｐゴシック" pitchFamily="4" charset="-128"/>
              </a:defRPr>
            </a:lvl2pPr>
            <a:lvl3pPr marL="1143000" indent="-228600" algn="l" rtl="0" eaLnBrk="0" fontAlgn="base" hangingPunct="0">
              <a:spcBef>
                <a:spcPct val="20000"/>
              </a:spcBef>
              <a:spcAft>
                <a:spcPct val="0"/>
              </a:spcAft>
              <a:buChar char="•"/>
              <a:defRPr sz="1400">
                <a:solidFill>
                  <a:schemeClr val="tx1"/>
                </a:solidFill>
                <a:latin typeface="+mn-lt"/>
                <a:ea typeface="ＭＳ Ｐゴシック" pitchFamily="4" charset="-128"/>
              </a:defRPr>
            </a:lvl3pPr>
            <a:lvl4pPr marL="1600200" indent="-228600" algn="l" rtl="0" eaLnBrk="0" fontAlgn="base" hangingPunct="0">
              <a:spcBef>
                <a:spcPct val="20000"/>
              </a:spcBef>
              <a:spcAft>
                <a:spcPct val="0"/>
              </a:spcAft>
              <a:buChar char="–"/>
              <a:defRPr sz="1200">
                <a:solidFill>
                  <a:schemeClr val="tx1"/>
                </a:solidFill>
                <a:latin typeface="+mn-lt"/>
                <a:ea typeface="ＭＳ Ｐゴシック" pitchFamily="4" charset="-128"/>
              </a:defRPr>
            </a:lvl4pPr>
            <a:lvl5pPr marL="2057400" indent="-228600" algn="l" rtl="0" eaLnBrk="0" fontAlgn="base" hangingPunct="0">
              <a:spcBef>
                <a:spcPct val="20000"/>
              </a:spcBef>
              <a:spcAft>
                <a:spcPct val="0"/>
              </a:spcAft>
              <a:buChar char="»"/>
              <a:defRPr sz="1200">
                <a:solidFill>
                  <a:schemeClr val="tx1"/>
                </a:solidFill>
                <a:latin typeface="+mn-lt"/>
                <a:ea typeface="ＭＳ Ｐゴシック" pitchFamily="4" charset="-128"/>
              </a:defRPr>
            </a:lvl5pPr>
            <a:lvl6pPr marL="2514600" indent="-228600" algn="l" rtl="0" fontAlgn="base">
              <a:spcBef>
                <a:spcPct val="20000"/>
              </a:spcBef>
              <a:spcAft>
                <a:spcPct val="0"/>
              </a:spcAft>
              <a:buChar char="»"/>
              <a:defRPr sz="1200">
                <a:solidFill>
                  <a:schemeClr val="tx1"/>
                </a:solidFill>
                <a:latin typeface="+mn-lt"/>
              </a:defRPr>
            </a:lvl6pPr>
            <a:lvl7pPr marL="2971800" indent="-228600" algn="l" rtl="0" fontAlgn="base">
              <a:spcBef>
                <a:spcPct val="20000"/>
              </a:spcBef>
              <a:spcAft>
                <a:spcPct val="0"/>
              </a:spcAft>
              <a:buChar char="»"/>
              <a:defRPr sz="1200">
                <a:solidFill>
                  <a:schemeClr val="tx1"/>
                </a:solidFill>
                <a:latin typeface="+mn-lt"/>
              </a:defRPr>
            </a:lvl7pPr>
            <a:lvl8pPr marL="3429000" indent="-228600" algn="l" rtl="0" fontAlgn="base">
              <a:spcBef>
                <a:spcPct val="20000"/>
              </a:spcBef>
              <a:spcAft>
                <a:spcPct val="0"/>
              </a:spcAft>
              <a:buChar char="»"/>
              <a:defRPr sz="1200">
                <a:solidFill>
                  <a:schemeClr val="tx1"/>
                </a:solidFill>
                <a:latin typeface="+mn-lt"/>
              </a:defRPr>
            </a:lvl8pPr>
            <a:lvl9pPr marL="3886200" indent="-228600" algn="l" rtl="0" fontAlgn="base">
              <a:spcBef>
                <a:spcPct val="20000"/>
              </a:spcBef>
              <a:spcAft>
                <a:spcPct val="0"/>
              </a:spcAft>
              <a:buChar char="»"/>
              <a:defRPr sz="1200">
                <a:solidFill>
                  <a:schemeClr val="tx1"/>
                </a:solidFill>
                <a:latin typeface="+mn-lt"/>
              </a:defRPr>
            </a:lvl9pPr>
          </a:lstStyle>
          <a:p>
            <a:pPr marL="0" indent="0" algn="ctr">
              <a:defRPr/>
            </a:pPr>
            <a:endParaRPr lang="en-US" altLang="en-US" kern="0" dirty="0">
              <a:ea typeface="ＭＳ Ｐゴシック" pitchFamily="34" charset="-128"/>
            </a:endParaRPr>
          </a:p>
        </p:txBody>
      </p:sp>
      <p:cxnSp>
        <p:nvCxnSpPr>
          <p:cNvPr id="7172" name="Straight Connector 3">
            <a:extLst>
              <a:ext uri="{FF2B5EF4-FFF2-40B4-BE49-F238E27FC236}">
                <a16:creationId xmlns:a16="http://schemas.microsoft.com/office/drawing/2014/main" id="{B4FADF74-5362-4725-A9AA-E27A7CB83A70}"/>
              </a:ext>
            </a:extLst>
          </p:cNvPr>
          <p:cNvCxnSpPr>
            <a:cxnSpLocks noChangeShapeType="1"/>
            <a:endCxn id="7173" idx="0"/>
          </p:cNvCxnSpPr>
          <p:nvPr/>
        </p:nvCxnSpPr>
        <p:spPr bwMode="auto">
          <a:xfrm flipH="1">
            <a:off x="5485607" y="2571750"/>
            <a:ext cx="793" cy="21891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cxnSp>
      <p:sp>
        <p:nvSpPr>
          <p:cNvPr id="7173" name="Rectangle 4">
            <a:extLst>
              <a:ext uri="{FF2B5EF4-FFF2-40B4-BE49-F238E27FC236}">
                <a16:creationId xmlns:a16="http://schemas.microsoft.com/office/drawing/2014/main" id="{E22C3DD5-43D9-4713-A1FE-60F512776C27}"/>
              </a:ext>
            </a:extLst>
          </p:cNvPr>
          <p:cNvSpPr>
            <a:spLocks noChangeArrowheads="1"/>
          </p:cNvSpPr>
          <p:nvPr/>
        </p:nvSpPr>
        <p:spPr bwMode="auto">
          <a:xfrm>
            <a:off x="3538535" y="4760913"/>
            <a:ext cx="38941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lgn="ctr">
              <a:spcBef>
                <a:spcPct val="0"/>
              </a:spcBef>
            </a:pPr>
            <a:r>
              <a:rPr lang="en-US" altLang="en-US" b="1" dirty="0">
                <a:latin typeface="Calibri" panose="020F0502020204030204" pitchFamily="34" charset="0"/>
              </a:rPr>
              <a:t>Beneficiary (owner in equity)</a:t>
            </a:r>
            <a:endParaRPr lang="en-US" altLang="en-US" dirty="0">
              <a:latin typeface="Calibri" panose="020F0502020204030204" pitchFamily="34" charset="0"/>
            </a:endParaRPr>
          </a:p>
        </p:txBody>
      </p:sp>
      <p:sp>
        <p:nvSpPr>
          <p:cNvPr id="7174" name="Rectangle 7">
            <a:extLst>
              <a:ext uri="{FF2B5EF4-FFF2-40B4-BE49-F238E27FC236}">
                <a16:creationId xmlns:a16="http://schemas.microsoft.com/office/drawing/2014/main" id="{C6E4618A-8E23-4225-88A6-EE06AAFE8F96}"/>
              </a:ext>
            </a:extLst>
          </p:cNvPr>
          <p:cNvSpPr>
            <a:spLocks noChangeArrowheads="1"/>
          </p:cNvSpPr>
          <p:nvPr/>
        </p:nvSpPr>
        <p:spPr bwMode="auto">
          <a:xfrm>
            <a:off x="3944283" y="1987550"/>
            <a:ext cx="30635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lgn="ctr">
              <a:spcBef>
                <a:spcPct val="0"/>
              </a:spcBef>
            </a:pPr>
            <a:r>
              <a:rPr lang="en-US" altLang="en-US" b="1" dirty="0">
                <a:latin typeface="Calibri" panose="020F0502020204030204" pitchFamily="34" charset="0"/>
              </a:rPr>
              <a:t>Trustee (owner at law)</a:t>
            </a:r>
            <a:endParaRPr lang="en-US" altLang="en-US" dirty="0">
              <a:latin typeface="Calibri" panose="020F0502020204030204" pitchFamily="34" charset="0"/>
            </a:endParaRPr>
          </a:p>
        </p:txBody>
      </p:sp>
      <p:sp>
        <p:nvSpPr>
          <p:cNvPr id="7175" name="AutoShape 2" descr="Image result for bottle of wine">
            <a:extLst>
              <a:ext uri="{FF2B5EF4-FFF2-40B4-BE49-F238E27FC236}">
                <a16:creationId xmlns:a16="http://schemas.microsoft.com/office/drawing/2014/main" id="{6CCAAB01-A9CE-41AD-AE27-C904F3A36157}"/>
              </a:ext>
            </a:extLst>
          </p:cNvPr>
          <p:cNvSpPr>
            <a:spLocks noChangeAspect="1" noChangeArrowheads="1"/>
          </p:cNvSpPr>
          <p:nvPr/>
        </p:nvSpPr>
        <p:spPr bwMode="auto">
          <a:xfrm>
            <a:off x="168275" y="-1825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endParaRPr lang="en-US" altLang="en-US">
              <a:latin typeface="Times" panose="02020603050405020304" pitchFamily="18" charset="0"/>
            </a:endParaRPr>
          </a:p>
        </p:txBody>
      </p:sp>
      <p:sp>
        <p:nvSpPr>
          <p:cNvPr id="7177" name="Rectangle 10">
            <a:extLst>
              <a:ext uri="{FF2B5EF4-FFF2-40B4-BE49-F238E27FC236}">
                <a16:creationId xmlns:a16="http://schemas.microsoft.com/office/drawing/2014/main" id="{1E4C05D9-CE43-4A14-90BC-961D2FE8DBB7}"/>
              </a:ext>
            </a:extLst>
          </p:cNvPr>
          <p:cNvSpPr>
            <a:spLocks noChangeArrowheads="1"/>
          </p:cNvSpPr>
          <p:nvPr/>
        </p:nvSpPr>
        <p:spPr bwMode="auto">
          <a:xfrm>
            <a:off x="6781800" y="3200400"/>
            <a:ext cx="19383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lgn="ctr">
              <a:spcBef>
                <a:spcPct val="0"/>
              </a:spcBef>
            </a:pPr>
            <a:r>
              <a:rPr lang="en-US" altLang="en-US" b="1" dirty="0">
                <a:latin typeface="Calibri" panose="020F0502020204030204" pitchFamily="34" charset="0"/>
              </a:rPr>
              <a:t>Property</a:t>
            </a:r>
            <a:endParaRPr lang="en-US" altLang="en-US" dirty="0">
              <a:latin typeface="Calibri" panose="020F0502020204030204" pitchFamily="34" charset="0"/>
            </a:endParaRPr>
          </a:p>
        </p:txBody>
      </p:sp>
      <p:sp>
        <p:nvSpPr>
          <p:cNvPr id="12" name="Rectangle 11">
            <a:extLst>
              <a:ext uri="{FF2B5EF4-FFF2-40B4-BE49-F238E27FC236}">
                <a16:creationId xmlns:a16="http://schemas.microsoft.com/office/drawing/2014/main" id="{FE5B3ACC-3170-495B-842E-EC4B0CF000CB}"/>
              </a:ext>
            </a:extLst>
          </p:cNvPr>
          <p:cNvSpPr>
            <a:spLocks noChangeArrowheads="1"/>
          </p:cNvSpPr>
          <p:nvPr/>
        </p:nvSpPr>
        <p:spPr bwMode="auto">
          <a:xfrm>
            <a:off x="511175" y="1989138"/>
            <a:ext cx="10493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lgn="ctr">
              <a:spcBef>
                <a:spcPct val="0"/>
              </a:spcBef>
            </a:pPr>
            <a:r>
              <a:rPr lang="en-US" altLang="en-US" b="1" dirty="0">
                <a:solidFill>
                  <a:srgbClr val="7F7F7F"/>
                </a:solidFill>
                <a:latin typeface="Calibri" panose="020F0502020204030204" pitchFamily="34" charset="0"/>
              </a:rPr>
              <a:t>Settlor</a:t>
            </a:r>
            <a:endParaRPr lang="en-US" altLang="en-US" dirty="0">
              <a:solidFill>
                <a:srgbClr val="7F7F7F"/>
              </a:solidFill>
              <a:latin typeface="Calibri" panose="020F0502020204030204" pitchFamily="34" charset="0"/>
            </a:endParaRPr>
          </a:p>
        </p:txBody>
      </p:sp>
      <p:cxnSp>
        <p:nvCxnSpPr>
          <p:cNvPr id="9" name="Straight Arrow Connector 8">
            <a:extLst>
              <a:ext uri="{FF2B5EF4-FFF2-40B4-BE49-F238E27FC236}">
                <a16:creationId xmlns:a16="http://schemas.microsoft.com/office/drawing/2014/main" id="{6B037EE1-9041-4A1D-920D-3D9D95C2F75D}"/>
              </a:ext>
            </a:extLst>
          </p:cNvPr>
          <p:cNvCxnSpPr>
            <a:cxnSpLocks noChangeShapeType="1"/>
            <a:stCxn id="12" idx="3"/>
          </p:cNvCxnSpPr>
          <p:nvPr/>
        </p:nvCxnSpPr>
        <p:spPr bwMode="auto">
          <a:xfrm>
            <a:off x="1560513" y="2220119"/>
            <a:ext cx="2262187" cy="794"/>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pic>
        <p:nvPicPr>
          <p:cNvPr id="2" name="Picture 1"/>
          <p:cNvPicPr>
            <a:picLocks noChangeAspect="1"/>
          </p:cNvPicPr>
          <p:nvPr/>
        </p:nvPicPr>
        <p:blipFill>
          <a:blip r:embed="rId2"/>
          <a:stretch>
            <a:fillRect/>
          </a:stretch>
        </p:blipFill>
        <p:spPr>
          <a:xfrm>
            <a:off x="5699510" y="2763995"/>
            <a:ext cx="1518469" cy="1682435"/>
          </a:xfrm>
          <a:prstGeom prst="rect">
            <a:avLst/>
          </a:prstGeom>
        </p:spPr>
      </p:pic>
      <p:sp>
        <p:nvSpPr>
          <p:cNvPr id="15" name="Rectangle 14">
            <a:extLst>
              <a:ext uri="{FF2B5EF4-FFF2-40B4-BE49-F238E27FC236}">
                <a16:creationId xmlns:a16="http://schemas.microsoft.com/office/drawing/2014/main" id="{FE5B3ACC-3170-495B-842E-EC4B0CF000CB}"/>
              </a:ext>
            </a:extLst>
          </p:cNvPr>
          <p:cNvSpPr>
            <a:spLocks noChangeArrowheads="1"/>
          </p:cNvSpPr>
          <p:nvPr/>
        </p:nvSpPr>
        <p:spPr bwMode="auto">
          <a:xfrm>
            <a:off x="2267596" y="1699641"/>
            <a:ext cx="1094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lgn="ctr">
              <a:spcBef>
                <a:spcPct val="0"/>
              </a:spcBef>
            </a:pPr>
            <a:r>
              <a:rPr lang="en-US" altLang="en-US" sz="1800" dirty="0">
                <a:latin typeface="Calibri" panose="020F0502020204030204" pitchFamily="34" charset="0"/>
              </a:rPr>
              <a:t>Legal title</a:t>
            </a:r>
          </a:p>
        </p:txBody>
      </p:sp>
      <p:cxnSp>
        <p:nvCxnSpPr>
          <p:cNvPr id="4" name="Straight Arrow Connector 3">
            <a:extLst>
              <a:ext uri="{FF2B5EF4-FFF2-40B4-BE49-F238E27FC236}">
                <a16:creationId xmlns:a16="http://schemas.microsoft.com/office/drawing/2014/main" id="{40111628-E1C5-F5D1-0EB6-3BDA4FCE9545}"/>
              </a:ext>
            </a:extLst>
          </p:cNvPr>
          <p:cNvCxnSpPr>
            <a:cxnSpLocks noChangeShapeType="1"/>
          </p:cNvCxnSpPr>
          <p:nvPr/>
        </p:nvCxnSpPr>
        <p:spPr bwMode="auto">
          <a:xfrm>
            <a:off x="1560513" y="2449215"/>
            <a:ext cx="1801165" cy="231169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8" name="Rectangle 7">
            <a:extLst>
              <a:ext uri="{FF2B5EF4-FFF2-40B4-BE49-F238E27FC236}">
                <a16:creationId xmlns:a16="http://schemas.microsoft.com/office/drawing/2014/main" id="{0FE40F53-B8F2-31E0-F310-EA009C175EC5}"/>
              </a:ext>
            </a:extLst>
          </p:cNvPr>
          <p:cNvSpPr>
            <a:spLocks noChangeArrowheads="1"/>
          </p:cNvSpPr>
          <p:nvPr/>
        </p:nvSpPr>
        <p:spPr bwMode="auto">
          <a:xfrm>
            <a:off x="2267596" y="3026749"/>
            <a:ext cx="18369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lgn="ctr">
              <a:spcBef>
                <a:spcPct val="0"/>
              </a:spcBef>
            </a:pPr>
            <a:r>
              <a:rPr lang="en-US" altLang="en-US" sz="1800" dirty="0">
                <a:latin typeface="Calibri" panose="020F0502020204030204" pitchFamily="34" charset="0"/>
              </a:rPr>
              <a:t>Equitable interest</a:t>
            </a:r>
          </a:p>
        </p:txBody>
      </p:sp>
    </p:spTree>
    <p:extLst>
      <p:ext uri="{BB962C8B-B14F-4D97-AF65-F5344CB8AC3E}">
        <p14:creationId xmlns:p14="http://schemas.microsoft.com/office/powerpoint/2010/main" val="30342669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5"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43FFDD71-E9A4-4934-9120-89B750305CF6}"/>
              </a:ext>
            </a:extLst>
          </p:cNvPr>
          <p:cNvSpPr>
            <a:spLocks noGrp="1"/>
          </p:cNvSpPr>
          <p:nvPr>
            <p:ph type="title"/>
          </p:nvPr>
        </p:nvSpPr>
        <p:spPr/>
        <p:txBody>
          <a:bodyPr/>
          <a:lstStyle/>
          <a:p>
            <a:r>
              <a:rPr lang="en-GB" altLang="en-US" dirty="0">
                <a:latin typeface="+mn-lt"/>
                <a:ea typeface="ＭＳ Ｐゴシック" panose="020B0600070205080204" pitchFamily="34" charset="-128"/>
              </a:rPr>
              <a:t>Legal vs. equitable</a:t>
            </a:r>
          </a:p>
        </p:txBody>
      </p:sp>
      <p:sp>
        <p:nvSpPr>
          <p:cNvPr id="3" name="Content Placeholder 2">
            <a:extLst>
              <a:ext uri="{FF2B5EF4-FFF2-40B4-BE49-F238E27FC236}">
                <a16:creationId xmlns:a16="http://schemas.microsoft.com/office/drawing/2014/main" id="{E73DFFC5-CF7D-4DFD-9E0C-C3840816CAA2}"/>
              </a:ext>
            </a:extLst>
          </p:cNvPr>
          <p:cNvSpPr txBox="1">
            <a:spLocks/>
          </p:cNvSpPr>
          <p:nvPr/>
        </p:nvSpPr>
        <p:spPr>
          <a:xfrm>
            <a:off x="609600" y="1981200"/>
            <a:ext cx="7772400" cy="3895725"/>
          </a:xfrm>
          <a:prstGeom prst="rect">
            <a:avLst/>
          </a:prstGeom>
        </p:spPr>
        <p:txBody>
          <a:bodyPr/>
          <a:lstStyle>
            <a:lvl1pPr marL="342900" indent="-342900" algn="l" rtl="0" eaLnBrk="0" fontAlgn="base" hangingPunct="0">
              <a:spcBef>
                <a:spcPct val="20000"/>
              </a:spcBef>
              <a:spcAft>
                <a:spcPct val="0"/>
              </a:spcAft>
              <a:defRPr>
                <a:solidFill>
                  <a:schemeClr val="tx1"/>
                </a:solidFill>
                <a:latin typeface="+mn-lt"/>
                <a:ea typeface="ＭＳ Ｐゴシック" pitchFamily="4" charset="-128"/>
                <a:cs typeface="ＭＳ Ｐゴシック" pitchFamily="4" charset="-128"/>
              </a:defRPr>
            </a:lvl1pPr>
            <a:lvl2pPr marL="742950" indent="-285750" algn="l" rtl="0" eaLnBrk="0" fontAlgn="base" hangingPunct="0">
              <a:spcBef>
                <a:spcPct val="20000"/>
              </a:spcBef>
              <a:spcAft>
                <a:spcPct val="0"/>
              </a:spcAft>
              <a:buChar char="–"/>
              <a:defRPr sz="1600">
                <a:solidFill>
                  <a:schemeClr val="tx1"/>
                </a:solidFill>
                <a:latin typeface="+mn-lt"/>
                <a:ea typeface="ＭＳ Ｐゴシック" pitchFamily="4" charset="-128"/>
              </a:defRPr>
            </a:lvl2pPr>
            <a:lvl3pPr marL="1143000" indent="-228600" algn="l" rtl="0" eaLnBrk="0" fontAlgn="base" hangingPunct="0">
              <a:spcBef>
                <a:spcPct val="20000"/>
              </a:spcBef>
              <a:spcAft>
                <a:spcPct val="0"/>
              </a:spcAft>
              <a:buChar char="•"/>
              <a:defRPr sz="1400">
                <a:solidFill>
                  <a:schemeClr val="tx1"/>
                </a:solidFill>
                <a:latin typeface="+mn-lt"/>
                <a:ea typeface="ＭＳ Ｐゴシック" pitchFamily="4" charset="-128"/>
              </a:defRPr>
            </a:lvl3pPr>
            <a:lvl4pPr marL="1600200" indent="-228600" algn="l" rtl="0" eaLnBrk="0" fontAlgn="base" hangingPunct="0">
              <a:spcBef>
                <a:spcPct val="20000"/>
              </a:spcBef>
              <a:spcAft>
                <a:spcPct val="0"/>
              </a:spcAft>
              <a:buChar char="–"/>
              <a:defRPr sz="1200">
                <a:solidFill>
                  <a:schemeClr val="tx1"/>
                </a:solidFill>
                <a:latin typeface="+mn-lt"/>
                <a:ea typeface="ＭＳ Ｐゴシック" pitchFamily="4" charset="-128"/>
              </a:defRPr>
            </a:lvl4pPr>
            <a:lvl5pPr marL="2057400" indent="-228600" algn="l" rtl="0" eaLnBrk="0" fontAlgn="base" hangingPunct="0">
              <a:spcBef>
                <a:spcPct val="20000"/>
              </a:spcBef>
              <a:spcAft>
                <a:spcPct val="0"/>
              </a:spcAft>
              <a:buChar char="»"/>
              <a:defRPr sz="1200">
                <a:solidFill>
                  <a:schemeClr val="tx1"/>
                </a:solidFill>
                <a:latin typeface="+mn-lt"/>
                <a:ea typeface="ＭＳ Ｐゴシック" pitchFamily="4" charset="-128"/>
              </a:defRPr>
            </a:lvl5pPr>
            <a:lvl6pPr marL="2514600" indent="-228600" algn="l" rtl="0" fontAlgn="base">
              <a:spcBef>
                <a:spcPct val="20000"/>
              </a:spcBef>
              <a:spcAft>
                <a:spcPct val="0"/>
              </a:spcAft>
              <a:buChar char="»"/>
              <a:defRPr sz="1200">
                <a:solidFill>
                  <a:schemeClr val="tx1"/>
                </a:solidFill>
                <a:latin typeface="+mn-lt"/>
              </a:defRPr>
            </a:lvl6pPr>
            <a:lvl7pPr marL="2971800" indent="-228600" algn="l" rtl="0" fontAlgn="base">
              <a:spcBef>
                <a:spcPct val="20000"/>
              </a:spcBef>
              <a:spcAft>
                <a:spcPct val="0"/>
              </a:spcAft>
              <a:buChar char="»"/>
              <a:defRPr sz="1200">
                <a:solidFill>
                  <a:schemeClr val="tx1"/>
                </a:solidFill>
                <a:latin typeface="+mn-lt"/>
              </a:defRPr>
            </a:lvl7pPr>
            <a:lvl8pPr marL="3429000" indent="-228600" algn="l" rtl="0" fontAlgn="base">
              <a:spcBef>
                <a:spcPct val="20000"/>
              </a:spcBef>
              <a:spcAft>
                <a:spcPct val="0"/>
              </a:spcAft>
              <a:buChar char="»"/>
              <a:defRPr sz="1200">
                <a:solidFill>
                  <a:schemeClr val="tx1"/>
                </a:solidFill>
                <a:latin typeface="+mn-lt"/>
              </a:defRPr>
            </a:lvl8pPr>
            <a:lvl9pPr marL="3886200" indent="-228600" algn="l" rtl="0" fontAlgn="base">
              <a:spcBef>
                <a:spcPct val="20000"/>
              </a:spcBef>
              <a:spcAft>
                <a:spcPct val="0"/>
              </a:spcAft>
              <a:buChar char="»"/>
              <a:defRPr sz="1200">
                <a:solidFill>
                  <a:schemeClr val="tx1"/>
                </a:solidFill>
                <a:latin typeface="+mn-lt"/>
              </a:defRPr>
            </a:lvl9pPr>
          </a:lstStyle>
          <a:p>
            <a:pPr marL="0" indent="0" algn="ctr">
              <a:defRPr/>
            </a:pPr>
            <a:endParaRPr lang="en-US" altLang="en-US" kern="0" dirty="0">
              <a:ea typeface="ＭＳ Ｐゴシック" pitchFamily="34" charset="-128"/>
            </a:endParaRPr>
          </a:p>
        </p:txBody>
      </p:sp>
      <p:cxnSp>
        <p:nvCxnSpPr>
          <p:cNvPr id="10244" name="Straight Connector 3">
            <a:extLst>
              <a:ext uri="{FF2B5EF4-FFF2-40B4-BE49-F238E27FC236}">
                <a16:creationId xmlns:a16="http://schemas.microsoft.com/office/drawing/2014/main" id="{2D494B8D-573B-4FCA-8C90-C99C322BEC6C}"/>
              </a:ext>
            </a:extLst>
          </p:cNvPr>
          <p:cNvCxnSpPr>
            <a:cxnSpLocks noChangeShapeType="1"/>
            <a:endCxn id="10245" idx="0"/>
          </p:cNvCxnSpPr>
          <p:nvPr/>
        </p:nvCxnSpPr>
        <p:spPr bwMode="auto">
          <a:xfrm flipH="1">
            <a:off x="2543970" y="2565400"/>
            <a:ext cx="793" cy="21891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cxnSp>
      <p:sp>
        <p:nvSpPr>
          <p:cNvPr id="10245" name="Rectangle 4">
            <a:extLst>
              <a:ext uri="{FF2B5EF4-FFF2-40B4-BE49-F238E27FC236}">
                <a16:creationId xmlns:a16="http://schemas.microsoft.com/office/drawing/2014/main" id="{61E339B9-EE3B-4E56-8F33-F178403FF9C0}"/>
              </a:ext>
            </a:extLst>
          </p:cNvPr>
          <p:cNvSpPr>
            <a:spLocks noChangeArrowheads="1"/>
          </p:cNvSpPr>
          <p:nvPr/>
        </p:nvSpPr>
        <p:spPr bwMode="auto">
          <a:xfrm>
            <a:off x="596898" y="4754563"/>
            <a:ext cx="38941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lgn="ctr">
              <a:spcBef>
                <a:spcPct val="0"/>
              </a:spcBef>
            </a:pPr>
            <a:r>
              <a:rPr lang="en-US" altLang="en-US" b="1" dirty="0">
                <a:latin typeface="Calibri" panose="020F0502020204030204" pitchFamily="34" charset="0"/>
              </a:rPr>
              <a:t>Beneficiary (owner in equity)</a:t>
            </a:r>
            <a:endParaRPr lang="en-US" altLang="en-US" dirty="0">
              <a:latin typeface="Calibri" panose="020F0502020204030204" pitchFamily="34" charset="0"/>
            </a:endParaRPr>
          </a:p>
        </p:txBody>
      </p:sp>
      <p:sp>
        <p:nvSpPr>
          <p:cNvPr id="10246" name="Rectangle 7">
            <a:extLst>
              <a:ext uri="{FF2B5EF4-FFF2-40B4-BE49-F238E27FC236}">
                <a16:creationId xmlns:a16="http://schemas.microsoft.com/office/drawing/2014/main" id="{8A91960D-9A82-4478-B69F-9FF32ECC088E}"/>
              </a:ext>
            </a:extLst>
          </p:cNvPr>
          <p:cNvSpPr>
            <a:spLocks noChangeArrowheads="1"/>
          </p:cNvSpPr>
          <p:nvPr/>
        </p:nvSpPr>
        <p:spPr bwMode="auto">
          <a:xfrm>
            <a:off x="1002646" y="1981200"/>
            <a:ext cx="30635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lgn="ctr">
              <a:spcBef>
                <a:spcPct val="0"/>
              </a:spcBef>
            </a:pPr>
            <a:r>
              <a:rPr lang="en-US" altLang="en-US" b="1" dirty="0">
                <a:latin typeface="Calibri" panose="020F0502020204030204" pitchFamily="34" charset="0"/>
              </a:rPr>
              <a:t>Trustee (owner at law)</a:t>
            </a:r>
            <a:endParaRPr lang="en-US" altLang="en-US" dirty="0">
              <a:latin typeface="Calibri" panose="020F0502020204030204" pitchFamily="34" charset="0"/>
            </a:endParaRPr>
          </a:p>
        </p:txBody>
      </p:sp>
      <p:sp>
        <p:nvSpPr>
          <p:cNvPr id="10247" name="AutoShape 2" descr="Image result for bottle of wine">
            <a:extLst>
              <a:ext uri="{FF2B5EF4-FFF2-40B4-BE49-F238E27FC236}">
                <a16:creationId xmlns:a16="http://schemas.microsoft.com/office/drawing/2014/main" id="{FCB23A8D-03AA-498F-B559-8CA29086458F}"/>
              </a:ext>
            </a:extLst>
          </p:cNvPr>
          <p:cNvSpPr>
            <a:spLocks noChangeAspect="1" noChangeArrowheads="1"/>
          </p:cNvSpPr>
          <p:nvPr/>
        </p:nvSpPr>
        <p:spPr bwMode="auto">
          <a:xfrm>
            <a:off x="168275" y="-1825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endParaRPr lang="en-US" altLang="en-US">
              <a:latin typeface="Times" panose="02020603050405020304" pitchFamily="18" charset="0"/>
            </a:endParaRPr>
          </a:p>
        </p:txBody>
      </p:sp>
      <p:sp>
        <p:nvSpPr>
          <p:cNvPr id="10249" name="Rectangle 10">
            <a:extLst>
              <a:ext uri="{FF2B5EF4-FFF2-40B4-BE49-F238E27FC236}">
                <a16:creationId xmlns:a16="http://schemas.microsoft.com/office/drawing/2014/main" id="{33F5C8BF-D4F9-44F7-AF41-DF071999F84F}"/>
              </a:ext>
            </a:extLst>
          </p:cNvPr>
          <p:cNvSpPr>
            <a:spLocks noChangeArrowheads="1"/>
          </p:cNvSpPr>
          <p:nvPr/>
        </p:nvSpPr>
        <p:spPr bwMode="auto">
          <a:xfrm>
            <a:off x="5218112" y="3090550"/>
            <a:ext cx="19383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lgn="ctr">
              <a:spcBef>
                <a:spcPct val="0"/>
              </a:spcBef>
            </a:pPr>
            <a:r>
              <a:rPr lang="en-US" altLang="en-US" sz="2000" b="1" dirty="0">
                <a:solidFill>
                  <a:srgbClr val="FF0000"/>
                </a:solidFill>
                <a:latin typeface="Calibri" panose="020F0502020204030204" pitchFamily="34" charset="0"/>
              </a:rPr>
              <a:t>If transferred to</a:t>
            </a:r>
            <a:endParaRPr lang="en-US" altLang="en-US" sz="2000" dirty="0">
              <a:solidFill>
                <a:srgbClr val="FF0000"/>
              </a:solidFill>
              <a:latin typeface="Calibri" panose="020F0502020204030204" pitchFamily="34" charset="0"/>
            </a:endParaRPr>
          </a:p>
        </p:txBody>
      </p:sp>
      <p:cxnSp>
        <p:nvCxnSpPr>
          <p:cNvPr id="13" name="Straight Arrow Connector 4">
            <a:extLst>
              <a:ext uri="{FF2B5EF4-FFF2-40B4-BE49-F238E27FC236}">
                <a16:creationId xmlns:a16="http://schemas.microsoft.com/office/drawing/2014/main" id="{320CC029-3FCB-441D-AF1C-7E3E1DF9387C}"/>
              </a:ext>
            </a:extLst>
          </p:cNvPr>
          <p:cNvCxnSpPr>
            <a:cxnSpLocks noChangeShapeType="1"/>
          </p:cNvCxnSpPr>
          <p:nvPr/>
        </p:nvCxnSpPr>
        <p:spPr bwMode="auto">
          <a:xfrm>
            <a:off x="5644144" y="3577431"/>
            <a:ext cx="1152525" cy="0"/>
          </a:xfrm>
          <a:prstGeom prst="straightConnector1">
            <a:avLst/>
          </a:prstGeom>
          <a:noFill/>
          <a:ln w="28575">
            <a:solidFill>
              <a:srgbClr val="FF0000"/>
            </a:solidFill>
            <a:round/>
            <a:headEnd/>
            <a:tailEnd type="arrow" w="med" len="med"/>
          </a:ln>
          <a:extLst>
            <a:ext uri="{909E8E84-426E-40DD-AFC4-6F175D3DCCD1}">
              <a14:hiddenFill xmlns:a14="http://schemas.microsoft.com/office/drawing/2010/main">
                <a:noFill/>
              </a14:hiddenFill>
            </a:ext>
          </a:extLst>
        </p:spPr>
      </p:cxnSp>
      <p:sp>
        <p:nvSpPr>
          <p:cNvPr id="14" name="Rectangle 13">
            <a:extLst>
              <a:ext uri="{FF2B5EF4-FFF2-40B4-BE49-F238E27FC236}">
                <a16:creationId xmlns:a16="http://schemas.microsoft.com/office/drawing/2014/main" id="{94B7945F-49C3-482B-AA5F-9CD8BAD0ABD1}"/>
              </a:ext>
            </a:extLst>
          </p:cNvPr>
          <p:cNvSpPr/>
          <p:nvPr/>
        </p:nvSpPr>
        <p:spPr>
          <a:xfrm>
            <a:off x="4854694" y="4825924"/>
            <a:ext cx="2225289" cy="707886"/>
          </a:xfrm>
          <a:prstGeom prst="rect">
            <a:avLst/>
          </a:prstGeom>
        </p:spPr>
        <p:txBody>
          <a:bodyPr wrap="none">
            <a:spAutoFit/>
          </a:bodyPr>
          <a:lstStyle/>
          <a:p>
            <a:pPr algn="ctr">
              <a:defRPr/>
            </a:pPr>
            <a:r>
              <a:rPr lang="en-US" altLang="en-US" sz="2000" b="1" kern="0" dirty="0">
                <a:solidFill>
                  <a:srgbClr val="FF0000"/>
                </a:solidFill>
                <a:latin typeface="Calibri" panose="020F0502020204030204" pitchFamily="34" charset="0"/>
              </a:rPr>
              <a:t>defeats ownership </a:t>
            </a:r>
          </a:p>
          <a:p>
            <a:pPr algn="ctr">
              <a:defRPr/>
            </a:pPr>
            <a:r>
              <a:rPr lang="en-US" altLang="en-US" sz="2000" b="1" kern="0" dirty="0">
                <a:solidFill>
                  <a:srgbClr val="FF0000"/>
                </a:solidFill>
                <a:latin typeface="Calibri" panose="020F0502020204030204" pitchFamily="34" charset="0"/>
              </a:rPr>
              <a:t>claim of</a:t>
            </a:r>
          </a:p>
        </p:txBody>
      </p:sp>
      <p:cxnSp>
        <p:nvCxnSpPr>
          <p:cNvPr id="16" name="Straight Arrow Connector 4">
            <a:extLst>
              <a:ext uri="{FF2B5EF4-FFF2-40B4-BE49-F238E27FC236}">
                <a16:creationId xmlns:a16="http://schemas.microsoft.com/office/drawing/2014/main" id="{699F04F5-D552-4B2E-80EC-680BDDF92991}"/>
              </a:ext>
            </a:extLst>
          </p:cNvPr>
          <p:cNvCxnSpPr>
            <a:cxnSpLocks noChangeShapeType="1"/>
            <a:endCxn id="10245" idx="3"/>
          </p:cNvCxnSpPr>
          <p:nvPr/>
        </p:nvCxnSpPr>
        <p:spPr bwMode="auto">
          <a:xfrm flipH="1">
            <a:off x="4491041" y="4266804"/>
            <a:ext cx="1933572" cy="718592"/>
          </a:xfrm>
          <a:prstGeom prst="straightConnector1">
            <a:avLst/>
          </a:prstGeom>
          <a:noFill/>
          <a:ln w="28575">
            <a:solidFill>
              <a:srgbClr val="FF0000"/>
            </a:solidFill>
            <a:round/>
            <a:headEnd/>
            <a:tailEnd type="arrow" w="med" len="med"/>
          </a:ln>
          <a:extLst>
            <a:ext uri="{909E8E84-426E-40DD-AFC4-6F175D3DCCD1}">
              <a14:hiddenFill xmlns:a14="http://schemas.microsoft.com/office/drawing/2010/main">
                <a:noFill/>
              </a14:hiddenFill>
            </a:ext>
          </a:extLst>
        </p:spPr>
      </p:cxnSp>
      <p:sp>
        <p:nvSpPr>
          <p:cNvPr id="18" name="Rectangle 17">
            <a:extLst>
              <a:ext uri="{FF2B5EF4-FFF2-40B4-BE49-F238E27FC236}">
                <a16:creationId xmlns:a16="http://schemas.microsoft.com/office/drawing/2014/main" id="{55F2C024-053C-46B8-8313-5639CE27038C}"/>
              </a:ext>
            </a:extLst>
          </p:cNvPr>
          <p:cNvSpPr>
            <a:spLocks noChangeArrowheads="1"/>
          </p:cNvSpPr>
          <p:nvPr/>
        </p:nvSpPr>
        <p:spPr bwMode="auto">
          <a:xfrm>
            <a:off x="4093208" y="1775510"/>
            <a:ext cx="425439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r>
              <a:rPr lang="en-US" altLang="en-US" b="1" dirty="0">
                <a:solidFill>
                  <a:srgbClr val="FF0000"/>
                </a:solidFill>
                <a:latin typeface="Calibri" panose="020F0502020204030204" pitchFamily="34" charset="0"/>
              </a:rPr>
              <a:t>Cannot use property for their own benefit</a:t>
            </a:r>
            <a:endParaRPr lang="en-US" altLang="en-US" dirty="0">
              <a:solidFill>
                <a:srgbClr val="FF0000"/>
              </a:solidFill>
              <a:latin typeface="Calibri" panose="020F0502020204030204" pitchFamily="34" charset="0"/>
            </a:endParaRPr>
          </a:p>
        </p:txBody>
      </p:sp>
      <p:pic>
        <p:nvPicPr>
          <p:cNvPr id="2" name="Picture 1"/>
          <p:cNvPicPr>
            <a:picLocks noChangeAspect="1"/>
          </p:cNvPicPr>
          <p:nvPr/>
        </p:nvPicPr>
        <p:blipFill>
          <a:blip r:embed="rId2"/>
          <a:stretch>
            <a:fillRect/>
          </a:stretch>
        </p:blipFill>
        <p:spPr>
          <a:xfrm>
            <a:off x="2677668" y="2700392"/>
            <a:ext cx="1518036" cy="1682642"/>
          </a:xfrm>
          <a:prstGeom prst="rect">
            <a:avLst/>
          </a:prstGeom>
        </p:spPr>
      </p:pic>
      <p:sp>
        <p:nvSpPr>
          <p:cNvPr id="15" name="Rectangle 10">
            <a:extLst>
              <a:ext uri="{FF2B5EF4-FFF2-40B4-BE49-F238E27FC236}">
                <a16:creationId xmlns:a16="http://schemas.microsoft.com/office/drawing/2014/main" id="{33F5C8BF-D4F9-44F7-AF41-DF071999F84F}"/>
              </a:ext>
            </a:extLst>
          </p:cNvPr>
          <p:cNvSpPr>
            <a:spLocks noChangeArrowheads="1"/>
          </p:cNvSpPr>
          <p:nvPr/>
        </p:nvSpPr>
        <p:spPr bwMode="auto">
          <a:xfrm>
            <a:off x="3992563" y="3346450"/>
            <a:ext cx="19383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lgn="ctr">
              <a:spcBef>
                <a:spcPct val="0"/>
              </a:spcBef>
            </a:pPr>
            <a:r>
              <a:rPr lang="en-US" altLang="en-US" b="1" dirty="0">
                <a:latin typeface="Calibri" panose="020F0502020204030204" pitchFamily="34" charset="0"/>
              </a:rPr>
              <a:t>Property</a:t>
            </a:r>
            <a:endParaRPr lang="en-US" altLang="en-US" dirty="0">
              <a:latin typeface="Calibri" panose="020F0502020204030204" pitchFamily="34" charset="0"/>
            </a:endParaRPr>
          </a:p>
        </p:txBody>
      </p:sp>
      <p:sp>
        <p:nvSpPr>
          <p:cNvPr id="17" name="Rectangle 16">
            <a:extLst>
              <a:ext uri="{FF2B5EF4-FFF2-40B4-BE49-F238E27FC236}">
                <a16:creationId xmlns:a16="http://schemas.microsoft.com/office/drawing/2014/main" id="{55F2C024-053C-46B8-8313-5639CE27038C}"/>
              </a:ext>
            </a:extLst>
          </p:cNvPr>
          <p:cNvSpPr>
            <a:spLocks noChangeArrowheads="1"/>
          </p:cNvSpPr>
          <p:nvPr/>
        </p:nvSpPr>
        <p:spPr bwMode="auto">
          <a:xfrm>
            <a:off x="4703645" y="3325813"/>
            <a:ext cx="5853403"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lgn="ctr">
              <a:spcBef>
                <a:spcPct val="0"/>
              </a:spcBef>
            </a:pPr>
            <a:r>
              <a:rPr lang="en-US" altLang="en-US" b="1" dirty="0">
                <a:latin typeface="Calibri" panose="020F0502020204030204" pitchFamily="34" charset="0"/>
              </a:rPr>
              <a:t>Bona fide </a:t>
            </a:r>
          </a:p>
          <a:p>
            <a:pPr algn="ctr">
              <a:spcBef>
                <a:spcPct val="0"/>
              </a:spcBef>
            </a:pPr>
            <a:r>
              <a:rPr lang="en-US" altLang="en-US" b="1" dirty="0">
                <a:latin typeface="Calibri" panose="020F0502020204030204" pitchFamily="34" charset="0"/>
              </a:rPr>
              <a:t>purchaser for value </a:t>
            </a:r>
          </a:p>
          <a:p>
            <a:pPr algn="ctr">
              <a:spcBef>
                <a:spcPct val="0"/>
              </a:spcBef>
            </a:pPr>
            <a:r>
              <a:rPr lang="en-US" altLang="en-US" b="1" dirty="0">
                <a:latin typeface="Calibri" panose="020F0502020204030204" pitchFamily="34" charset="0"/>
              </a:rPr>
              <a:t>without notice </a:t>
            </a:r>
          </a:p>
          <a:p>
            <a:pPr algn="ctr">
              <a:spcBef>
                <a:spcPct val="0"/>
              </a:spcBef>
            </a:pPr>
            <a:r>
              <a:rPr lang="en-US" altLang="en-US" b="1" dirty="0">
                <a:latin typeface="Calibri" panose="020F0502020204030204" pitchFamily="34" charset="0"/>
              </a:rPr>
              <a:t>(BFPFVWN)</a:t>
            </a:r>
            <a:endParaRPr lang="en-US" altLang="en-US" dirty="0">
              <a:latin typeface="Calibri" panose="020F0502020204030204" pitchFamily="34" charset="0"/>
            </a:endParaRPr>
          </a:p>
        </p:txBody>
      </p:sp>
      <p:sp>
        <p:nvSpPr>
          <p:cNvPr id="4" name="Rectangle 3">
            <a:extLst>
              <a:ext uri="{FF2B5EF4-FFF2-40B4-BE49-F238E27FC236}">
                <a16:creationId xmlns:a16="http://schemas.microsoft.com/office/drawing/2014/main" id="{18015642-096A-3337-7816-D01DB9C30D7E}"/>
              </a:ext>
            </a:extLst>
          </p:cNvPr>
          <p:cNvSpPr>
            <a:spLocks noChangeArrowheads="1"/>
          </p:cNvSpPr>
          <p:nvPr/>
        </p:nvSpPr>
        <p:spPr bwMode="auto">
          <a:xfrm>
            <a:off x="2362250" y="5729823"/>
            <a:ext cx="42543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r>
              <a:rPr lang="en-US" altLang="en-US" sz="1800" dirty="0">
                <a:solidFill>
                  <a:srgbClr val="FF0000"/>
                </a:solidFill>
                <a:latin typeface="Calibri" panose="020F0502020204030204" pitchFamily="34" charset="0"/>
              </a:rPr>
              <a:t>= limits to ownership at law and in equity</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249"/>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9" grpId="0"/>
      <p:bldP spid="14" grpId="0"/>
      <p:bldP spid="18" grpId="0"/>
      <p:bldP spid="17" grpId="0"/>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987B9E64-5B5C-4731-83BF-C38E8030A7A9}"/>
              </a:ext>
            </a:extLst>
          </p:cNvPr>
          <p:cNvSpPr>
            <a:spLocks noGrp="1"/>
          </p:cNvSpPr>
          <p:nvPr>
            <p:ph type="title"/>
          </p:nvPr>
        </p:nvSpPr>
        <p:spPr/>
        <p:txBody>
          <a:bodyPr/>
          <a:lstStyle/>
          <a:p>
            <a:r>
              <a:rPr lang="en-GB" altLang="en-US" dirty="0">
                <a:latin typeface="+mn-lt"/>
                <a:ea typeface="ＭＳ Ｐゴシック" panose="020B0600070205080204" pitchFamily="34" charset="-128"/>
              </a:rPr>
              <a:t>Proprietary vs. obligational</a:t>
            </a:r>
          </a:p>
        </p:txBody>
      </p:sp>
      <p:sp>
        <p:nvSpPr>
          <p:cNvPr id="3" name="Content Placeholder 2">
            <a:extLst>
              <a:ext uri="{FF2B5EF4-FFF2-40B4-BE49-F238E27FC236}">
                <a16:creationId xmlns:a16="http://schemas.microsoft.com/office/drawing/2014/main" id="{BD1CD37A-7E07-41F6-BB8B-4AD5D9638762}"/>
              </a:ext>
            </a:extLst>
          </p:cNvPr>
          <p:cNvSpPr txBox="1">
            <a:spLocks/>
          </p:cNvSpPr>
          <p:nvPr/>
        </p:nvSpPr>
        <p:spPr>
          <a:xfrm>
            <a:off x="609600" y="1981200"/>
            <a:ext cx="7772400" cy="3895725"/>
          </a:xfrm>
          <a:prstGeom prst="rect">
            <a:avLst/>
          </a:prstGeom>
        </p:spPr>
        <p:txBody>
          <a:bodyPr/>
          <a:lstStyle>
            <a:lvl1pPr marL="342900" indent="-342900" algn="l" rtl="0" eaLnBrk="0" fontAlgn="base" hangingPunct="0">
              <a:spcBef>
                <a:spcPct val="20000"/>
              </a:spcBef>
              <a:spcAft>
                <a:spcPct val="0"/>
              </a:spcAft>
              <a:defRPr>
                <a:solidFill>
                  <a:schemeClr val="tx1"/>
                </a:solidFill>
                <a:latin typeface="+mn-lt"/>
                <a:ea typeface="ＭＳ Ｐゴシック" pitchFamily="4" charset="-128"/>
                <a:cs typeface="ＭＳ Ｐゴシック" pitchFamily="4" charset="-128"/>
              </a:defRPr>
            </a:lvl1pPr>
            <a:lvl2pPr marL="742950" indent="-285750" algn="l" rtl="0" eaLnBrk="0" fontAlgn="base" hangingPunct="0">
              <a:spcBef>
                <a:spcPct val="20000"/>
              </a:spcBef>
              <a:spcAft>
                <a:spcPct val="0"/>
              </a:spcAft>
              <a:buChar char="–"/>
              <a:defRPr sz="1600">
                <a:solidFill>
                  <a:schemeClr val="tx1"/>
                </a:solidFill>
                <a:latin typeface="+mn-lt"/>
                <a:ea typeface="ＭＳ Ｐゴシック" pitchFamily="4" charset="-128"/>
              </a:defRPr>
            </a:lvl2pPr>
            <a:lvl3pPr marL="1143000" indent="-228600" algn="l" rtl="0" eaLnBrk="0" fontAlgn="base" hangingPunct="0">
              <a:spcBef>
                <a:spcPct val="20000"/>
              </a:spcBef>
              <a:spcAft>
                <a:spcPct val="0"/>
              </a:spcAft>
              <a:buChar char="•"/>
              <a:defRPr sz="1400">
                <a:solidFill>
                  <a:schemeClr val="tx1"/>
                </a:solidFill>
                <a:latin typeface="+mn-lt"/>
                <a:ea typeface="ＭＳ Ｐゴシック" pitchFamily="4" charset="-128"/>
              </a:defRPr>
            </a:lvl3pPr>
            <a:lvl4pPr marL="1600200" indent="-228600" algn="l" rtl="0" eaLnBrk="0" fontAlgn="base" hangingPunct="0">
              <a:spcBef>
                <a:spcPct val="20000"/>
              </a:spcBef>
              <a:spcAft>
                <a:spcPct val="0"/>
              </a:spcAft>
              <a:buChar char="–"/>
              <a:defRPr sz="1200">
                <a:solidFill>
                  <a:schemeClr val="tx1"/>
                </a:solidFill>
                <a:latin typeface="+mn-lt"/>
                <a:ea typeface="ＭＳ Ｐゴシック" pitchFamily="4" charset="-128"/>
              </a:defRPr>
            </a:lvl4pPr>
            <a:lvl5pPr marL="2057400" indent="-228600" algn="l" rtl="0" eaLnBrk="0" fontAlgn="base" hangingPunct="0">
              <a:spcBef>
                <a:spcPct val="20000"/>
              </a:spcBef>
              <a:spcAft>
                <a:spcPct val="0"/>
              </a:spcAft>
              <a:buChar char="»"/>
              <a:defRPr sz="1200">
                <a:solidFill>
                  <a:schemeClr val="tx1"/>
                </a:solidFill>
                <a:latin typeface="+mn-lt"/>
                <a:ea typeface="ＭＳ Ｐゴシック" pitchFamily="4" charset="-128"/>
              </a:defRPr>
            </a:lvl5pPr>
            <a:lvl6pPr marL="2514600" indent="-228600" algn="l" rtl="0" fontAlgn="base">
              <a:spcBef>
                <a:spcPct val="20000"/>
              </a:spcBef>
              <a:spcAft>
                <a:spcPct val="0"/>
              </a:spcAft>
              <a:buChar char="»"/>
              <a:defRPr sz="1200">
                <a:solidFill>
                  <a:schemeClr val="tx1"/>
                </a:solidFill>
                <a:latin typeface="+mn-lt"/>
              </a:defRPr>
            </a:lvl6pPr>
            <a:lvl7pPr marL="2971800" indent="-228600" algn="l" rtl="0" fontAlgn="base">
              <a:spcBef>
                <a:spcPct val="20000"/>
              </a:spcBef>
              <a:spcAft>
                <a:spcPct val="0"/>
              </a:spcAft>
              <a:buChar char="»"/>
              <a:defRPr sz="1200">
                <a:solidFill>
                  <a:schemeClr val="tx1"/>
                </a:solidFill>
                <a:latin typeface="+mn-lt"/>
              </a:defRPr>
            </a:lvl7pPr>
            <a:lvl8pPr marL="3429000" indent="-228600" algn="l" rtl="0" fontAlgn="base">
              <a:spcBef>
                <a:spcPct val="20000"/>
              </a:spcBef>
              <a:spcAft>
                <a:spcPct val="0"/>
              </a:spcAft>
              <a:buChar char="»"/>
              <a:defRPr sz="1200">
                <a:solidFill>
                  <a:schemeClr val="tx1"/>
                </a:solidFill>
                <a:latin typeface="+mn-lt"/>
              </a:defRPr>
            </a:lvl8pPr>
            <a:lvl9pPr marL="3886200" indent="-228600" algn="l" rtl="0" fontAlgn="base">
              <a:spcBef>
                <a:spcPct val="20000"/>
              </a:spcBef>
              <a:spcAft>
                <a:spcPct val="0"/>
              </a:spcAft>
              <a:buChar char="»"/>
              <a:defRPr sz="1200">
                <a:solidFill>
                  <a:schemeClr val="tx1"/>
                </a:solidFill>
                <a:latin typeface="+mn-lt"/>
              </a:defRPr>
            </a:lvl9pPr>
          </a:lstStyle>
          <a:p>
            <a:pPr marL="0" indent="0" algn="ctr">
              <a:defRPr/>
            </a:pPr>
            <a:endParaRPr lang="en-US" altLang="en-US" kern="0" dirty="0">
              <a:ea typeface="ＭＳ Ｐゴシック" pitchFamily="34" charset="-128"/>
            </a:endParaRPr>
          </a:p>
        </p:txBody>
      </p:sp>
      <p:cxnSp>
        <p:nvCxnSpPr>
          <p:cNvPr id="11268" name="Straight Connector 3">
            <a:extLst>
              <a:ext uri="{FF2B5EF4-FFF2-40B4-BE49-F238E27FC236}">
                <a16:creationId xmlns:a16="http://schemas.microsoft.com/office/drawing/2014/main" id="{3F5AF6E0-881D-4067-940F-977221AC712B}"/>
              </a:ext>
            </a:extLst>
          </p:cNvPr>
          <p:cNvCxnSpPr>
            <a:cxnSpLocks noChangeShapeType="1"/>
            <a:endCxn id="11269" idx="0"/>
          </p:cNvCxnSpPr>
          <p:nvPr/>
        </p:nvCxnSpPr>
        <p:spPr bwMode="auto">
          <a:xfrm flipH="1">
            <a:off x="4129088" y="2565400"/>
            <a:ext cx="0" cy="21891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cxnSp>
      <p:sp>
        <p:nvSpPr>
          <p:cNvPr id="11269" name="Rectangle 4">
            <a:extLst>
              <a:ext uri="{FF2B5EF4-FFF2-40B4-BE49-F238E27FC236}">
                <a16:creationId xmlns:a16="http://schemas.microsoft.com/office/drawing/2014/main" id="{62DA9121-AA9A-4FE9-B184-929AE719633F}"/>
              </a:ext>
            </a:extLst>
          </p:cNvPr>
          <p:cNvSpPr>
            <a:spLocks noChangeArrowheads="1"/>
          </p:cNvSpPr>
          <p:nvPr/>
        </p:nvSpPr>
        <p:spPr bwMode="auto">
          <a:xfrm>
            <a:off x="3319463" y="4754563"/>
            <a:ext cx="16176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lgn="ctr">
              <a:spcBef>
                <a:spcPct val="0"/>
              </a:spcBef>
            </a:pPr>
            <a:r>
              <a:rPr lang="en-US" altLang="en-US" b="1">
                <a:latin typeface="Calibri" panose="020F0502020204030204" pitchFamily="34" charset="0"/>
              </a:rPr>
              <a:t>Beneficiary</a:t>
            </a:r>
            <a:endParaRPr lang="en-US" altLang="en-US">
              <a:latin typeface="Calibri" panose="020F0502020204030204" pitchFamily="34" charset="0"/>
            </a:endParaRPr>
          </a:p>
        </p:txBody>
      </p:sp>
      <p:sp>
        <p:nvSpPr>
          <p:cNvPr id="11270" name="Rectangle 7">
            <a:extLst>
              <a:ext uri="{FF2B5EF4-FFF2-40B4-BE49-F238E27FC236}">
                <a16:creationId xmlns:a16="http://schemas.microsoft.com/office/drawing/2014/main" id="{801F7570-1F12-4A4C-8308-D8C9635BB30F}"/>
              </a:ext>
            </a:extLst>
          </p:cNvPr>
          <p:cNvSpPr>
            <a:spLocks noChangeArrowheads="1"/>
          </p:cNvSpPr>
          <p:nvPr/>
        </p:nvSpPr>
        <p:spPr bwMode="auto">
          <a:xfrm>
            <a:off x="3541713" y="1981200"/>
            <a:ext cx="11541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lgn="ctr">
              <a:spcBef>
                <a:spcPct val="0"/>
              </a:spcBef>
            </a:pPr>
            <a:r>
              <a:rPr lang="en-US" altLang="en-US" b="1">
                <a:latin typeface="Calibri" panose="020F0502020204030204" pitchFamily="34" charset="0"/>
              </a:rPr>
              <a:t>Trustee</a:t>
            </a:r>
            <a:endParaRPr lang="en-US" altLang="en-US">
              <a:latin typeface="Calibri" panose="020F0502020204030204" pitchFamily="34" charset="0"/>
            </a:endParaRPr>
          </a:p>
        </p:txBody>
      </p:sp>
      <p:sp>
        <p:nvSpPr>
          <p:cNvPr id="11271" name="AutoShape 2" descr="Image result for bottle of wine">
            <a:extLst>
              <a:ext uri="{FF2B5EF4-FFF2-40B4-BE49-F238E27FC236}">
                <a16:creationId xmlns:a16="http://schemas.microsoft.com/office/drawing/2014/main" id="{2D569750-E2A3-447E-827F-5F84822037C1}"/>
              </a:ext>
            </a:extLst>
          </p:cNvPr>
          <p:cNvSpPr>
            <a:spLocks noChangeAspect="1" noChangeArrowheads="1"/>
          </p:cNvSpPr>
          <p:nvPr/>
        </p:nvSpPr>
        <p:spPr bwMode="auto">
          <a:xfrm>
            <a:off x="168275" y="-1825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endParaRPr lang="en-US" altLang="en-US">
              <a:latin typeface="Times" panose="02020603050405020304" pitchFamily="18" charset="0"/>
            </a:endParaRPr>
          </a:p>
        </p:txBody>
      </p:sp>
      <p:sp>
        <p:nvSpPr>
          <p:cNvPr id="15" name="Rectangle 14">
            <a:extLst>
              <a:ext uri="{FF2B5EF4-FFF2-40B4-BE49-F238E27FC236}">
                <a16:creationId xmlns:a16="http://schemas.microsoft.com/office/drawing/2014/main" id="{1B661D17-C724-4D35-824A-8AE0E621C70B}"/>
              </a:ext>
            </a:extLst>
          </p:cNvPr>
          <p:cNvSpPr>
            <a:spLocks noChangeArrowheads="1"/>
          </p:cNvSpPr>
          <p:nvPr/>
        </p:nvSpPr>
        <p:spPr bwMode="auto">
          <a:xfrm>
            <a:off x="503238" y="2027238"/>
            <a:ext cx="10493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lgn="ctr">
              <a:spcBef>
                <a:spcPct val="0"/>
              </a:spcBef>
            </a:pPr>
            <a:r>
              <a:rPr lang="en-US" altLang="en-US" b="1">
                <a:solidFill>
                  <a:srgbClr val="7F7F7F"/>
                </a:solidFill>
                <a:latin typeface="Calibri" panose="020F0502020204030204" pitchFamily="34" charset="0"/>
              </a:rPr>
              <a:t>Settlor</a:t>
            </a:r>
            <a:endParaRPr lang="en-US" altLang="en-US">
              <a:solidFill>
                <a:srgbClr val="7F7F7F"/>
              </a:solidFill>
              <a:latin typeface="Calibri" panose="020F0502020204030204" pitchFamily="34" charset="0"/>
            </a:endParaRPr>
          </a:p>
        </p:txBody>
      </p:sp>
      <p:cxnSp>
        <p:nvCxnSpPr>
          <p:cNvPr id="17" name="Straight Arrow Connector 16">
            <a:extLst>
              <a:ext uri="{FF2B5EF4-FFF2-40B4-BE49-F238E27FC236}">
                <a16:creationId xmlns:a16="http://schemas.microsoft.com/office/drawing/2014/main" id="{BE645B29-C937-4B73-BF7C-730E9A36C980}"/>
              </a:ext>
            </a:extLst>
          </p:cNvPr>
          <p:cNvCxnSpPr>
            <a:cxnSpLocks noChangeShapeType="1"/>
          </p:cNvCxnSpPr>
          <p:nvPr/>
        </p:nvCxnSpPr>
        <p:spPr bwMode="auto">
          <a:xfrm>
            <a:off x="1836738" y="2292350"/>
            <a:ext cx="1260475" cy="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20" name="Rectangle 19">
            <a:extLst>
              <a:ext uri="{FF2B5EF4-FFF2-40B4-BE49-F238E27FC236}">
                <a16:creationId xmlns:a16="http://schemas.microsoft.com/office/drawing/2014/main" id="{396143B7-CF01-4BC2-8A5B-F495512646C0}"/>
              </a:ext>
            </a:extLst>
          </p:cNvPr>
          <p:cNvSpPr>
            <a:spLocks noChangeArrowheads="1"/>
          </p:cNvSpPr>
          <p:nvPr/>
        </p:nvSpPr>
        <p:spPr bwMode="auto">
          <a:xfrm>
            <a:off x="1160237" y="2489200"/>
            <a:ext cx="237763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lgn="ctr">
              <a:spcBef>
                <a:spcPct val="0"/>
              </a:spcBef>
            </a:pPr>
            <a:r>
              <a:rPr lang="en-US" altLang="en-US" b="1" dirty="0">
                <a:solidFill>
                  <a:srgbClr val="0070C0"/>
                </a:solidFill>
                <a:latin typeface="Calibri" panose="020F0502020204030204" pitchFamily="34" charset="0"/>
              </a:rPr>
              <a:t>Trust instrument </a:t>
            </a:r>
          </a:p>
          <a:p>
            <a:pPr algn="ctr">
              <a:spcBef>
                <a:spcPct val="0"/>
              </a:spcBef>
            </a:pPr>
            <a:r>
              <a:rPr lang="en-US" altLang="en-US" b="1" dirty="0">
                <a:solidFill>
                  <a:srgbClr val="0070C0"/>
                </a:solidFill>
                <a:latin typeface="Calibri" panose="020F0502020204030204" pitchFamily="34" charset="0"/>
              </a:rPr>
              <a:t>= contract?</a:t>
            </a:r>
            <a:endParaRPr lang="en-US" altLang="en-US" dirty="0">
              <a:solidFill>
                <a:srgbClr val="0070C0"/>
              </a:solidFill>
              <a:latin typeface="Calibri" panose="020F0502020204030204" pitchFamily="34" charset="0"/>
            </a:endParaRPr>
          </a:p>
        </p:txBody>
      </p:sp>
      <p:cxnSp>
        <p:nvCxnSpPr>
          <p:cNvPr id="7" name="Elbow Connector 6">
            <a:extLst>
              <a:ext uri="{FF2B5EF4-FFF2-40B4-BE49-F238E27FC236}">
                <a16:creationId xmlns:a16="http://schemas.microsoft.com/office/drawing/2014/main" id="{5498DFAF-4D35-4F47-9DDC-BF21034A849C}"/>
              </a:ext>
            </a:extLst>
          </p:cNvPr>
          <p:cNvCxnSpPr>
            <a:cxnSpLocks noChangeShapeType="1"/>
            <a:stCxn id="11269" idx="3"/>
            <a:endCxn id="11270" idx="3"/>
          </p:cNvCxnSpPr>
          <p:nvPr/>
        </p:nvCxnSpPr>
        <p:spPr bwMode="auto">
          <a:xfrm flipH="1" flipV="1">
            <a:off x="4695825" y="2211388"/>
            <a:ext cx="241300" cy="2773362"/>
          </a:xfrm>
          <a:prstGeom prst="bentConnector3">
            <a:avLst>
              <a:gd name="adj1" fmla="val -94477"/>
            </a:avLst>
          </a:prstGeom>
          <a:noFill/>
          <a:ln w="28575">
            <a:solidFill>
              <a:srgbClr val="0070C0"/>
            </a:solidFill>
            <a:round/>
            <a:headEnd/>
            <a:tailEnd type="arrow" w="med" len="med"/>
          </a:ln>
          <a:extLst>
            <a:ext uri="{909E8E84-426E-40DD-AFC4-6F175D3DCCD1}">
              <a14:hiddenFill xmlns:a14="http://schemas.microsoft.com/office/drawing/2010/main">
                <a:noFill/>
              </a14:hiddenFill>
            </a:ext>
          </a:extLst>
        </p:spPr>
      </p:cxnSp>
      <p:sp>
        <p:nvSpPr>
          <p:cNvPr id="22" name="Rectangle 21">
            <a:extLst>
              <a:ext uri="{FF2B5EF4-FFF2-40B4-BE49-F238E27FC236}">
                <a16:creationId xmlns:a16="http://schemas.microsoft.com/office/drawing/2014/main" id="{21E8F88E-9300-422E-887B-761E92076594}"/>
              </a:ext>
            </a:extLst>
          </p:cNvPr>
          <p:cNvSpPr>
            <a:spLocks noChangeArrowheads="1"/>
          </p:cNvSpPr>
          <p:nvPr/>
        </p:nvSpPr>
        <p:spPr bwMode="auto">
          <a:xfrm>
            <a:off x="5369827" y="2800350"/>
            <a:ext cx="19539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lgn="ctr">
              <a:spcBef>
                <a:spcPct val="0"/>
              </a:spcBef>
            </a:pPr>
            <a:r>
              <a:rPr lang="en-US" altLang="en-US" b="1" dirty="0">
                <a:solidFill>
                  <a:srgbClr val="0070C0"/>
                </a:solidFill>
                <a:latin typeface="Calibri" panose="020F0502020204030204" pitchFamily="34" charset="0"/>
              </a:rPr>
              <a:t>Personal right</a:t>
            </a:r>
            <a:endParaRPr lang="en-US" altLang="en-US" dirty="0">
              <a:solidFill>
                <a:srgbClr val="0070C0"/>
              </a:solidFill>
              <a:latin typeface="Calibri" panose="020F0502020204030204" pitchFamily="34" charset="0"/>
            </a:endParaRPr>
          </a:p>
        </p:txBody>
      </p:sp>
      <p:cxnSp>
        <p:nvCxnSpPr>
          <p:cNvPr id="21" name="Straight Arrow Connector 20">
            <a:extLst>
              <a:ext uri="{FF2B5EF4-FFF2-40B4-BE49-F238E27FC236}">
                <a16:creationId xmlns:a16="http://schemas.microsoft.com/office/drawing/2014/main" id="{84E04395-A20D-421A-B1D3-E134452BCF4A}"/>
              </a:ext>
            </a:extLst>
          </p:cNvPr>
          <p:cNvCxnSpPr>
            <a:cxnSpLocks noChangeShapeType="1"/>
          </p:cNvCxnSpPr>
          <p:nvPr/>
        </p:nvCxnSpPr>
        <p:spPr bwMode="auto">
          <a:xfrm flipV="1">
            <a:off x="5283201" y="4106914"/>
            <a:ext cx="2251075" cy="820738"/>
          </a:xfrm>
          <a:prstGeom prst="straightConnector1">
            <a:avLst/>
          </a:prstGeom>
          <a:noFill/>
          <a:ln w="28575">
            <a:solidFill>
              <a:srgbClr val="00B050"/>
            </a:solidFill>
            <a:round/>
            <a:headEnd/>
            <a:tailEnd type="arrow" w="med" len="med"/>
          </a:ln>
          <a:extLst>
            <a:ext uri="{909E8E84-426E-40DD-AFC4-6F175D3DCCD1}">
              <a14:hiddenFill xmlns:a14="http://schemas.microsoft.com/office/drawing/2010/main">
                <a:noFill/>
              </a14:hiddenFill>
            </a:ext>
          </a:extLst>
        </p:spPr>
      </p:cxnSp>
      <p:sp>
        <p:nvSpPr>
          <p:cNvPr id="32" name="Rectangle 31">
            <a:extLst>
              <a:ext uri="{FF2B5EF4-FFF2-40B4-BE49-F238E27FC236}">
                <a16:creationId xmlns:a16="http://schemas.microsoft.com/office/drawing/2014/main" id="{B3401E89-63AA-4996-9691-DF16D6224F9A}"/>
              </a:ext>
            </a:extLst>
          </p:cNvPr>
          <p:cNvSpPr>
            <a:spLocks noChangeArrowheads="1"/>
          </p:cNvSpPr>
          <p:nvPr/>
        </p:nvSpPr>
        <p:spPr bwMode="auto">
          <a:xfrm>
            <a:off x="4729937" y="5102636"/>
            <a:ext cx="23030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lgn="ctr">
              <a:spcBef>
                <a:spcPct val="0"/>
              </a:spcBef>
            </a:pPr>
            <a:r>
              <a:rPr lang="en-US" altLang="en-US" b="1" dirty="0">
                <a:solidFill>
                  <a:srgbClr val="00B050"/>
                </a:solidFill>
                <a:latin typeface="Calibri" panose="020F0502020204030204" pitchFamily="34" charset="0"/>
              </a:rPr>
              <a:t>Proprietary right</a:t>
            </a:r>
            <a:endParaRPr lang="en-US" altLang="en-US" dirty="0">
              <a:solidFill>
                <a:srgbClr val="00B050"/>
              </a:solidFill>
              <a:latin typeface="Calibri" panose="020F0502020204030204" pitchFamily="34" charset="0"/>
            </a:endParaRPr>
          </a:p>
        </p:txBody>
      </p:sp>
      <p:cxnSp>
        <p:nvCxnSpPr>
          <p:cNvPr id="18" name="Straight Arrow Connector 4">
            <a:extLst>
              <a:ext uri="{FF2B5EF4-FFF2-40B4-BE49-F238E27FC236}">
                <a16:creationId xmlns:a16="http://schemas.microsoft.com/office/drawing/2014/main" id="{C6BA0116-2EDA-49C3-BD19-EE02AE50C220}"/>
              </a:ext>
            </a:extLst>
          </p:cNvPr>
          <p:cNvCxnSpPr>
            <a:cxnSpLocks noChangeShapeType="1"/>
          </p:cNvCxnSpPr>
          <p:nvPr/>
        </p:nvCxnSpPr>
        <p:spPr bwMode="auto">
          <a:xfrm>
            <a:off x="5607050" y="3506788"/>
            <a:ext cx="1152525" cy="0"/>
          </a:xfrm>
          <a:prstGeom prst="straightConnector1">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cxnSp>
      <p:sp>
        <p:nvSpPr>
          <p:cNvPr id="23" name="Rectangle 22">
            <a:extLst>
              <a:ext uri="{FF2B5EF4-FFF2-40B4-BE49-F238E27FC236}">
                <a16:creationId xmlns:a16="http://schemas.microsoft.com/office/drawing/2014/main" id="{F71D6EFE-9A36-4B49-A8D7-00E45C792CF3}"/>
              </a:ext>
            </a:extLst>
          </p:cNvPr>
          <p:cNvSpPr>
            <a:spLocks noChangeArrowheads="1"/>
          </p:cNvSpPr>
          <p:nvPr/>
        </p:nvSpPr>
        <p:spPr bwMode="auto">
          <a:xfrm>
            <a:off x="6492875" y="3243263"/>
            <a:ext cx="2165350" cy="83185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lgn="ctr">
              <a:spcBef>
                <a:spcPct val="0"/>
              </a:spcBef>
            </a:pPr>
            <a:r>
              <a:rPr lang="en-US" altLang="en-US" b="1">
                <a:latin typeface="Calibri" panose="020F0502020204030204" pitchFamily="34" charset="0"/>
              </a:rPr>
              <a:t>3</a:t>
            </a:r>
            <a:r>
              <a:rPr lang="en-US" altLang="en-US" b="1" baseline="30000">
                <a:latin typeface="Calibri" panose="020F0502020204030204" pitchFamily="34" charset="0"/>
              </a:rPr>
              <a:t>rd</a:t>
            </a:r>
            <a:r>
              <a:rPr lang="en-US" altLang="en-US" b="1">
                <a:latin typeface="Calibri" panose="020F0502020204030204" pitchFamily="34" charset="0"/>
              </a:rPr>
              <a:t> party </a:t>
            </a:r>
          </a:p>
          <a:p>
            <a:pPr algn="ctr">
              <a:spcBef>
                <a:spcPct val="0"/>
              </a:spcBef>
            </a:pPr>
            <a:r>
              <a:rPr lang="en-US" altLang="en-US" b="1">
                <a:latin typeface="Calibri" panose="020F0502020204030204" pitchFamily="34" charset="0"/>
              </a:rPr>
              <a:t>(not BFPFVWN)</a:t>
            </a:r>
            <a:endParaRPr lang="en-US" altLang="en-US">
              <a:latin typeface="Calibri" panose="020F0502020204030204" pitchFamily="34" charset="0"/>
            </a:endParaRPr>
          </a:p>
        </p:txBody>
      </p:sp>
      <p:pic>
        <p:nvPicPr>
          <p:cNvPr id="24" name="Picture 23"/>
          <p:cNvPicPr>
            <a:picLocks noChangeAspect="1"/>
          </p:cNvPicPr>
          <p:nvPr/>
        </p:nvPicPr>
        <p:blipFill>
          <a:blip r:embed="rId2"/>
          <a:stretch>
            <a:fillRect/>
          </a:stretch>
        </p:blipFill>
        <p:spPr>
          <a:xfrm>
            <a:off x="4202893" y="3085769"/>
            <a:ext cx="832657" cy="1115933"/>
          </a:xfrm>
          <a:prstGeom prst="rect">
            <a:avLst/>
          </a:prstGeom>
        </p:spPr>
      </p:pic>
      <p:cxnSp>
        <p:nvCxnSpPr>
          <p:cNvPr id="25" name="Straight Arrow Connector 24">
            <a:extLst>
              <a:ext uri="{FF2B5EF4-FFF2-40B4-BE49-F238E27FC236}">
                <a16:creationId xmlns:a16="http://schemas.microsoft.com/office/drawing/2014/main" id="{84E04395-A20D-421A-B1D3-E134452BCF4A}"/>
              </a:ext>
            </a:extLst>
          </p:cNvPr>
          <p:cNvCxnSpPr>
            <a:cxnSpLocks noChangeShapeType="1"/>
          </p:cNvCxnSpPr>
          <p:nvPr/>
        </p:nvCxnSpPr>
        <p:spPr bwMode="auto">
          <a:xfrm flipH="1" flipV="1">
            <a:off x="4667250" y="4338306"/>
            <a:ext cx="149225" cy="416257"/>
          </a:xfrm>
          <a:prstGeom prst="straightConnector1">
            <a:avLst/>
          </a:prstGeom>
          <a:noFill/>
          <a:ln w="28575">
            <a:solidFill>
              <a:srgbClr val="00B050"/>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0" grpId="0"/>
      <p:bldP spid="22" grpId="0"/>
      <p:bldP spid="32" grpId="0"/>
      <p:bldP spid="2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4365E8A4-6F62-4DAF-A5C4-2E28A980BECF}"/>
              </a:ext>
            </a:extLst>
          </p:cNvPr>
          <p:cNvSpPr>
            <a:spLocks noGrp="1"/>
          </p:cNvSpPr>
          <p:nvPr>
            <p:ph type="title"/>
          </p:nvPr>
        </p:nvSpPr>
        <p:spPr/>
        <p:txBody>
          <a:bodyPr/>
          <a:lstStyle/>
          <a:p>
            <a:r>
              <a:rPr lang="en-GB" altLang="en-US" dirty="0">
                <a:latin typeface="+mn-lt"/>
                <a:ea typeface="ＭＳ Ｐゴシック" panose="020B0600070205080204" pitchFamily="34" charset="-128"/>
              </a:rPr>
              <a:t>The trust compared to other legal arrangements</a:t>
            </a:r>
          </a:p>
        </p:txBody>
      </p:sp>
      <p:sp>
        <p:nvSpPr>
          <p:cNvPr id="13315" name="Content Placeholder 2">
            <a:extLst>
              <a:ext uri="{FF2B5EF4-FFF2-40B4-BE49-F238E27FC236}">
                <a16:creationId xmlns:a16="http://schemas.microsoft.com/office/drawing/2014/main" id="{E0B81FF3-86C8-4FC6-8755-132857442485}"/>
              </a:ext>
            </a:extLst>
          </p:cNvPr>
          <p:cNvSpPr txBox="1">
            <a:spLocks/>
          </p:cNvSpPr>
          <p:nvPr/>
        </p:nvSpPr>
        <p:spPr bwMode="auto">
          <a:xfrm>
            <a:off x="609600" y="1981200"/>
            <a:ext cx="6626225"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buFontTx/>
              <a:buChar char="•"/>
            </a:pPr>
            <a:endParaRPr lang="en-US" altLang="en-US">
              <a:latin typeface="Calibri" panose="020F0502020204030204" pitchFamily="34" charset="0"/>
            </a:endParaRPr>
          </a:p>
          <a:p>
            <a:pPr>
              <a:buFontTx/>
              <a:buChar char="•"/>
            </a:pPr>
            <a:r>
              <a:rPr lang="en-US" altLang="en-US">
                <a:latin typeface="Calibri" panose="020F0502020204030204" pitchFamily="34" charset="0"/>
              </a:rPr>
              <a:t>An absolute gift</a:t>
            </a:r>
          </a:p>
          <a:p>
            <a:pPr>
              <a:buFontTx/>
              <a:buChar char="•"/>
            </a:pPr>
            <a:r>
              <a:rPr lang="en-US" altLang="en-US">
                <a:latin typeface="Calibri" panose="020F0502020204030204" pitchFamily="34" charset="0"/>
              </a:rPr>
              <a:t>A Legal chose in action, such as a debt</a:t>
            </a:r>
          </a:p>
          <a:p>
            <a:pPr>
              <a:buFontTx/>
              <a:buChar char="•"/>
            </a:pPr>
            <a:r>
              <a:rPr lang="en-US" altLang="en-US">
                <a:latin typeface="Calibri" panose="020F0502020204030204" pitchFamily="34" charset="0"/>
              </a:rPr>
              <a:t>Bailment</a:t>
            </a:r>
          </a:p>
          <a:p>
            <a:pPr>
              <a:buFontTx/>
              <a:buChar char="•"/>
            </a:pPr>
            <a:r>
              <a:rPr lang="en-US" altLang="en-US">
                <a:latin typeface="Calibri" panose="020F0502020204030204" pitchFamily="34" charset="0"/>
              </a:rPr>
              <a:t>Contract</a:t>
            </a:r>
          </a:p>
          <a:p>
            <a:pPr>
              <a:buFontTx/>
              <a:buChar char="•"/>
            </a:pPr>
            <a:r>
              <a:rPr lang="en-US" altLang="en-US">
                <a:latin typeface="Calibri" panose="020F0502020204030204" pitchFamily="34" charset="0"/>
              </a:rPr>
              <a:t>Corporation</a:t>
            </a:r>
          </a:p>
          <a:p>
            <a:pPr>
              <a:buFontTx/>
              <a:buChar char="•"/>
            </a:pPr>
            <a:r>
              <a:rPr lang="en-US" altLang="en-US">
                <a:latin typeface="Calibri" panose="020F0502020204030204" pitchFamily="34" charset="0"/>
              </a:rPr>
              <a:t>Agency</a:t>
            </a:r>
          </a:p>
          <a:p>
            <a:pPr>
              <a:buFontTx/>
              <a:buChar char="•"/>
            </a:pPr>
            <a:endParaRPr lang="en-US" altLang="en-US">
              <a:latin typeface="Calibri" panose="020F0502020204030204" pitchFamily="34" charset="0"/>
            </a:endParaRPr>
          </a:p>
          <a:p>
            <a:pPr>
              <a:buFontTx/>
              <a:buChar char="•"/>
            </a:pPr>
            <a:endParaRPr lang="en-US" altLang="en-US">
              <a:latin typeface="Calibri" panose="020F0502020204030204" pitchFamily="34" charset="0"/>
            </a:endParaRPr>
          </a:p>
          <a:p>
            <a:pPr>
              <a:buFontTx/>
              <a:buChar char="•"/>
            </a:pPr>
            <a:endParaRPr lang="en-US" altLang="en-US" sz="1200">
              <a:latin typeface="Calibri" panose="020F0502020204030204" pitchFamily="34" charset="0"/>
            </a:endParaRPr>
          </a:p>
          <a:p>
            <a:endParaRPr lang="en-US" altLang="en-US"/>
          </a:p>
        </p:txBody>
      </p:sp>
      <p:sp>
        <p:nvSpPr>
          <p:cNvPr id="13316" name="TextBox 5">
            <a:extLst>
              <a:ext uri="{FF2B5EF4-FFF2-40B4-BE49-F238E27FC236}">
                <a16:creationId xmlns:a16="http://schemas.microsoft.com/office/drawing/2014/main" id="{9F00A69B-BF4D-4521-9590-A62D67D75DD6}"/>
              </a:ext>
            </a:extLst>
          </p:cNvPr>
          <p:cNvSpPr txBox="1">
            <a:spLocks noChangeArrowheads="1"/>
          </p:cNvSpPr>
          <p:nvPr/>
        </p:nvSpPr>
        <p:spPr bwMode="auto">
          <a:xfrm>
            <a:off x="6230938" y="2841625"/>
            <a:ext cx="10810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lgn="ctr">
              <a:spcBef>
                <a:spcPct val="0"/>
              </a:spcBef>
            </a:pPr>
            <a:r>
              <a:rPr lang="en-GB" altLang="en-US">
                <a:latin typeface="Calibri" panose="020F0502020204030204" pitchFamily="34" charset="0"/>
              </a:rPr>
              <a:t>£$€</a:t>
            </a:r>
          </a:p>
        </p:txBody>
      </p:sp>
      <p:pic>
        <p:nvPicPr>
          <p:cNvPr id="13317" name="Picture 2" descr="C:\Users\knwf93\AppData\Local\Microsoft\Windows\Temporary Internet Files\Content.IE5\A1AOPBTI\Car_pictogram.svg[1].png">
            <a:extLst>
              <a:ext uri="{FF2B5EF4-FFF2-40B4-BE49-F238E27FC236}">
                <a16:creationId xmlns:a16="http://schemas.microsoft.com/office/drawing/2014/main" id="{2C0281BB-93A4-4090-9A7C-2FE58E0871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1913" y="3284538"/>
            <a:ext cx="690562" cy="31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8" name="Picture 3" descr="C:\Users\knwf93\AppData\Local\Microsoft\Windows\Temporary Internet Files\Content.IE5\9XF6M66H\gift-8[1].jpg">
            <a:extLst>
              <a:ext uri="{FF2B5EF4-FFF2-40B4-BE49-F238E27FC236}">
                <a16:creationId xmlns:a16="http://schemas.microsoft.com/office/drawing/2014/main" id="{E3648B5C-FDB5-4ED2-880F-A536B18904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88113" y="2335213"/>
            <a:ext cx="565150"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9" name="Picture 15" descr="C:\Users\knwf93\AppData\Local\Microsoft\Windows\Temporary Internet Files\Content.IE5\9XF6M66H\scrollicon[1].png">
            <a:extLst>
              <a:ext uri="{FF2B5EF4-FFF2-40B4-BE49-F238E27FC236}">
                <a16:creationId xmlns:a16="http://schemas.microsoft.com/office/drawing/2014/main" id="{D08C2CC6-B438-45F1-81DA-70D1C7B156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37338" y="3640138"/>
            <a:ext cx="3000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20" name="Picture 6">
            <a:extLst>
              <a:ext uri="{FF2B5EF4-FFF2-40B4-BE49-F238E27FC236}">
                <a16:creationId xmlns:a16="http://schemas.microsoft.com/office/drawing/2014/main" id="{36FAE0C6-F8A3-4FFB-999B-FC093673A031}"/>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207125" y="4076700"/>
            <a:ext cx="1139825"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21" name="Picture 8">
            <a:extLst>
              <a:ext uri="{FF2B5EF4-FFF2-40B4-BE49-F238E27FC236}">
                <a16:creationId xmlns:a16="http://schemas.microsoft.com/office/drawing/2014/main" id="{6F9C40A1-C2F7-438F-ADE4-F1D4E004BA37}"/>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6511925" y="4527550"/>
            <a:ext cx="550863" cy="55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470C2FC3-CA8E-43D7-ACA2-287445C4B69B}"/>
              </a:ext>
            </a:extLst>
          </p:cNvPr>
          <p:cNvSpPr>
            <a:spLocks noGrp="1"/>
          </p:cNvSpPr>
          <p:nvPr>
            <p:ph type="title"/>
          </p:nvPr>
        </p:nvSpPr>
        <p:spPr/>
        <p:txBody>
          <a:bodyPr/>
          <a:lstStyle/>
          <a:p>
            <a:r>
              <a:rPr lang="en-GB" altLang="en-US" dirty="0">
                <a:latin typeface="+mn-lt"/>
                <a:ea typeface="ＭＳ Ｐゴシック" panose="020B0600070205080204" pitchFamily="34" charset="-128"/>
              </a:rPr>
              <a:t>Three types of trust</a:t>
            </a:r>
          </a:p>
        </p:txBody>
      </p:sp>
      <p:sp>
        <p:nvSpPr>
          <p:cNvPr id="14339" name="Content Placeholder 2">
            <a:extLst>
              <a:ext uri="{FF2B5EF4-FFF2-40B4-BE49-F238E27FC236}">
                <a16:creationId xmlns:a16="http://schemas.microsoft.com/office/drawing/2014/main" id="{6ADB2861-221B-43B9-8C23-E1740148E5C6}"/>
              </a:ext>
            </a:extLst>
          </p:cNvPr>
          <p:cNvSpPr txBox="1">
            <a:spLocks/>
          </p:cNvSpPr>
          <p:nvPr/>
        </p:nvSpPr>
        <p:spPr bwMode="auto">
          <a:xfrm>
            <a:off x="609600" y="1981200"/>
            <a:ext cx="6626225" cy="2311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buFontTx/>
              <a:buChar char="•"/>
            </a:pPr>
            <a:r>
              <a:rPr lang="en-US" altLang="en-US" dirty="0">
                <a:latin typeface="Calibri" panose="020F0502020204030204" pitchFamily="34" charset="0"/>
              </a:rPr>
              <a:t>Public trusts</a:t>
            </a:r>
          </a:p>
          <a:p>
            <a:pPr>
              <a:buFontTx/>
              <a:buChar char="•"/>
            </a:pPr>
            <a:r>
              <a:rPr lang="en-US" altLang="en-US" dirty="0">
                <a:latin typeface="Calibri" panose="020F0502020204030204" pitchFamily="34" charset="0"/>
              </a:rPr>
              <a:t>Private trusts</a:t>
            </a:r>
          </a:p>
          <a:p>
            <a:pPr marL="0" indent="0"/>
            <a:r>
              <a:rPr lang="en-US" altLang="en-US" dirty="0">
                <a:latin typeface="Calibri" panose="020F0502020204030204" pitchFamily="34" charset="0"/>
              </a:rPr>
              <a:t>a) Express (fixed or discretionary)</a:t>
            </a:r>
          </a:p>
          <a:p>
            <a:pPr marL="0" indent="0"/>
            <a:r>
              <a:rPr lang="en-US" altLang="en-US" dirty="0">
                <a:latin typeface="Calibri" panose="020F0502020204030204" pitchFamily="34" charset="0"/>
              </a:rPr>
              <a:t>b) Implied (resulting or constructive)</a:t>
            </a:r>
          </a:p>
          <a:p>
            <a:pPr>
              <a:buFontTx/>
              <a:buChar char="•"/>
            </a:pPr>
            <a:endParaRPr lang="en-US" altLang="en-US" dirty="0">
              <a:latin typeface="Calibri" panose="020F0502020204030204" pitchFamily="34" charset="0"/>
            </a:endParaRPr>
          </a:p>
          <a:p>
            <a:pPr>
              <a:buFontTx/>
              <a:buChar char="•"/>
            </a:pPr>
            <a:endParaRPr lang="en-US" altLang="en-US" sz="1200" dirty="0">
              <a:latin typeface="Calibri" panose="020F0502020204030204" pitchFamily="34" charset="0"/>
            </a:endParaRPr>
          </a:p>
          <a:p>
            <a:endParaRPr lang="en-US" altLang="en-US" dirty="0"/>
          </a:p>
        </p:txBody>
      </p:sp>
      <p:pic>
        <p:nvPicPr>
          <p:cNvPr id="14340" name="Picture 2">
            <a:extLst>
              <a:ext uri="{FF2B5EF4-FFF2-40B4-BE49-F238E27FC236}">
                <a16:creationId xmlns:a16="http://schemas.microsoft.com/office/drawing/2014/main" id="{8BDF42D3-88A3-4195-944A-0C5F979068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6688" y="4365104"/>
            <a:ext cx="6321512" cy="22125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1637302E-DE54-4F15-AE3A-5312500AD2F5}"/>
              </a:ext>
            </a:extLst>
          </p:cNvPr>
          <p:cNvSpPr>
            <a:spLocks noGrp="1"/>
          </p:cNvSpPr>
          <p:nvPr>
            <p:ph type="title"/>
          </p:nvPr>
        </p:nvSpPr>
        <p:spPr/>
        <p:txBody>
          <a:bodyPr/>
          <a:lstStyle/>
          <a:p>
            <a:r>
              <a:rPr lang="en-GB" altLang="en-US" dirty="0">
                <a:latin typeface="+mn-lt"/>
                <a:ea typeface="ＭＳ Ｐゴシック" panose="020B0600070205080204" pitchFamily="34" charset="-128"/>
              </a:rPr>
              <a:t>A simple question</a:t>
            </a:r>
          </a:p>
        </p:txBody>
      </p:sp>
      <p:sp>
        <p:nvSpPr>
          <p:cNvPr id="5123" name="Content Placeholder 2">
            <a:extLst>
              <a:ext uri="{FF2B5EF4-FFF2-40B4-BE49-F238E27FC236}">
                <a16:creationId xmlns:a16="http://schemas.microsoft.com/office/drawing/2014/main" id="{ECEE8E13-119D-40A9-B57D-11875807914A}"/>
              </a:ext>
            </a:extLst>
          </p:cNvPr>
          <p:cNvSpPr txBox="1">
            <a:spLocks/>
          </p:cNvSpPr>
          <p:nvPr/>
        </p:nvSpPr>
        <p:spPr bwMode="auto">
          <a:xfrm>
            <a:off x="609600" y="1981200"/>
            <a:ext cx="7772400" cy="389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lgn="ctr"/>
            <a:r>
              <a:rPr lang="en-US" altLang="en-US" dirty="0">
                <a:latin typeface="Calibri" panose="020F0502020204030204" pitchFamily="34" charset="0"/>
              </a:rPr>
              <a:t>Jack and Linda are invited to a dinner party. On the way they stop to buy a bottle of wine. In front of the shop, they count how much cash they have between them. Jack has £2, Linda has £8. Jack goes into the shop and buys a £10 bottle of wine. Linda waits outside. </a:t>
            </a:r>
          </a:p>
          <a:p>
            <a:pPr algn="ctr"/>
            <a:r>
              <a:rPr lang="en-US" altLang="en-US" i="1" dirty="0">
                <a:latin typeface="Calibri" panose="020F0502020204030204" pitchFamily="34" charset="0"/>
              </a:rPr>
              <a:t>Who owns the wine? </a:t>
            </a:r>
          </a:p>
          <a:p>
            <a:pPr algn="ctr"/>
            <a:r>
              <a:rPr lang="en-US" altLang="en-US" dirty="0">
                <a:latin typeface="Calibri" panose="020F0502020204030204" pitchFamily="34" charset="0"/>
              </a:rPr>
              <a:t>A - Jack</a:t>
            </a:r>
          </a:p>
          <a:p>
            <a:pPr algn="ctr"/>
            <a:r>
              <a:rPr lang="en-US" altLang="en-US" dirty="0">
                <a:latin typeface="Calibri" panose="020F0502020204030204" pitchFamily="34" charset="0"/>
              </a:rPr>
              <a:t>B - Linda</a:t>
            </a:r>
          </a:p>
          <a:p>
            <a:pPr algn="ctr"/>
            <a:r>
              <a:rPr lang="en-US" altLang="en-US" dirty="0">
                <a:latin typeface="Calibri" panose="020F0502020204030204" pitchFamily="34" charset="0"/>
              </a:rPr>
              <a:t>C - Jack and Linda </a:t>
            </a:r>
          </a:p>
          <a:p>
            <a:endParaRPr lang="en-US"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BC9AAF4F-2482-4BF6-A381-33A4ABB43CBF}"/>
              </a:ext>
            </a:extLst>
          </p:cNvPr>
          <p:cNvSpPr>
            <a:spLocks noGrp="1"/>
          </p:cNvSpPr>
          <p:nvPr>
            <p:ph type="title"/>
          </p:nvPr>
        </p:nvSpPr>
        <p:spPr/>
        <p:txBody>
          <a:bodyPr/>
          <a:lstStyle/>
          <a:p>
            <a:r>
              <a:rPr lang="en-GB" altLang="en-US" dirty="0">
                <a:latin typeface="+mn-lt"/>
                <a:ea typeface="ＭＳ Ｐゴシック" panose="020B0600070205080204" pitchFamily="34" charset="-128"/>
              </a:rPr>
              <a:t>The answer</a:t>
            </a:r>
          </a:p>
        </p:txBody>
      </p:sp>
      <p:sp>
        <p:nvSpPr>
          <p:cNvPr id="6147" name="Content Placeholder 2">
            <a:extLst>
              <a:ext uri="{FF2B5EF4-FFF2-40B4-BE49-F238E27FC236}">
                <a16:creationId xmlns:a16="http://schemas.microsoft.com/office/drawing/2014/main" id="{C2E424C7-3583-4F61-AF60-3B1364F7BBA0}"/>
              </a:ext>
            </a:extLst>
          </p:cNvPr>
          <p:cNvSpPr txBox="1">
            <a:spLocks/>
          </p:cNvSpPr>
          <p:nvPr/>
        </p:nvSpPr>
        <p:spPr bwMode="auto">
          <a:xfrm>
            <a:off x="609600" y="1981200"/>
            <a:ext cx="7772400" cy="389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lgn="ctr"/>
            <a:r>
              <a:rPr lang="en-US" altLang="en-US" b="1" dirty="0">
                <a:latin typeface="Calibri" panose="020F0502020204030204" pitchFamily="34" charset="0"/>
              </a:rPr>
              <a:t>At law</a:t>
            </a:r>
            <a:r>
              <a:rPr lang="en-US" altLang="en-US" dirty="0">
                <a:latin typeface="Calibri" panose="020F0502020204030204" pitchFamily="34" charset="0"/>
              </a:rPr>
              <a:t>: Jack</a:t>
            </a:r>
          </a:p>
          <a:p>
            <a:pPr algn="ctr"/>
            <a:endParaRPr lang="en-US" altLang="en-US" dirty="0">
              <a:latin typeface="Calibri" panose="020F0502020204030204" pitchFamily="34" charset="0"/>
            </a:endParaRPr>
          </a:p>
          <a:p>
            <a:pPr algn="ctr"/>
            <a:r>
              <a:rPr lang="en-US" altLang="en-US" b="1" dirty="0">
                <a:latin typeface="Calibri" panose="020F0502020204030204" pitchFamily="34" charset="0"/>
              </a:rPr>
              <a:t>In equity: </a:t>
            </a:r>
            <a:r>
              <a:rPr lang="en-US" altLang="en-US" dirty="0">
                <a:latin typeface="Calibri" panose="020F0502020204030204" pitchFamily="34" charset="0"/>
              </a:rPr>
              <a:t>Jack and Linda, according to their proportional contributions to the purchase price </a:t>
            </a:r>
          </a:p>
        </p:txBody>
      </p:sp>
      <p:pic>
        <p:nvPicPr>
          <p:cNvPr id="6148" name="Picture 2">
            <a:extLst>
              <a:ext uri="{FF2B5EF4-FFF2-40B4-BE49-F238E27FC236}">
                <a16:creationId xmlns:a16="http://schemas.microsoft.com/office/drawing/2014/main" id="{3C99BBF8-85C3-48F1-AD25-754A7F8B66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51163" y="4149725"/>
            <a:ext cx="3028950"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2614B12A-7DC7-4B63-8B9E-1FFB02603537}"/>
              </a:ext>
            </a:extLst>
          </p:cNvPr>
          <p:cNvSpPr>
            <a:spLocks noGrp="1"/>
          </p:cNvSpPr>
          <p:nvPr>
            <p:ph type="title"/>
          </p:nvPr>
        </p:nvSpPr>
        <p:spPr/>
        <p:txBody>
          <a:bodyPr/>
          <a:lstStyle/>
          <a:p>
            <a:pPr>
              <a:defRPr/>
            </a:pPr>
            <a:r>
              <a:rPr lang="en-GB" altLang="en-US" dirty="0">
                <a:latin typeface="+mn-lt"/>
                <a:ea typeface="ＭＳ Ｐゴシック" panose="020B0600070205080204" pitchFamily="34" charset="-128"/>
              </a:rPr>
              <a:t>Recap</a:t>
            </a:r>
          </a:p>
        </p:txBody>
      </p:sp>
      <p:sp>
        <p:nvSpPr>
          <p:cNvPr id="15363" name="Content Placeholder 2">
            <a:extLst>
              <a:ext uri="{FF2B5EF4-FFF2-40B4-BE49-F238E27FC236}">
                <a16:creationId xmlns:a16="http://schemas.microsoft.com/office/drawing/2014/main" id="{A4EBAFA4-843A-4A67-BF5F-930EDA663322}"/>
              </a:ext>
            </a:extLst>
          </p:cNvPr>
          <p:cNvSpPr txBox="1">
            <a:spLocks/>
          </p:cNvSpPr>
          <p:nvPr/>
        </p:nvSpPr>
        <p:spPr bwMode="auto">
          <a:xfrm>
            <a:off x="534987" y="1752600"/>
            <a:ext cx="7923213" cy="2239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marL="0" indent="0">
              <a:defRPr/>
            </a:pPr>
            <a:r>
              <a:rPr lang="en-US" altLang="en-US" b="1" dirty="0"/>
              <a:t>Recap:</a:t>
            </a:r>
          </a:p>
          <a:p>
            <a:pPr>
              <a:buFontTx/>
              <a:buChar char="•"/>
              <a:defRPr/>
            </a:pPr>
            <a:r>
              <a:rPr lang="en-US" altLang="en-US" dirty="0"/>
              <a:t>The trust takes account of a substantive conception of ownership to split legal and equitable interests between two parties.</a:t>
            </a:r>
          </a:p>
          <a:p>
            <a:pPr>
              <a:buFontTx/>
              <a:buChar char="•"/>
              <a:defRPr/>
            </a:pPr>
            <a:r>
              <a:rPr lang="en-US" altLang="en-US" dirty="0"/>
              <a:t>The trust can be distinguished from other legal arrangements due to its unique mix of obligation and property features.</a:t>
            </a:r>
          </a:p>
          <a:p>
            <a:pPr marL="0" indent="0">
              <a:defRPr/>
            </a:pPr>
            <a:endParaRPr lang="en-US" altLang="en-US" sz="1600" b="1" dirty="0"/>
          </a:p>
          <a:p>
            <a:pPr marL="0" indent="0">
              <a:defRPr/>
            </a:pPr>
            <a:r>
              <a:rPr lang="en-US" altLang="en-US" b="1" dirty="0"/>
              <a:t>Next week: </a:t>
            </a:r>
            <a:r>
              <a:rPr lang="en-US" altLang="en-US" dirty="0"/>
              <a:t>You will be introduced to the history of the trust form in English law.</a:t>
            </a:r>
          </a:p>
          <a:p>
            <a:pPr>
              <a:defRPr/>
            </a:pPr>
            <a:endParaRPr lang="en-US" altLang="en-US" dirty="0"/>
          </a:p>
        </p:txBody>
      </p:sp>
    </p:spTree>
    <p:extLst>
      <p:ext uri="{BB962C8B-B14F-4D97-AF65-F5344CB8AC3E}">
        <p14:creationId xmlns:p14="http://schemas.microsoft.com/office/powerpoint/2010/main" val="31785215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2614B12A-7DC7-4B63-8B9E-1FFB02603537}"/>
              </a:ext>
            </a:extLst>
          </p:cNvPr>
          <p:cNvSpPr>
            <a:spLocks noGrp="1"/>
          </p:cNvSpPr>
          <p:nvPr>
            <p:ph type="title"/>
          </p:nvPr>
        </p:nvSpPr>
        <p:spPr/>
        <p:txBody>
          <a:bodyPr/>
          <a:lstStyle/>
          <a:p>
            <a:pPr>
              <a:defRPr/>
            </a:pPr>
            <a:r>
              <a:rPr lang="en-GB" altLang="en-US" dirty="0">
                <a:latin typeface="+mn-lt"/>
                <a:ea typeface="ＭＳ Ｐゴシック" panose="020B0600070205080204" pitchFamily="34" charset="-128"/>
              </a:rPr>
              <a:t>Activity</a:t>
            </a:r>
          </a:p>
        </p:txBody>
      </p:sp>
      <p:sp>
        <p:nvSpPr>
          <p:cNvPr id="15363" name="Content Placeholder 2">
            <a:extLst>
              <a:ext uri="{FF2B5EF4-FFF2-40B4-BE49-F238E27FC236}">
                <a16:creationId xmlns:a16="http://schemas.microsoft.com/office/drawing/2014/main" id="{A4EBAFA4-843A-4A67-BF5F-930EDA663322}"/>
              </a:ext>
            </a:extLst>
          </p:cNvPr>
          <p:cNvSpPr txBox="1">
            <a:spLocks/>
          </p:cNvSpPr>
          <p:nvPr/>
        </p:nvSpPr>
        <p:spPr bwMode="auto">
          <a:xfrm>
            <a:off x="534987" y="1752600"/>
            <a:ext cx="7923213" cy="2239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marL="0" indent="0">
              <a:defRPr/>
            </a:pPr>
            <a:r>
              <a:rPr lang="en-US" altLang="en-US" dirty="0"/>
              <a:t>The trust is an important tool in international wealth management. Look at the news reporting on the ‘Pandora papers’ and note when trust structures are mentioned. This will give you an idea of the use of the trust in offshore jurisdictions:</a:t>
            </a:r>
          </a:p>
          <a:p>
            <a:pPr marL="0" indent="0">
              <a:defRPr/>
            </a:pPr>
            <a:r>
              <a:rPr lang="en-US" altLang="en-US" dirty="0">
                <a:hlinkClick r:id="rId2"/>
              </a:rPr>
              <a:t>https://www.theguardian.com/news/series/pandora-papers</a:t>
            </a:r>
            <a:endParaRPr lang="en-US" altLang="en-US" dirty="0"/>
          </a:p>
          <a:p>
            <a:pPr marL="0" indent="0">
              <a:defRPr/>
            </a:pPr>
            <a:endParaRPr lang="en-US" altLang="en-US" dirty="0"/>
          </a:p>
          <a:p>
            <a:pPr>
              <a:defRPr/>
            </a:pPr>
            <a:endParaRPr lang="en-US" altLang="en-US" dirty="0"/>
          </a:p>
        </p:txBody>
      </p:sp>
    </p:spTree>
    <p:extLst>
      <p:ext uri="{BB962C8B-B14F-4D97-AF65-F5344CB8AC3E}">
        <p14:creationId xmlns:p14="http://schemas.microsoft.com/office/powerpoint/2010/main" val="298006316"/>
      </p:ext>
    </p:extLst>
  </p:cSld>
  <p:clrMapOvr>
    <a:masterClrMapping/>
  </p:clrMapOvr>
</p:sld>
</file>

<file path=ppt/theme/theme1.xml><?xml version="1.0" encoding="utf-8"?>
<a:theme xmlns:a="http://schemas.openxmlformats.org/drawingml/2006/main" name="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Times"/>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827</Words>
  <Application>Microsoft Office PowerPoint</Application>
  <PresentationFormat>On-screen Show (4:3)</PresentationFormat>
  <Paragraphs>98</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ＭＳ Ｐゴシック</vt:lpstr>
      <vt:lpstr>Arial</vt:lpstr>
      <vt:lpstr>Calibri</vt:lpstr>
      <vt:lpstr>Times</vt:lpstr>
      <vt:lpstr>Times New Roman</vt:lpstr>
      <vt:lpstr>Wingdings</vt:lpstr>
      <vt:lpstr>Blank</vt:lpstr>
      <vt:lpstr>  Trusts Law  Week 1: Introduction to the trust  </vt:lpstr>
      <vt:lpstr>‘Reading’ (for) your Law Degree</vt:lpstr>
      <vt:lpstr> This week  </vt:lpstr>
      <vt:lpstr> Learning objectives this week  </vt:lpstr>
      <vt:lpstr> Ownership vs. property  </vt:lpstr>
      <vt:lpstr>Definition 1</vt:lpstr>
      <vt:lpstr>Definition 2</vt:lpstr>
      <vt:lpstr>The trust</vt:lpstr>
      <vt:lpstr>Legal vs. equitable</vt:lpstr>
      <vt:lpstr>Proprietary vs. obligational</vt:lpstr>
      <vt:lpstr>The trust compared to other legal arrangements</vt:lpstr>
      <vt:lpstr>Three types of trust</vt:lpstr>
      <vt:lpstr>A simple question</vt:lpstr>
      <vt:lpstr>The answer</vt:lpstr>
      <vt:lpstr>Recap</vt:lpstr>
      <vt:lpstr>Activity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Trusts Law  Week 1: Introduction to the trust  </dc:title>
  <dc:creator/>
  <cp:lastModifiedBy/>
  <cp:revision>5</cp:revision>
  <dcterms:created xsi:type="dcterms:W3CDTF">2019-10-15T09:50:24Z</dcterms:created>
  <dcterms:modified xsi:type="dcterms:W3CDTF">2024-10-07T09:39:16Z</dcterms:modified>
</cp:coreProperties>
</file>