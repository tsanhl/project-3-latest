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tags/tag2.xml" ContentType="application/vnd.openxmlformats-officedocument.presentationml.tags+xml"/>
  <Override PartName="/ppt/notesSlides/notesSlide3.xml" ContentType="application/vnd.openxmlformats-officedocument.presentationml.notesSlide+xml"/>
  <Override PartName="/ppt/tags/tag3.xml" ContentType="application/vnd.openxmlformats-officedocument.presentationml.tags+xml"/>
  <Override PartName="/ppt/notesSlides/notesSlide4.xml" ContentType="application/vnd.openxmlformats-officedocument.presentationml.notesSlide+xml"/>
  <Override PartName="/ppt/tags/tag4.xml" ContentType="application/vnd.openxmlformats-officedocument.presentationml.tags+xml"/>
  <Override PartName="/ppt/notesSlides/notesSlide5.xml" ContentType="application/vnd.openxmlformats-officedocument.presentationml.notesSlide+xml"/>
  <Override PartName="/ppt/tags/tag5.xml" ContentType="application/vnd.openxmlformats-officedocument.presentationml.tags+xml"/>
  <Override PartName="/ppt/notesSlides/notesSlide6.xml" ContentType="application/vnd.openxmlformats-officedocument.presentationml.notesSlide+xml"/>
  <Override PartName="/ppt/tags/tag6.xml" ContentType="application/vnd.openxmlformats-officedocument.presentationml.tags+xml"/>
  <Override PartName="/ppt/notesSlides/notesSlide7.xml" ContentType="application/vnd.openxmlformats-officedocument.presentationml.notesSlide+xml"/>
  <Override PartName="/ppt/tags/tag7.xml" ContentType="application/vnd.openxmlformats-officedocument.presentationml.tags+xml"/>
  <Override PartName="/ppt/notesSlides/notesSlide8.xml" ContentType="application/vnd.openxmlformats-officedocument.presentationml.notesSlide+xml"/>
  <Override PartName="/ppt/tags/tag8.xml" ContentType="application/vnd.openxmlformats-officedocument.presentationml.tags+xml"/>
  <Override PartName="/ppt/notesSlides/notesSlide9.xml" ContentType="application/vnd.openxmlformats-officedocument.presentationml.notesSlide+xml"/>
  <Override PartName="/ppt/tags/tag9.xml" ContentType="application/vnd.openxmlformats-officedocument.presentationml.tags+xml"/>
  <Override PartName="/ppt/notesSlides/notesSlide10.xml" ContentType="application/vnd.openxmlformats-officedocument.presentationml.notesSlide+xml"/>
  <Override PartName="/ppt/tags/tag10.xml" ContentType="application/vnd.openxmlformats-officedocument.presentationml.tags+xml"/>
  <Override PartName="/ppt/notesSlides/notesSlide11.xml" ContentType="application/vnd.openxmlformats-officedocument.presentationml.notesSlide+xml"/>
  <Override PartName="/ppt/tags/tag11.xml" ContentType="application/vnd.openxmlformats-officedocument.presentationml.tags+xml"/>
  <Override PartName="/ppt/notesSlides/notesSlide12.xml" ContentType="application/vnd.openxmlformats-officedocument.presentationml.notesSlide+xml"/>
  <Override PartName="/ppt/tags/tag12.xml" ContentType="application/vnd.openxmlformats-officedocument.presentationml.tags+xml"/>
  <Override PartName="/ppt/notesSlides/notesSlide13.xml" ContentType="application/vnd.openxmlformats-officedocument.presentationml.notesSlide+xml"/>
  <Override PartName="/ppt/tags/tag13.xml" ContentType="application/vnd.openxmlformats-officedocument.presentationml.tag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ags/tag14.xml" ContentType="application/vnd.openxmlformats-officedocument.presentationml.tags+xml"/>
  <Override PartName="/ppt/notesSlides/notesSlide16.xml" ContentType="application/vnd.openxmlformats-officedocument.presentationml.notesSlide+xml"/>
  <Override PartName="/ppt/tags/tag15.xml" ContentType="application/vnd.openxmlformats-officedocument.presentationml.tags+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20"/>
  </p:notesMasterIdLst>
  <p:handoutMasterIdLst>
    <p:handoutMasterId r:id="rId21"/>
  </p:handoutMasterIdLst>
  <p:sldIdLst>
    <p:sldId id="274" r:id="rId2"/>
    <p:sldId id="317" r:id="rId3"/>
    <p:sldId id="313" r:id="rId4"/>
    <p:sldId id="314" r:id="rId5"/>
    <p:sldId id="318" r:id="rId6"/>
    <p:sldId id="322" r:id="rId7"/>
    <p:sldId id="325" r:id="rId8"/>
    <p:sldId id="323" r:id="rId9"/>
    <p:sldId id="315" r:id="rId10"/>
    <p:sldId id="324" r:id="rId11"/>
    <p:sldId id="326" r:id="rId12"/>
    <p:sldId id="319" r:id="rId13"/>
    <p:sldId id="316" r:id="rId14"/>
    <p:sldId id="329" r:id="rId15"/>
    <p:sldId id="331" r:id="rId16"/>
    <p:sldId id="320" r:id="rId17"/>
    <p:sldId id="327" r:id="rId18"/>
    <p:sldId id="328" r:id="rId19"/>
  </p:sldIdLst>
  <p:sldSz cx="9144000" cy="6858000" type="screen4x3"/>
  <p:notesSz cx="6797675" cy="9928225"/>
  <p:defaultTextStyle>
    <a:defPPr>
      <a:defRPr lang="en-GB"/>
    </a:defPPr>
    <a:lvl1pPr algn="l" rtl="0" eaLnBrk="0" fontAlgn="base" hangingPunct="0">
      <a:spcBef>
        <a:spcPct val="0"/>
      </a:spcBef>
      <a:spcAft>
        <a:spcPct val="0"/>
      </a:spcAft>
      <a:defRPr sz="2400" kern="1200">
        <a:solidFill>
          <a:schemeClr val="tx1"/>
        </a:solidFill>
        <a:latin typeface="Times"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pitchFamily="18" charset="0"/>
        <a:ea typeface="+mn-ea"/>
        <a:cs typeface="+mn-cs"/>
      </a:defRPr>
    </a:lvl5pPr>
    <a:lvl6pPr marL="2286000" algn="l" defTabSz="914400" rtl="0" eaLnBrk="1" latinLnBrk="0" hangingPunct="1">
      <a:defRPr sz="2400" kern="1200">
        <a:solidFill>
          <a:schemeClr val="tx1"/>
        </a:solidFill>
        <a:latin typeface="Times" pitchFamily="18" charset="0"/>
        <a:ea typeface="+mn-ea"/>
        <a:cs typeface="+mn-cs"/>
      </a:defRPr>
    </a:lvl6pPr>
    <a:lvl7pPr marL="2743200" algn="l" defTabSz="914400" rtl="0" eaLnBrk="1" latinLnBrk="0" hangingPunct="1">
      <a:defRPr sz="2400" kern="1200">
        <a:solidFill>
          <a:schemeClr val="tx1"/>
        </a:solidFill>
        <a:latin typeface="Times" pitchFamily="18" charset="0"/>
        <a:ea typeface="+mn-ea"/>
        <a:cs typeface="+mn-cs"/>
      </a:defRPr>
    </a:lvl7pPr>
    <a:lvl8pPr marL="3200400" algn="l" defTabSz="914400" rtl="0" eaLnBrk="1" latinLnBrk="0" hangingPunct="1">
      <a:defRPr sz="2400" kern="1200">
        <a:solidFill>
          <a:schemeClr val="tx1"/>
        </a:solidFill>
        <a:latin typeface="Times" pitchFamily="18" charset="0"/>
        <a:ea typeface="+mn-ea"/>
        <a:cs typeface="+mn-cs"/>
      </a:defRPr>
    </a:lvl8pPr>
    <a:lvl9pPr marL="3657600" algn="l" defTabSz="914400" rtl="0" eaLnBrk="1" latinLnBrk="0" hangingPunct="1">
      <a:defRPr sz="2400" kern="1200">
        <a:solidFill>
          <a:schemeClr val="tx1"/>
        </a:solidFill>
        <a:latin typeface="Times"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27">
          <p15:clr>
            <a:srgbClr val="A4A3A4"/>
          </p15:clr>
        </p15:guide>
        <p15:guide id="2" pos="214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2" scaleToFitPaper="1" frameSlides="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33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191"/>
    <p:restoredTop sz="64354" autoAdjust="0"/>
  </p:normalViewPr>
  <p:slideViewPr>
    <p:cSldViewPr>
      <p:cViewPr varScale="1">
        <p:scale>
          <a:sx n="80" d="100"/>
          <a:sy n="80" d="100"/>
        </p:scale>
        <p:origin x="3384" y="17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4" d="100"/>
          <a:sy n="54" d="100"/>
        </p:scale>
        <p:origin x="-1152" y="-102"/>
      </p:cViewPr>
      <p:guideLst>
        <p:guide orient="horz" pos="3127"/>
        <p:guide pos="2141"/>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68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49688" y="0"/>
            <a:ext cx="2946400" cy="496888"/>
          </a:xfrm>
          <a:prstGeom prst="rect">
            <a:avLst/>
          </a:prstGeom>
        </p:spPr>
        <p:txBody>
          <a:bodyPr vert="horz" lIns="91440" tIns="45720" rIns="91440" bIns="45720" rtlCol="0"/>
          <a:lstStyle>
            <a:lvl1pPr algn="r">
              <a:defRPr sz="1200"/>
            </a:lvl1pPr>
          </a:lstStyle>
          <a:p>
            <a:fld id="{229D8A62-74C2-5242-9BD3-050EC3555325}" type="datetimeFigureOut">
              <a:rPr lang="en-US" smtClean="0"/>
              <a:t>1/30/25</a:t>
            </a:fld>
            <a:endParaRPr lang="en-US"/>
          </a:p>
        </p:txBody>
      </p:sp>
      <p:sp>
        <p:nvSpPr>
          <p:cNvPr id="4" name="Footer Placeholder 3"/>
          <p:cNvSpPr>
            <a:spLocks noGrp="1"/>
          </p:cNvSpPr>
          <p:nvPr>
            <p:ph type="ftr" sz="quarter" idx="2"/>
          </p:nvPr>
        </p:nvSpPr>
        <p:spPr>
          <a:xfrm>
            <a:off x="0" y="9429750"/>
            <a:ext cx="2946400" cy="496888"/>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49688" y="9429750"/>
            <a:ext cx="2946400" cy="496888"/>
          </a:xfrm>
          <a:prstGeom prst="rect">
            <a:avLst/>
          </a:prstGeom>
        </p:spPr>
        <p:txBody>
          <a:bodyPr vert="horz" lIns="91440" tIns="45720" rIns="91440" bIns="45720" rtlCol="0" anchor="b"/>
          <a:lstStyle>
            <a:lvl1pPr algn="r">
              <a:defRPr sz="1200"/>
            </a:lvl1pPr>
          </a:lstStyle>
          <a:p>
            <a:fld id="{D2C4F2BC-F496-DB48-8E0C-0CAC888D8F05}" type="slidenum">
              <a:rPr lang="en-US" smtClean="0"/>
              <a:t>‹#›</a:t>
            </a:fld>
            <a:endParaRPr lang="en-US"/>
          </a:p>
        </p:txBody>
      </p:sp>
    </p:spTree>
    <p:extLst>
      <p:ext uri="{BB962C8B-B14F-4D97-AF65-F5344CB8AC3E}">
        <p14:creationId xmlns:p14="http://schemas.microsoft.com/office/powerpoint/2010/main" val="275883651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578" name="Rectangle 2"/>
          <p:cNvSpPr>
            <a:spLocks noGrp="1" noChangeArrowheads="1"/>
          </p:cNvSpPr>
          <p:nvPr>
            <p:ph type="hdr" sz="quarter"/>
          </p:nvPr>
        </p:nvSpPr>
        <p:spPr bwMode="auto">
          <a:xfrm>
            <a:off x="0" y="0"/>
            <a:ext cx="2945659" cy="49641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GB"/>
          </a:p>
        </p:txBody>
      </p:sp>
      <p:sp>
        <p:nvSpPr>
          <p:cNvPr id="24579" name="Rectangle 3"/>
          <p:cNvSpPr>
            <a:spLocks noGrp="1" noChangeArrowheads="1"/>
          </p:cNvSpPr>
          <p:nvPr>
            <p:ph type="dt" idx="1"/>
          </p:nvPr>
        </p:nvSpPr>
        <p:spPr bwMode="auto">
          <a:xfrm>
            <a:off x="3850443" y="0"/>
            <a:ext cx="2945659" cy="49641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GB"/>
          </a:p>
        </p:txBody>
      </p:sp>
      <p:sp>
        <p:nvSpPr>
          <p:cNvPr id="12292" name="Rectangle 4"/>
          <p:cNvSpPr>
            <a:spLocks noGrp="1" noRot="1" noChangeAspect="1" noChangeArrowheads="1" noTextEdit="1"/>
          </p:cNvSpPr>
          <p:nvPr>
            <p:ph type="sldImg" idx="2"/>
          </p:nvPr>
        </p:nvSpPr>
        <p:spPr bwMode="auto">
          <a:xfrm>
            <a:off x="917575" y="744538"/>
            <a:ext cx="4962525" cy="3722687"/>
          </a:xfrm>
          <a:prstGeom prst="rect">
            <a:avLst/>
          </a:prstGeom>
          <a:noFill/>
          <a:ln w="9525">
            <a:solidFill>
              <a:srgbClr val="000000"/>
            </a:solidFill>
            <a:miter lim="800000"/>
            <a:headEnd/>
            <a:tailEnd/>
          </a:ln>
          <a:extLst>
            <a:ext uri="{909E8E84-426E-40dd-AFC4-6F175D3DCCD1}">
              <a14:hiddenFill xmlns="" xmlns:a14="http://schemas.microsoft.com/office/drawing/2010/main">
                <a:solidFill>
                  <a:srgbClr val="FFFFFF"/>
                </a:solidFill>
              </a14:hiddenFill>
            </a:ext>
          </a:extLst>
        </p:spPr>
      </p:sp>
      <p:sp>
        <p:nvSpPr>
          <p:cNvPr id="24581" name="Rectangle 5"/>
          <p:cNvSpPr>
            <a:spLocks noGrp="1" noChangeArrowheads="1"/>
          </p:cNvSpPr>
          <p:nvPr>
            <p:ph type="body" sz="quarter" idx="3"/>
          </p:nvPr>
        </p:nvSpPr>
        <p:spPr bwMode="auto">
          <a:xfrm>
            <a:off x="679768" y="4715907"/>
            <a:ext cx="5438140" cy="446770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24582" name="Rectangle 6"/>
          <p:cNvSpPr>
            <a:spLocks noGrp="1" noChangeArrowheads="1"/>
          </p:cNvSpPr>
          <p:nvPr>
            <p:ph type="ftr" sz="quarter" idx="4"/>
          </p:nvPr>
        </p:nvSpPr>
        <p:spPr bwMode="auto">
          <a:xfrm>
            <a:off x="0" y="9430091"/>
            <a:ext cx="2945659" cy="496411"/>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GB"/>
          </a:p>
        </p:txBody>
      </p:sp>
      <p:sp>
        <p:nvSpPr>
          <p:cNvPr id="24583" name="Rectangle 7"/>
          <p:cNvSpPr>
            <a:spLocks noGrp="1" noChangeArrowheads="1"/>
          </p:cNvSpPr>
          <p:nvPr>
            <p:ph type="sldNum" sz="quarter" idx="5"/>
          </p:nvPr>
        </p:nvSpPr>
        <p:spPr bwMode="auto">
          <a:xfrm>
            <a:off x="3850443" y="9430091"/>
            <a:ext cx="2945659" cy="496411"/>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242D98AC-6B06-4B79-949D-9F6CB8A1B058}" type="slidenum">
              <a:rPr lang="en-GB"/>
              <a:pPr>
                <a:defRPr/>
              </a:pPr>
              <a:t>‹#›</a:t>
            </a:fld>
            <a:endParaRPr lang="en-GB"/>
          </a:p>
        </p:txBody>
      </p:sp>
    </p:spTree>
    <p:extLst>
      <p:ext uri="{BB962C8B-B14F-4D97-AF65-F5344CB8AC3E}">
        <p14:creationId xmlns:p14="http://schemas.microsoft.com/office/powerpoint/2010/main" val="214227927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dirty="0">
                <a:sym typeface="Wingdings" panose="05000000000000000000" pitchFamily="2" charset="2"/>
              </a:rPr>
              <a:t>’</a:t>
            </a:r>
          </a:p>
          <a:p>
            <a:endParaRPr lang="en-GB" dirty="0"/>
          </a:p>
        </p:txBody>
      </p:sp>
      <p:sp>
        <p:nvSpPr>
          <p:cNvPr id="4" name="Slide Number Placeholder 3"/>
          <p:cNvSpPr>
            <a:spLocks noGrp="1"/>
          </p:cNvSpPr>
          <p:nvPr>
            <p:ph type="sldNum" sz="quarter" idx="10"/>
          </p:nvPr>
        </p:nvSpPr>
        <p:spPr/>
        <p:txBody>
          <a:bodyPr/>
          <a:lstStyle/>
          <a:p>
            <a:pPr>
              <a:defRPr/>
            </a:pPr>
            <a:fld id="{242D98AC-6B06-4B79-949D-9F6CB8A1B058}" type="slidenum">
              <a:rPr lang="en-GB" smtClean="0"/>
              <a:pPr>
                <a:defRPr/>
              </a:pPr>
              <a:t>1</a:t>
            </a:fld>
            <a:endParaRPr lang="en-GB"/>
          </a:p>
        </p:txBody>
      </p:sp>
    </p:spTree>
    <p:extLst>
      <p:ext uri="{BB962C8B-B14F-4D97-AF65-F5344CB8AC3E}">
        <p14:creationId xmlns:p14="http://schemas.microsoft.com/office/powerpoint/2010/main" val="20204298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pPr>
              <a:defRPr/>
            </a:pPr>
            <a:fld id="{242D98AC-6B06-4B79-949D-9F6CB8A1B058}" type="slidenum">
              <a:rPr lang="en-GB" smtClean="0"/>
              <a:pPr>
                <a:defRPr/>
              </a:pPr>
              <a:t>2</a:t>
            </a:fld>
            <a:endParaRPr lang="en-GB"/>
          </a:p>
        </p:txBody>
      </p:sp>
    </p:spTree>
    <p:extLst>
      <p:ext uri="{BB962C8B-B14F-4D97-AF65-F5344CB8AC3E}">
        <p14:creationId xmlns:p14="http://schemas.microsoft.com/office/powerpoint/2010/main" val="14656329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30723" name="Notes Placeholder 2"/>
          <p:cNvSpPr>
            <a:spLocks noGrp="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GB" altLang="x-none" baseline="0" dirty="0"/>
          </a:p>
        </p:txBody>
      </p:sp>
      <p:sp>
        <p:nvSpPr>
          <p:cNvPr id="30724" name="Slide Number Placeholder 3"/>
          <p:cNvSpPr>
            <a:spLocks noGrp="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128"/>
              </a:defRPr>
            </a:lvl1pPr>
            <a:lvl2pPr marL="37931725" indent="-37474525" eaLnBrk="0" hangingPunct="0">
              <a:defRPr sz="2400">
                <a:solidFill>
                  <a:schemeClr val="tx1"/>
                </a:solidFill>
                <a:latin typeface="Arial" charset="0"/>
                <a:ea typeface="ＭＳ Ｐゴシック" charset="-128"/>
              </a:defRPr>
            </a:lvl2pPr>
            <a:lvl3pPr eaLnBrk="0" hangingPunct="0">
              <a:defRPr sz="2400">
                <a:solidFill>
                  <a:schemeClr val="tx1"/>
                </a:solidFill>
                <a:latin typeface="Arial" charset="0"/>
                <a:ea typeface="ＭＳ Ｐゴシック" charset="-128"/>
              </a:defRPr>
            </a:lvl3pPr>
            <a:lvl4pPr eaLnBrk="0" hangingPunct="0">
              <a:defRPr sz="2400">
                <a:solidFill>
                  <a:schemeClr val="tx1"/>
                </a:solidFill>
                <a:latin typeface="Arial" charset="0"/>
                <a:ea typeface="ＭＳ Ｐゴシック" charset="-128"/>
              </a:defRPr>
            </a:lvl4pPr>
            <a:lvl5pPr eaLnBrk="0" hangingPunct="0">
              <a:defRPr sz="2400">
                <a:solidFill>
                  <a:schemeClr val="tx1"/>
                </a:solidFill>
                <a:latin typeface="Arial" charset="0"/>
                <a:ea typeface="ＭＳ Ｐゴシック" charset="-128"/>
              </a:defRPr>
            </a:lvl5pPr>
            <a:lvl6pPr marL="457200" eaLnBrk="0" fontAlgn="base" hangingPunct="0">
              <a:spcBef>
                <a:spcPct val="0"/>
              </a:spcBef>
              <a:spcAft>
                <a:spcPct val="0"/>
              </a:spcAft>
              <a:defRPr sz="2400">
                <a:solidFill>
                  <a:schemeClr val="tx1"/>
                </a:solidFill>
                <a:latin typeface="Arial" charset="0"/>
                <a:ea typeface="ＭＳ Ｐゴシック" charset="-128"/>
              </a:defRPr>
            </a:lvl6pPr>
            <a:lvl7pPr marL="914400" eaLnBrk="0" fontAlgn="base" hangingPunct="0">
              <a:spcBef>
                <a:spcPct val="0"/>
              </a:spcBef>
              <a:spcAft>
                <a:spcPct val="0"/>
              </a:spcAft>
              <a:defRPr sz="2400">
                <a:solidFill>
                  <a:schemeClr val="tx1"/>
                </a:solidFill>
                <a:latin typeface="Arial" charset="0"/>
                <a:ea typeface="ＭＳ Ｐゴシック" charset="-128"/>
              </a:defRPr>
            </a:lvl7pPr>
            <a:lvl8pPr marL="1371600" eaLnBrk="0" fontAlgn="base" hangingPunct="0">
              <a:spcBef>
                <a:spcPct val="0"/>
              </a:spcBef>
              <a:spcAft>
                <a:spcPct val="0"/>
              </a:spcAft>
              <a:defRPr sz="2400">
                <a:solidFill>
                  <a:schemeClr val="tx1"/>
                </a:solidFill>
                <a:latin typeface="Arial" charset="0"/>
                <a:ea typeface="ＭＳ Ｐゴシック" charset="-128"/>
              </a:defRPr>
            </a:lvl8pPr>
            <a:lvl9pPr marL="18288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fld id="{0C37ADBC-348E-4A45-9DCF-ADC37F5568F0}" type="slidenum">
              <a:rPr lang="en-US" altLang="x-none" sz="1200"/>
              <a:pPr eaLnBrk="1" hangingPunct="1"/>
              <a:t>3</a:t>
            </a:fld>
            <a:endParaRPr lang="en-US" altLang="x-none" sz="1200"/>
          </a:p>
        </p:txBody>
      </p:sp>
    </p:spTree>
    <p:extLst>
      <p:ext uri="{BB962C8B-B14F-4D97-AF65-F5344CB8AC3E}">
        <p14:creationId xmlns:p14="http://schemas.microsoft.com/office/powerpoint/2010/main" val="16265197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32771" name="Notes Placeholder 2"/>
          <p:cNvSpPr>
            <a:spLocks noGrp="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sz="1200" kern="1200" dirty="0">
              <a:solidFill>
                <a:schemeClr val="tx1"/>
              </a:solidFill>
              <a:effectLst/>
              <a:latin typeface="Times" pitchFamily="18" charset="0"/>
              <a:ea typeface="+mn-ea"/>
              <a:cs typeface="+mn-cs"/>
            </a:endParaRPr>
          </a:p>
        </p:txBody>
      </p:sp>
      <p:sp>
        <p:nvSpPr>
          <p:cNvPr id="32772" name="Slide Number Placeholder 3"/>
          <p:cNvSpPr>
            <a:spLocks noGrp="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128"/>
              </a:defRPr>
            </a:lvl1pPr>
            <a:lvl2pPr marL="37931725" indent="-37474525" eaLnBrk="0" hangingPunct="0">
              <a:defRPr sz="2400">
                <a:solidFill>
                  <a:schemeClr val="tx1"/>
                </a:solidFill>
                <a:latin typeface="Arial" charset="0"/>
                <a:ea typeface="ＭＳ Ｐゴシック" charset="-128"/>
              </a:defRPr>
            </a:lvl2pPr>
            <a:lvl3pPr eaLnBrk="0" hangingPunct="0">
              <a:defRPr sz="2400">
                <a:solidFill>
                  <a:schemeClr val="tx1"/>
                </a:solidFill>
                <a:latin typeface="Arial" charset="0"/>
                <a:ea typeface="ＭＳ Ｐゴシック" charset="-128"/>
              </a:defRPr>
            </a:lvl3pPr>
            <a:lvl4pPr eaLnBrk="0" hangingPunct="0">
              <a:defRPr sz="2400">
                <a:solidFill>
                  <a:schemeClr val="tx1"/>
                </a:solidFill>
                <a:latin typeface="Arial" charset="0"/>
                <a:ea typeface="ＭＳ Ｐゴシック" charset="-128"/>
              </a:defRPr>
            </a:lvl4pPr>
            <a:lvl5pPr eaLnBrk="0" hangingPunct="0">
              <a:defRPr sz="2400">
                <a:solidFill>
                  <a:schemeClr val="tx1"/>
                </a:solidFill>
                <a:latin typeface="Arial" charset="0"/>
                <a:ea typeface="ＭＳ Ｐゴシック" charset="-128"/>
              </a:defRPr>
            </a:lvl5pPr>
            <a:lvl6pPr marL="457200" eaLnBrk="0" fontAlgn="base" hangingPunct="0">
              <a:spcBef>
                <a:spcPct val="0"/>
              </a:spcBef>
              <a:spcAft>
                <a:spcPct val="0"/>
              </a:spcAft>
              <a:defRPr sz="2400">
                <a:solidFill>
                  <a:schemeClr val="tx1"/>
                </a:solidFill>
                <a:latin typeface="Arial" charset="0"/>
                <a:ea typeface="ＭＳ Ｐゴシック" charset="-128"/>
              </a:defRPr>
            </a:lvl6pPr>
            <a:lvl7pPr marL="914400" eaLnBrk="0" fontAlgn="base" hangingPunct="0">
              <a:spcBef>
                <a:spcPct val="0"/>
              </a:spcBef>
              <a:spcAft>
                <a:spcPct val="0"/>
              </a:spcAft>
              <a:defRPr sz="2400">
                <a:solidFill>
                  <a:schemeClr val="tx1"/>
                </a:solidFill>
                <a:latin typeface="Arial" charset="0"/>
                <a:ea typeface="ＭＳ Ｐゴシック" charset="-128"/>
              </a:defRPr>
            </a:lvl7pPr>
            <a:lvl8pPr marL="1371600" eaLnBrk="0" fontAlgn="base" hangingPunct="0">
              <a:spcBef>
                <a:spcPct val="0"/>
              </a:spcBef>
              <a:spcAft>
                <a:spcPct val="0"/>
              </a:spcAft>
              <a:defRPr sz="2400">
                <a:solidFill>
                  <a:schemeClr val="tx1"/>
                </a:solidFill>
                <a:latin typeface="Arial" charset="0"/>
                <a:ea typeface="ＭＳ Ｐゴシック" charset="-128"/>
              </a:defRPr>
            </a:lvl8pPr>
            <a:lvl9pPr marL="18288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fld id="{49151702-B463-124F-AFAC-CEC157AC513D}" type="slidenum">
              <a:rPr lang="en-US" altLang="x-none" sz="1200"/>
              <a:pPr eaLnBrk="1" hangingPunct="1"/>
              <a:t>4</a:t>
            </a:fld>
            <a:endParaRPr lang="en-US" altLang="x-none" sz="1200"/>
          </a:p>
        </p:txBody>
      </p:sp>
    </p:spTree>
    <p:extLst>
      <p:ext uri="{BB962C8B-B14F-4D97-AF65-F5344CB8AC3E}">
        <p14:creationId xmlns:p14="http://schemas.microsoft.com/office/powerpoint/2010/main" val="10093512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fontAlgn="base">
              <a:buFontTx/>
              <a:buNone/>
            </a:pPr>
            <a:endParaRPr lang="en-US" sz="1200" b="0" i="0" kern="1200" dirty="0">
              <a:solidFill>
                <a:schemeClr val="tx1"/>
              </a:solidFill>
              <a:effectLst/>
              <a:latin typeface="Times" pitchFamily="18" charset="0"/>
              <a:ea typeface="+mn-ea"/>
              <a:cs typeface="+mn-cs"/>
            </a:endParaRPr>
          </a:p>
        </p:txBody>
      </p:sp>
      <p:sp>
        <p:nvSpPr>
          <p:cNvPr id="4" name="Slide Number Placeholder 3"/>
          <p:cNvSpPr>
            <a:spLocks noGrp="1"/>
          </p:cNvSpPr>
          <p:nvPr>
            <p:ph type="sldNum" sz="quarter" idx="10"/>
          </p:nvPr>
        </p:nvSpPr>
        <p:spPr/>
        <p:txBody>
          <a:bodyPr/>
          <a:lstStyle/>
          <a:p>
            <a:pPr>
              <a:defRPr/>
            </a:pPr>
            <a:fld id="{242D98AC-6B06-4B79-949D-9F6CB8A1B058}" type="slidenum">
              <a:rPr lang="en-GB" smtClean="0"/>
              <a:pPr>
                <a:defRPr/>
              </a:pPr>
              <a:t>5</a:t>
            </a:fld>
            <a:endParaRPr lang="en-GB"/>
          </a:p>
        </p:txBody>
      </p:sp>
    </p:spTree>
    <p:extLst>
      <p:ext uri="{BB962C8B-B14F-4D97-AF65-F5344CB8AC3E}">
        <p14:creationId xmlns:p14="http://schemas.microsoft.com/office/powerpoint/2010/main" val="2363384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fontAlgn="base">
              <a:buFontTx/>
              <a:buNone/>
            </a:pPr>
            <a:endParaRPr lang="en-US" sz="1200" b="0" i="0" kern="1200" dirty="0">
              <a:solidFill>
                <a:schemeClr val="tx1"/>
              </a:solidFill>
              <a:effectLst/>
              <a:latin typeface="Times" pitchFamily="18" charset="0"/>
              <a:ea typeface="+mn-ea"/>
              <a:cs typeface="+mn-cs"/>
            </a:endParaRPr>
          </a:p>
        </p:txBody>
      </p:sp>
      <p:sp>
        <p:nvSpPr>
          <p:cNvPr id="4" name="Slide Number Placeholder 3"/>
          <p:cNvSpPr>
            <a:spLocks noGrp="1"/>
          </p:cNvSpPr>
          <p:nvPr>
            <p:ph type="sldNum" sz="quarter" idx="10"/>
          </p:nvPr>
        </p:nvSpPr>
        <p:spPr/>
        <p:txBody>
          <a:bodyPr/>
          <a:lstStyle/>
          <a:p>
            <a:pPr>
              <a:defRPr/>
            </a:pPr>
            <a:fld id="{242D98AC-6B06-4B79-949D-9F6CB8A1B058}" type="slidenum">
              <a:rPr lang="en-GB" smtClean="0"/>
              <a:pPr>
                <a:defRPr/>
              </a:pPr>
              <a:t>6</a:t>
            </a:fld>
            <a:endParaRPr lang="en-GB"/>
          </a:p>
        </p:txBody>
      </p:sp>
    </p:spTree>
    <p:extLst>
      <p:ext uri="{BB962C8B-B14F-4D97-AF65-F5344CB8AC3E}">
        <p14:creationId xmlns:p14="http://schemas.microsoft.com/office/powerpoint/2010/main" val="11981326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fontAlgn="base">
              <a:buFontTx/>
              <a:buNone/>
            </a:pPr>
            <a:endParaRPr lang="en-US" sz="1200" b="0" i="0" kern="1200" dirty="0">
              <a:solidFill>
                <a:schemeClr val="tx1"/>
              </a:solidFill>
              <a:effectLst/>
              <a:latin typeface="Times" pitchFamily="18" charset="0"/>
              <a:ea typeface="+mn-ea"/>
              <a:cs typeface="+mn-cs"/>
            </a:endParaRPr>
          </a:p>
        </p:txBody>
      </p:sp>
      <p:sp>
        <p:nvSpPr>
          <p:cNvPr id="4" name="Slide Number Placeholder 3"/>
          <p:cNvSpPr>
            <a:spLocks noGrp="1"/>
          </p:cNvSpPr>
          <p:nvPr>
            <p:ph type="sldNum" sz="quarter" idx="10"/>
          </p:nvPr>
        </p:nvSpPr>
        <p:spPr/>
        <p:txBody>
          <a:bodyPr/>
          <a:lstStyle/>
          <a:p>
            <a:pPr>
              <a:defRPr/>
            </a:pPr>
            <a:fld id="{242D98AC-6B06-4B79-949D-9F6CB8A1B058}" type="slidenum">
              <a:rPr lang="en-GB" smtClean="0"/>
              <a:pPr>
                <a:defRPr/>
              </a:pPr>
              <a:t>7</a:t>
            </a:fld>
            <a:endParaRPr lang="en-GB"/>
          </a:p>
        </p:txBody>
      </p:sp>
    </p:spTree>
    <p:extLst>
      <p:ext uri="{BB962C8B-B14F-4D97-AF65-F5344CB8AC3E}">
        <p14:creationId xmlns:p14="http://schemas.microsoft.com/office/powerpoint/2010/main" val="1524295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fontAlgn="base">
              <a:buFontTx/>
              <a:buNone/>
            </a:pPr>
            <a:endParaRPr lang="en-US" sz="1200" b="0" i="0" kern="1200" dirty="0">
              <a:solidFill>
                <a:schemeClr val="tx1"/>
              </a:solidFill>
              <a:effectLst/>
              <a:latin typeface="Times" pitchFamily="18" charset="0"/>
              <a:ea typeface="+mn-ea"/>
              <a:cs typeface="+mn-cs"/>
            </a:endParaRPr>
          </a:p>
        </p:txBody>
      </p:sp>
      <p:sp>
        <p:nvSpPr>
          <p:cNvPr id="4" name="Slide Number Placeholder 3"/>
          <p:cNvSpPr>
            <a:spLocks noGrp="1"/>
          </p:cNvSpPr>
          <p:nvPr>
            <p:ph type="sldNum" sz="quarter" idx="10"/>
          </p:nvPr>
        </p:nvSpPr>
        <p:spPr/>
        <p:txBody>
          <a:bodyPr/>
          <a:lstStyle/>
          <a:p>
            <a:pPr>
              <a:defRPr/>
            </a:pPr>
            <a:fld id="{242D98AC-6B06-4B79-949D-9F6CB8A1B058}" type="slidenum">
              <a:rPr lang="en-GB" smtClean="0"/>
              <a:pPr>
                <a:defRPr/>
              </a:pPr>
              <a:t>8</a:t>
            </a:fld>
            <a:endParaRPr lang="en-GB"/>
          </a:p>
        </p:txBody>
      </p:sp>
    </p:spTree>
    <p:extLst>
      <p:ext uri="{BB962C8B-B14F-4D97-AF65-F5344CB8AC3E}">
        <p14:creationId xmlns:p14="http://schemas.microsoft.com/office/powerpoint/2010/main" val="25714823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34819" name="Notes Placeholder 2"/>
          <p:cNvSpPr>
            <a:spLocks noGrp="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GB" altLang="x-none" dirty="0"/>
          </a:p>
        </p:txBody>
      </p:sp>
      <p:sp>
        <p:nvSpPr>
          <p:cNvPr id="34820" name="Slide Number Placeholder 3"/>
          <p:cNvSpPr>
            <a:spLocks noGrp="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128"/>
              </a:defRPr>
            </a:lvl1pPr>
            <a:lvl2pPr marL="37931725" indent="-37474525" eaLnBrk="0" hangingPunct="0">
              <a:defRPr sz="2400">
                <a:solidFill>
                  <a:schemeClr val="tx1"/>
                </a:solidFill>
                <a:latin typeface="Arial" charset="0"/>
                <a:ea typeface="ＭＳ Ｐゴシック" charset="-128"/>
              </a:defRPr>
            </a:lvl2pPr>
            <a:lvl3pPr eaLnBrk="0" hangingPunct="0">
              <a:defRPr sz="2400">
                <a:solidFill>
                  <a:schemeClr val="tx1"/>
                </a:solidFill>
                <a:latin typeface="Arial" charset="0"/>
                <a:ea typeface="ＭＳ Ｐゴシック" charset="-128"/>
              </a:defRPr>
            </a:lvl3pPr>
            <a:lvl4pPr eaLnBrk="0" hangingPunct="0">
              <a:defRPr sz="2400">
                <a:solidFill>
                  <a:schemeClr val="tx1"/>
                </a:solidFill>
                <a:latin typeface="Arial" charset="0"/>
                <a:ea typeface="ＭＳ Ｐゴシック" charset="-128"/>
              </a:defRPr>
            </a:lvl4pPr>
            <a:lvl5pPr eaLnBrk="0" hangingPunct="0">
              <a:defRPr sz="2400">
                <a:solidFill>
                  <a:schemeClr val="tx1"/>
                </a:solidFill>
                <a:latin typeface="Arial" charset="0"/>
                <a:ea typeface="ＭＳ Ｐゴシック" charset="-128"/>
              </a:defRPr>
            </a:lvl5pPr>
            <a:lvl6pPr marL="457200" eaLnBrk="0" fontAlgn="base" hangingPunct="0">
              <a:spcBef>
                <a:spcPct val="0"/>
              </a:spcBef>
              <a:spcAft>
                <a:spcPct val="0"/>
              </a:spcAft>
              <a:defRPr sz="2400">
                <a:solidFill>
                  <a:schemeClr val="tx1"/>
                </a:solidFill>
                <a:latin typeface="Arial" charset="0"/>
                <a:ea typeface="ＭＳ Ｐゴシック" charset="-128"/>
              </a:defRPr>
            </a:lvl6pPr>
            <a:lvl7pPr marL="914400" eaLnBrk="0" fontAlgn="base" hangingPunct="0">
              <a:spcBef>
                <a:spcPct val="0"/>
              </a:spcBef>
              <a:spcAft>
                <a:spcPct val="0"/>
              </a:spcAft>
              <a:defRPr sz="2400">
                <a:solidFill>
                  <a:schemeClr val="tx1"/>
                </a:solidFill>
                <a:latin typeface="Arial" charset="0"/>
                <a:ea typeface="ＭＳ Ｐゴシック" charset="-128"/>
              </a:defRPr>
            </a:lvl7pPr>
            <a:lvl8pPr marL="1371600" eaLnBrk="0" fontAlgn="base" hangingPunct="0">
              <a:spcBef>
                <a:spcPct val="0"/>
              </a:spcBef>
              <a:spcAft>
                <a:spcPct val="0"/>
              </a:spcAft>
              <a:defRPr sz="2400">
                <a:solidFill>
                  <a:schemeClr val="tx1"/>
                </a:solidFill>
                <a:latin typeface="Arial" charset="0"/>
                <a:ea typeface="ＭＳ Ｐゴシック" charset="-128"/>
              </a:defRPr>
            </a:lvl8pPr>
            <a:lvl9pPr marL="18288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fld id="{F1F4CCEF-F7C4-0148-B022-C67836100B7E}" type="slidenum">
              <a:rPr lang="en-US" altLang="x-none" sz="1200"/>
              <a:pPr eaLnBrk="1" hangingPunct="1"/>
              <a:t>9</a:t>
            </a:fld>
            <a:endParaRPr lang="en-US" altLang="x-none" sz="1200"/>
          </a:p>
        </p:txBody>
      </p:sp>
    </p:spTree>
    <p:extLst>
      <p:ext uri="{BB962C8B-B14F-4D97-AF65-F5344CB8AC3E}">
        <p14:creationId xmlns:p14="http://schemas.microsoft.com/office/powerpoint/2010/main" val="890066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34819" name="Notes Placeholder 2"/>
          <p:cNvSpPr>
            <a:spLocks noGrp="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GB" altLang="x-none" dirty="0"/>
          </a:p>
        </p:txBody>
      </p:sp>
      <p:sp>
        <p:nvSpPr>
          <p:cNvPr id="34820" name="Slide Number Placeholder 3"/>
          <p:cNvSpPr>
            <a:spLocks noGrp="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128"/>
              </a:defRPr>
            </a:lvl1pPr>
            <a:lvl2pPr marL="37931725" indent="-37474525" eaLnBrk="0" hangingPunct="0">
              <a:defRPr sz="2400">
                <a:solidFill>
                  <a:schemeClr val="tx1"/>
                </a:solidFill>
                <a:latin typeface="Arial" charset="0"/>
                <a:ea typeface="ＭＳ Ｐゴシック" charset="-128"/>
              </a:defRPr>
            </a:lvl2pPr>
            <a:lvl3pPr eaLnBrk="0" hangingPunct="0">
              <a:defRPr sz="2400">
                <a:solidFill>
                  <a:schemeClr val="tx1"/>
                </a:solidFill>
                <a:latin typeface="Arial" charset="0"/>
                <a:ea typeface="ＭＳ Ｐゴシック" charset="-128"/>
              </a:defRPr>
            </a:lvl3pPr>
            <a:lvl4pPr eaLnBrk="0" hangingPunct="0">
              <a:defRPr sz="2400">
                <a:solidFill>
                  <a:schemeClr val="tx1"/>
                </a:solidFill>
                <a:latin typeface="Arial" charset="0"/>
                <a:ea typeface="ＭＳ Ｐゴシック" charset="-128"/>
              </a:defRPr>
            </a:lvl4pPr>
            <a:lvl5pPr eaLnBrk="0" hangingPunct="0">
              <a:defRPr sz="2400">
                <a:solidFill>
                  <a:schemeClr val="tx1"/>
                </a:solidFill>
                <a:latin typeface="Arial" charset="0"/>
                <a:ea typeface="ＭＳ Ｐゴシック" charset="-128"/>
              </a:defRPr>
            </a:lvl5pPr>
            <a:lvl6pPr marL="457200" eaLnBrk="0" fontAlgn="base" hangingPunct="0">
              <a:spcBef>
                <a:spcPct val="0"/>
              </a:spcBef>
              <a:spcAft>
                <a:spcPct val="0"/>
              </a:spcAft>
              <a:defRPr sz="2400">
                <a:solidFill>
                  <a:schemeClr val="tx1"/>
                </a:solidFill>
                <a:latin typeface="Arial" charset="0"/>
                <a:ea typeface="ＭＳ Ｐゴシック" charset="-128"/>
              </a:defRPr>
            </a:lvl6pPr>
            <a:lvl7pPr marL="914400" eaLnBrk="0" fontAlgn="base" hangingPunct="0">
              <a:spcBef>
                <a:spcPct val="0"/>
              </a:spcBef>
              <a:spcAft>
                <a:spcPct val="0"/>
              </a:spcAft>
              <a:defRPr sz="2400">
                <a:solidFill>
                  <a:schemeClr val="tx1"/>
                </a:solidFill>
                <a:latin typeface="Arial" charset="0"/>
                <a:ea typeface="ＭＳ Ｐゴシック" charset="-128"/>
              </a:defRPr>
            </a:lvl7pPr>
            <a:lvl8pPr marL="1371600" eaLnBrk="0" fontAlgn="base" hangingPunct="0">
              <a:spcBef>
                <a:spcPct val="0"/>
              </a:spcBef>
              <a:spcAft>
                <a:spcPct val="0"/>
              </a:spcAft>
              <a:defRPr sz="2400">
                <a:solidFill>
                  <a:schemeClr val="tx1"/>
                </a:solidFill>
                <a:latin typeface="Arial" charset="0"/>
                <a:ea typeface="ＭＳ Ｐゴシック" charset="-128"/>
              </a:defRPr>
            </a:lvl8pPr>
            <a:lvl9pPr marL="18288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fld id="{F1F4CCEF-F7C4-0148-B022-C67836100B7E}" type="slidenum">
              <a:rPr lang="en-US" altLang="x-none" sz="1200"/>
              <a:pPr eaLnBrk="1" hangingPunct="1"/>
              <a:t>10</a:t>
            </a:fld>
            <a:endParaRPr lang="en-US" altLang="x-none" sz="1200"/>
          </a:p>
        </p:txBody>
      </p:sp>
    </p:spTree>
    <p:extLst>
      <p:ext uri="{BB962C8B-B14F-4D97-AF65-F5344CB8AC3E}">
        <p14:creationId xmlns:p14="http://schemas.microsoft.com/office/powerpoint/2010/main" val="9277320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34819" name="Notes Placeholder 2"/>
          <p:cNvSpPr>
            <a:spLocks noGrp="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GB" altLang="x-none" dirty="0"/>
          </a:p>
        </p:txBody>
      </p:sp>
      <p:sp>
        <p:nvSpPr>
          <p:cNvPr id="34820" name="Slide Number Placeholder 3"/>
          <p:cNvSpPr>
            <a:spLocks noGrp="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128"/>
              </a:defRPr>
            </a:lvl1pPr>
            <a:lvl2pPr marL="37931725" indent="-37474525" eaLnBrk="0" hangingPunct="0">
              <a:defRPr sz="2400">
                <a:solidFill>
                  <a:schemeClr val="tx1"/>
                </a:solidFill>
                <a:latin typeface="Arial" charset="0"/>
                <a:ea typeface="ＭＳ Ｐゴシック" charset="-128"/>
              </a:defRPr>
            </a:lvl2pPr>
            <a:lvl3pPr eaLnBrk="0" hangingPunct="0">
              <a:defRPr sz="2400">
                <a:solidFill>
                  <a:schemeClr val="tx1"/>
                </a:solidFill>
                <a:latin typeface="Arial" charset="0"/>
                <a:ea typeface="ＭＳ Ｐゴシック" charset="-128"/>
              </a:defRPr>
            </a:lvl3pPr>
            <a:lvl4pPr eaLnBrk="0" hangingPunct="0">
              <a:defRPr sz="2400">
                <a:solidFill>
                  <a:schemeClr val="tx1"/>
                </a:solidFill>
                <a:latin typeface="Arial" charset="0"/>
                <a:ea typeface="ＭＳ Ｐゴシック" charset="-128"/>
              </a:defRPr>
            </a:lvl4pPr>
            <a:lvl5pPr eaLnBrk="0" hangingPunct="0">
              <a:defRPr sz="2400">
                <a:solidFill>
                  <a:schemeClr val="tx1"/>
                </a:solidFill>
                <a:latin typeface="Arial" charset="0"/>
                <a:ea typeface="ＭＳ Ｐゴシック" charset="-128"/>
              </a:defRPr>
            </a:lvl5pPr>
            <a:lvl6pPr marL="457200" eaLnBrk="0" fontAlgn="base" hangingPunct="0">
              <a:spcBef>
                <a:spcPct val="0"/>
              </a:spcBef>
              <a:spcAft>
                <a:spcPct val="0"/>
              </a:spcAft>
              <a:defRPr sz="2400">
                <a:solidFill>
                  <a:schemeClr val="tx1"/>
                </a:solidFill>
                <a:latin typeface="Arial" charset="0"/>
                <a:ea typeface="ＭＳ Ｐゴシック" charset="-128"/>
              </a:defRPr>
            </a:lvl6pPr>
            <a:lvl7pPr marL="914400" eaLnBrk="0" fontAlgn="base" hangingPunct="0">
              <a:spcBef>
                <a:spcPct val="0"/>
              </a:spcBef>
              <a:spcAft>
                <a:spcPct val="0"/>
              </a:spcAft>
              <a:defRPr sz="2400">
                <a:solidFill>
                  <a:schemeClr val="tx1"/>
                </a:solidFill>
                <a:latin typeface="Arial" charset="0"/>
                <a:ea typeface="ＭＳ Ｐゴシック" charset="-128"/>
              </a:defRPr>
            </a:lvl7pPr>
            <a:lvl8pPr marL="1371600" eaLnBrk="0" fontAlgn="base" hangingPunct="0">
              <a:spcBef>
                <a:spcPct val="0"/>
              </a:spcBef>
              <a:spcAft>
                <a:spcPct val="0"/>
              </a:spcAft>
              <a:defRPr sz="2400">
                <a:solidFill>
                  <a:schemeClr val="tx1"/>
                </a:solidFill>
                <a:latin typeface="Arial" charset="0"/>
                <a:ea typeface="ＭＳ Ｐゴシック" charset="-128"/>
              </a:defRPr>
            </a:lvl8pPr>
            <a:lvl9pPr marL="18288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fld id="{F1F4CCEF-F7C4-0148-B022-C67836100B7E}" type="slidenum">
              <a:rPr lang="en-US" altLang="x-none" sz="1200"/>
              <a:pPr eaLnBrk="1" hangingPunct="1"/>
              <a:t>11</a:t>
            </a:fld>
            <a:endParaRPr lang="en-US" altLang="x-none" sz="1200"/>
          </a:p>
        </p:txBody>
      </p:sp>
    </p:spTree>
    <p:extLst>
      <p:ext uri="{BB962C8B-B14F-4D97-AF65-F5344CB8AC3E}">
        <p14:creationId xmlns:p14="http://schemas.microsoft.com/office/powerpoint/2010/main" val="6865698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kern="1200" dirty="0">
              <a:solidFill>
                <a:schemeClr val="tx1"/>
              </a:solidFill>
              <a:effectLst/>
              <a:latin typeface="Times" pitchFamily="18" charset="0"/>
              <a:ea typeface="+mn-ea"/>
              <a:cs typeface="+mn-cs"/>
            </a:endParaRPr>
          </a:p>
        </p:txBody>
      </p:sp>
      <p:sp>
        <p:nvSpPr>
          <p:cNvPr id="4" name="Slide Number Placeholder 3"/>
          <p:cNvSpPr>
            <a:spLocks noGrp="1"/>
          </p:cNvSpPr>
          <p:nvPr>
            <p:ph type="sldNum" sz="quarter" idx="10"/>
          </p:nvPr>
        </p:nvSpPr>
        <p:spPr/>
        <p:txBody>
          <a:bodyPr/>
          <a:lstStyle/>
          <a:p>
            <a:pPr>
              <a:defRPr/>
            </a:pPr>
            <a:fld id="{242D98AC-6B06-4B79-949D-9F6CB8A1B058}" type="slidenum">
              <a:rPr lang="en-GB" smtClean="0"/>
              <a:pPr>
                <a:defRPr/>
              </a:pPr>
              <a:t>12</a:t>
            </a:fld>
            <a:endParaRPr lang="en-GB"/>
          </a:p>
        </p:txBody>
      </p:sp>
    </p:spTree>
    <p:extLst>
      <p:ext uri="{BB962C8B-B14F-4D97-AF65-F5344CB8AC3E}">
        <p14:creationId xmlns:p14="http://schemas.microsoft.com/office/powerpoint/2010/main" val="20170747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242D98AC-6B06-4B79-949D-9F6CB8A1B058}" type="slidenum">
              <a:rPr lang="en-GB" smtClean="0"/>
              <a:pPr>
                <a:defRPr/>
              </a:pPr>
              <a:t>13</a:t>
            </a:fld>
            <a:endParaRPr lang="en-GB"/>
          </a:p>
        </p:txBody>
      </p:sp>
    </p:spTree>
    <p:extLst>
      <p:ext uri="{BB962C8B-B14F-4D97-AF65-F5344CB8AC3E}">
        <p14:creationId xmlns:p14="http://schemas.microsoft.com/office/powerpoint/2010/main" val="9239785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242D98AC-6B06-4B79-949D-9F6CB8A1B058}" type="slidenum">
              <a:rPr lang="en-GB" smtClean="0"/>
              <a:pPr>
                <a:defRPr/>
              </a:pPr>
              <a:t>14</a:t>
            </a:fld>
            <a:endParaRPr lang="en-GB"/>
          </a:p>
        </p:txBody>
      </p:sp>
    </p:spTree>
    <p:extLst>
      <p:ext uri="{BB962C8B-B14F-4D97-AF65-F5344CB8AC3E}">
        <p14:creationId xmlns:p14="http://schemas.microsoft.com/office/powerpoint/2010/main" val="3456584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pPr>
              <a:defRPr/>
            </a:pPr>
            <a:fld id="{242D98AC-6B06-4B79-949D-9F6CB8A1B058}" type="slidenum">
              <a:rPr lang="en-GB" smtClean="0"/>
              <a:pPr>
                <a:defRPr/>
              </a:pPr>
              <a:t>16</a:t>
            </a:fld>
            <a:endParaRPr lang="en-GB"/>
          </a:p>
        </p:txBody>
      </p:sp>
    </p:spTree>
    <p:extLst>
      <p:ext uri="{BB962C8B-B14F-4D97-AF65-F5344CB8AC3E}">
        <p14:creationId xmlns:p14="http://schemas.microsoft.com/office/powerpoint/2010/main" val="27683546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pPr>
              <a:defRPr/>
            </a:pPr>
            <a:fld id="{242D98AC-6B06-4B79-949D-9F6CB8A1B058}" type="slidenum">
              <a:rPr lang="en-GB" smtClean="0"/>
              <a:pPr>
                <a:defRPr/>
              </a:pPr>
              <a:t>17</a:t>
            </a:fld>
            <a:endParaRPr lang="en-GB"/>
          </a:p>
        </p:txBody>
      </p:sp>
    </p:spTree>
    <p:extLst>
      <p:ext uri="{BB962C8B-B14F-4D97-AF65-F5344CB8AC3E}">
        <p14:creationId xmlns:p14="http://schemas.microsoft.com/office/powerpoint/2010/main" val="385385516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pPr>
              <a:defRPr/>
            </a:pPr>
            <a:fld id="{242D98AC-6B06-4B79-949D-9F6CB8A1B058}" type="slidenum">
              <a:rPr lang="en-GB" smtClean="0"/>
              <a:pPr>
                <a:defRPr/>
              </a:pPr>
              <a:t>18</a:t>
            </a:fld>
            <a:endParaRPr lang="en-GB"/>
          </a:p>
        </p:txBody>
      </p:sp>
    </p:spTree>
    <p:extLst>
      <p:ext uri="{BB962C8B-B14F-4D97-AF65-F5344CB8AC3E}">
        <p14:creationId xmlns:p14="http://schemas.microsoft.com/office/powerpoint/2010/main" val="139878022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7"/>
          <p:cNvSpPr>
            <a:spLocks noChangeArrowheads="1"/>
          </p:cNvSpPr>
          <p:nvPr userDrawn="1"/>
        </p:nvSpPr>
        <p:spPr bwMode="auto">
          <a:xfrm>
            <a:off x="0" y="0"/>
            <a:ext cx="9144000" cy="5516563"/>
          </a:xfrm>
          <a:prstGeom prst="rect">
            <a:avLst/>
          </a:prstGeom>
          <a:solidFill>
            <a:srgbClr val="663366"/>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pitchFamily="18" charset="0"/>
              </a:defRPr>
            </a:lvl1pPr>
            <a:lvl2pPr marL="742950" indent="-285750">
              <a:defRPr sz="2400">
                <a:solidFill>
                  <a:schemeClr val="tx1"/>
                </a:solidFill>
                <a:latin typeface="Times" pitchFamily="18" charset="0"/>
              </a:defRPr>
            </a:lvl2pPr>
            <a:lvl3pPr marL="1143000" indent="-228600">
              <a:defRPr sz="2400">
                <a:solidFill>
                  <a:schemeClr val="tx1"/>
                </a:solidFill>
                <a:latin typeface="Times" pitchFamily="18" charset="0"/>
              </a:defRPr>
            </a:lvl3pPr>
            <a:lvl4pPr marL="1600200" indent="-228600">
              <a:defRPr sz="2400">
                <a:solidFill>
                  <a:schemeClr val="tx1"/>
                </a:solidFill>
                <a:latin typeface="Times" pitchFamily="18" charset="0"/>
              </a:defRPr>
            </a:lvl4pPr>
            <a:lvl5pPr marL="2057400" indent="-228600">
              <a:defRPr sz="2400">
                <a:solidFill>
                  <a:schemeClr val="tx1"/>
                </a:solidFill>
                <a:latin typeface="Times" pitchFamily="18" charset="0"/>
              </a:defRPr>
            </a:lvl5pPr>
            <a:lvl6pPr marL="2514600" indent="-228600" eaLnBrk="0" fontAlgn="base" hangingPunct="0">
              <a:spcBef>
                <a:spcPct val="0"/>
              </a:spcBef>
              <a:spcAft>
                <a:spcPct val="0"/>
              </a:spcAft>
              <a:defRPr sz="2400">
                <a:solidFill>
                  <a:schemeClr val="tx1"/>
                </a:solidFill>
                <a:latin typeface="Times" pitchFamily="18" charset="0"/>
              </a:defRPr>
            </a:lvl6pPr>
            <a:lvl7pPr marL="2971800" indent="-228600" eaLnBrk="0" fontAlgn="base" hangingPunct="0">
              <a:spcBef>
                <a:spcPct val="0"/>
              </a:spcBef>
              <a:spcAft>
                <a:spcPct val="0"/>
              </a:spcAft>
              <a:defRPr sz="2400">
                <a:solidFill>
                  <a:schemeClr val="tx1"/>
                </a:solidFill>
                <a:latin typeface="Times" pitchFamily="18" charset="0"/>
              </a:defRPr>
            </a:lvl7pPr>
            <a:lvl8pPr marL="3429000" indent="-228600" eaLnBrk="0" fontAlgn="base" hangingPunct="0">
              <a:spcBef>
                <a:spcPct val="0"/>
              </a:spcBef>
              <a:spcAft>
                <a:spcPct val="0"/>
              </a:spcAft>
              <a:defRPr sz="2400">
                <a:solidFill>
                  <a:schemeClr val="tx1"/>
                </a:solidFill>
                <a:latin typeface="Times" pitchFamily="18" charset="0"/>
              </a:defRPr>
            </a:lvl8pPr>
            <a:lvl9pPr marL="3886200" indent="-228600" eaLnBrk="0" fontAlgn="base" hangingPunct="0">
              <a:spcBef>
                <a:spcPct val="0"/>
              </a:spcBef>
              <a:spcAft>
                <a:spcPct val="0"/>
              </a:spcAft>
              <a:defRPr sz="2400">
                <a:solidFill>
                  <a:schemeClr val="tx1"/>
                </a:solidFill>
                <a:latin typeface="Times" pitchFamily="18" charset="0"/>
              </a:defRPr>
            </a:lvl9pPr>
          </a:lstStyle>
          <a:p>
            <a:pPr algn="ctr">
              <a:defRPr/>
            </a:pPr>
            <a:endParaRPr lang="en-US" altLang="en-US">
              <a:solidFill>
                <a:srgbClr val="663366"/>
              </a:solidFill>
            </a:endParaRPr>
          </a:p>
        </p:txBody>
      </p:sp>
      <p:pic>
        <p:nvPicPr>
          <p:cNvPr id="5" name="Picture 8"/>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66700" y="5843588"/>
            <a:ext cx="1943100" cy="8620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203" name="Rectangle 11"/>
          <p:cNvSpPr>
            <a:spLocks noGrp="1" noChangeArrowheads="1"/>
          </p:cNvSpPr>
          <p:nvPr>
            <p:ph type="ctrTitle" sz="quarter"/>
          </p:nvPr>
        </p:nvSpPr>
        <p:spPr>
          <a:xfrm>
            <a:off x="755650" y="476250"/>
            <a:ext cx="7772400" cy="1470025"/>
          </a:xfrm>
        </p:spPr>
        <p:txBody>
          <a:bodyPr/>
          <a:lstStyle>
            <a:lvl1pPr>
              <a:defRPr>
                <a:solidFill>
                  <a:schemeClr val="bg1"/>
                </a:solidFill>
              </a:defRPr>
            </a:lvl1pPr>
          </a:lstStyle>
          <a:p>
            <a:r>
              <a:rPr lang="en-GB"/>
              <a:t>Click to edit Master title style</a:t>
            </a:r>
          </a:p>
        </p:txBody>
      </p:sp>
      <p:sp>
        <p:nvSpPr>
          <p:cNvPr id="8204" name="Rectangle 12"/>
          <p:cNvSpPr>
            <a:spLocks noGrp="1" noChangeArrowheads="1"/>
          </p:cNvSpPr>
          <p:nvPr>
            <p:ph type="subTitle" sz="quarter" idx="1"/>
          </p:nvPr>
        </p:nvSpPr>
        <p:spPr>
          <a:xfrm>
            <a:off x="827088" y="2420938"/>
            <a:ext cx="7561262" cy="1752600"/>
          </a:xfrm>
        </p:spPr>
        <p:txBody>
          <a:bodyPr/>
          <a:lstStyle>
            <a:lvl1pPr marL="0" indent="0">
              <a:defRPr b="1">
                <a:solidFill>
                  <a:schemeClr val="bg1"/>
                </a:solidFill>
              </a:defRPr>
            </a:lvl1pPr>
          </a:lstStyle>
          <a:p>
            <a:r>
              <a:rPr lang="en-GB"/>
              <a:t>Click to edit Master subtitle style</a:t>
            </a:r>
          </a:p>
        </p:txBody>
      </p:sp>
      <p:sp>
        <p:nvSpPr>
          <p:cNvPr id="6" name="Rectangle 6"/>
          <p:cNvSpPr>
            <a:spLocks noGrp="1" noChangeArrowheads="1"/>
          </p:cNvSpPr>
          <p:nvPr>
            <p:ph type="sldNum" sz="quarter" idx="10"/>
          </p:nvPr>
        </p:nvSpPr>
        <p:spPr>
          <a:xfrm>
            <a:off x="6553200" y="6245225"/>
            <a:ext cx="2133600" cy="476250"/>
          </a:xfrm>
        </p:spPr>
        <p:txBody>
          <a:bodyPr/>
          <a:lstStyle>
            <a:lvl1pPr>
              <a:defRPr/>
            </a:lvl1pPr>
          </a:lstStyle>
          <a:p>
            <a:pPr>
              <a:defRPr/>
            </a:pPr>
            <a:fld id="{F71726C1-1128-4479-BE45-4CD17A5EDFFA}" type="slidenum">
              <a:rPr lang="en-GB"/>
              <a:pPr>
                <a:defRPr/>
              </a:pPr>
              <a:t>‹#›</a:t>
            </a:fld>
            <a:endParaRPr lang="en-GB"/>
          </a:p>
        </p:txBody>
      </p:sp>
    </p:spTree>
    <p:extLst>
      <p:ext uri="{BB962C8B-B14F-4D97-AF65-F5344CB8AC3E}">
        <p14:creationId xmlns:p14="http://schemas.microsoft.com/office/powerpoint/2010/main" val="36323035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34C983E8-1028-4BC1-9CFE-648A544E8455}" type="slidenum">
              <a:rPr lang="en-GB"/>
              <a:pPr>
                <a:defRPr/>
              </a:pPr>
              <a:t>‹#›</a:t>
            </a:fld>
            <a:endParaRPr lang="en-GB"/>
          </a:p>
        </p:txBody>
      </p:sp>
    </p:spTree>
    <p:extLst>
      <p:ext uri="{BB962C8B-B14F-4D97-AF65-F5344CB8AC3E}">
        <p14:creationId xmlns:p14="http://schemas.microsoft.com/office/powerpoint/2010/main" val="8073786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A8B9E8DC-36F4-4970-9B12-3B0C0F30B5E3}" type="slidenum">
              <a:rPr lang="en-GB"/>
              <a:pPr>
                <a:defRPr/>
              </a:pPr>
              <a:t>‹#›</a:t>
            </a:fld>
            <a:endParaRPr lang="en-GB"/>
          </a:p>
        </p:txBody>
      </p:sp>
    </p:spTree>
    <p:extLst>
      <p:ext uri="{BB962C8B-B14F-4D97-AF65-F5344CB8AC3E}">
        <p14:creationId xmlns:p14="http://schemas.microsoft.com/office/powerpoint/2010/main" val="33776361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684213" y="1989138"/>
            <a:ext cx="3810000" cy="38163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6613" y="1989138"/>
            <a:ext cx="3810000" cy="38163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4"/>
          <p:cNvSpPr>
            <a:spLocks noGrp="1" noChangeArrowheads="1"/>
          </p:cNvSpPr>
          <p:nvPr>
            <p:ph type="dt" sz="half" idx="10"/>
          </p:nvPr>
        </p:nvSpPr>
        <p:spPr>
          <a:ln/>
        </p:spPr>
        <p:txBody>
          <a:bodyPr/>
          <a:lstStyle>
            <a:lvl1pPr>
              <a:defRPr/>
            </a:lvl1pPr>
          </a:lstStyle>
          <a:p>
            <a:pPr>
              <a:defRPr/>
            </a:pPr>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EFD4B6AE-D3EF-4CE1-BD2E-0DC8DE26E7EC}" type="slidenum">
              <a:rPr lang="en-GB"/>
              <a:pPr>
                <a:defRPr/>
              </a:pPr>
              <a:t>‹#›</a:t>
            </a:fld>
            <a:endParaRPr lang="en-GB"/>
          </a:p>
        </p:txBody>
      </p:sp>
    </p:spTree>
    <p:extLst>
      <p:ext uri="{BB962C8B-B14F-4D97-AF65-F5344CB8AC3E}">
        <p14:creationId xmlns:p14="http://schemas.microsoft.com/office/powerpoint/2010/main" val="14419398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Rectangle 4"/>
          <p:cNvSpPr>
            <a:spLocks noGrp="1" noChangeArrowheads="1"/>
          </p:cNvSpPr>
          <p:nvPr>
            <p:ph type="dt" sz="half" idx="10"/>
          </p:nvPr>
        </p:nvSpPr>
        <p:spPr>
          <a:ln/>
        </p:spPr>
        <p:txBody>
          <a:bodyPr/>
          <a:lstStyle>
            <a:lvl1pPr>
              <a:defRPr/>
            </a:lvl1pPr>
          </a:lstStyle>
          <a:p>
            <a:pPr>
              <a:defRPr/>
            </a:pPr>
            <a:endParaRPr lang="en-GB"/>
          </a:p>
        </p:txBody>
      </p:sp>
      <p:sp>
        <p:nvSpPr>
          <p:cNvPr id="8" name="Rectangle 5"/>
          <p:cNvSpPr>
            <a:spLocks noGrp="1" noChangeArrowheads="1"/>
          </p:cNvSpPr>
          <p:nvPr>
            <p:ph type="ftr" sz="quarter" idx="11"/>
          </p:nvPr>
        </p:nvSpPr>
        <p:spPr>
          <a:ln/>
        </p:spPr>
        <p:txBody>
          <a:bodyPr/>
          <a:lstStyle>
            <a:lvl1pPr>
              <a:defRPr/>
            </a:lvl1pPr>
          </a:lstStyle>
          <a:p>
            <a:pPr>
              <a:defRPr/>
            </a:pPr>
            <a:endParaRPr lang="en-GB"/>
          </a:p>
        </p:txBody>
      </p:sp>
      <p:sp>
        <p:nvSpPr>
          <p:cNvPr id="9" name="Rectangle 6"/>
          <p:cNvSpPr>
            <a:spLocks noGrp="1" noChangeArrowheads="1"/>
          </p:cNvSpPr>
          <p:nvPr>
            <p:ph type="sldNum" sz="quarter" idx="12"/>
          </p:nvPr>
        </p:nvSpPr>
        <p:spPr>
          <a:ln/>
        </p:spPr>
        <p:txBody>
          <a:bodyPr/>
          <a:lstStyle>
            <a:lvl1pPr>
              <a:defRPr/>
            </a:lvl1pPr>
          </a:lstStyle>
          <a:p>
            <a:pPr>
              <a:defRPr/>
            </a:pPr>
            <a:fld id="{B39FF88D-FF8B-4748-9EA9-7DC520BD5BA0}" type="slidenum">
              <a:rPr lang="en-GB"/>
              <a:pPr>
                <a:defRPr/>
              </a:pPr>
              <a:t>‹#›</a:t>
            </a:fld>
            <a:endParaRPr lang="en-GB"/>
          </a:p>
        </p:txBody>
      </p:sp>
    </p:spTree>
    <p:extLst>
      <p:ext uri="{BB962C8B-B14F-4D97-AF65-F5344CB8AC3E}">
        <p14:creationId xmlns:p14="http://schemas.microsoft.com/office/powerpoint/2010/main" val="26948031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4"/>
          <p:cNvSpPr>
            <a:spLocks noGrp="1" noChangeArrowheads="1"/>
          </p:cNvSpPr>
          <p:nvPr>
            <p:ph type="dt" sz="half" idx="10"/>
          </p:nvPr>
        </p:nvSpPr>
        <p:spPr>
          <a:ln/>
        </p:spPr>
        <p:txBody>
          <a:bodyPr/>
          <a:lstStyle>
            <a:lvl1pPr>
              <a:defRPr/>
            </a:lvl1pPr>
          </a:lstStyle>
          <a:p>
            <a:pPr>
              <a:defRPr/>
            </a:pPr>
            <a:endParaRPr lang="en-GB"/>
          </a:p>
        </p:txBody>
      </p:sp>
      <p:sp>
        <p:nvSpPr>
          <p:cNvPr id="4" name="Rectangle 5"/>
          <p:cNvSpPr>
            <a:spLocks noGrp="1" noChangeArrowheads="1"/>
          </p:cNvSpPr>
          <p:nvPr>
            <p:ph type="ftr" sz="quarter" idx="11"/>
          </p:nvPr>
        </p:nvSpPr>
        <p:spPr>
          <a:ln/>
        </p:spPr>
        <p:txBody>
          <a:bodyPr/>
          <a:lstStyle>
            <a:lvl1pPr>
              <a:defRPr/>
            </a:lvl1pPr>
          </a:lstStyle>
          <a:p>
            <a:pPr>
              <a:defRPr/>
            </a:pPr>
            <a:endParaRPr lang="en-GB"/>
          </a:p>
        </p:txBody>
      </p:sp>
      <p:sp>
        <p:nvSpPr>
          <p:cNvPr id="5" name="Rectangle 6"/>
          <p:cNvSpPr>
            <a:spLocks noGrp="1" noChangeArrowheads="1"/>
          </p:cNvSpPr>
          <p:nvPr>
            <p:ph type="sldNum" sz="quarter" idx="12"/>
          </p:nvPr>
        </p:nvSpPr>
        <p:spPr>
          <a:ln/>
        </p:spPr>
        <p:txBody>
          <a:bodyPr/>
          <a:lstStyle>
            <a:lvl1pPr>
              <a:defRPr/>
            </a:lvl1pPr>
          </a:lstStyle>
          <a:p>
            <a:pPr>
              <a:defRPr/>
            </a:pPr>
            <a:fld id="{88C4EA3E-64A1-4BE8-9E90-BCA1288A255F}" type="slidenum">
              <a:rPr lang="en-GB"/>
              <a:pPr>
                <a:defRPr/>
              </a:pPr>
              <a:t>‹#›</a:t>
            </a:fld>
            <a:endParaRPr lang="en-GB"/>
          </a:p>
        </p:txBody>
      </p:sp>
    </p:spTree>
    <p:extLst>
      <p:ext uri="{BB962C8B-B14F-4D97-AF65-F5344CB8AC3E}">
        <p14:creationId xmlns:p14="http://schemas.microsoft.com/office/powerpoint/2010/main" val="22787557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GB"/>
          </a:p>
        </p:txBody>
      </p:sp>
      <p:sp>
        <p:nvSpPr>
          <p:cNvPr id="3" name="Rectangle 5"/>
          <p:cNvSpPr>
            <a:spLocks noGrp="1" noChangeArrowheads="1"/>
          </p:cNvSpPr>
          <p:nvPr>
            <p:ph type="ftr" sz="quarter" idx="11"/>
          </p:nvPr>
        </p:nvSpPr>
        <p:spPr>
          <a:ln/>
        </p:spPr>
        <p:txBody>
          <a:bodyPr/>
          <a:lstStyle>
            <a:lvl1pPr>
              <a:defRPr/>
            </a:lvl1pPr>
          </a:lstStyle>
          <a:p>
            <a:pPr>
              <a:defRPr/>
            </a:pPr>
            <a:endParaRPr lang="en-GB"/>
          </a:p>
        </p:txBody>
      </p:sp>
      <p:sp>
        <p:nvSpPr>
          <p:cNvPr id="4" name="Rectangle 6"/>
          <p:cNvSpPr>
            <a:spLocks noGrp="1" noChangeArrowheads="1"/>
          </p:cNvSpPr>
          <p:nvPr>
            <p:ph type="sldNum" sz="quarter" idx="12"/>
          </p:nvPr>
        </p:nvSpPr>
        <p:spPr>
          <a:ln/>
        </p:spPr>
        <p:txBody>
          <a:bodyPr/>
          <a:lstStyle>
            <a:lvl1pPr>
              <a:defRPr/>
            </a:lvl1pPr>
          </a:lstStyle>
          <a:p>
            <a:pPr>
              <a:defRPr/>
            </a:pPr>
            <a:fld id="{244B6736-DFC6-43C1-895E-67B06B98272A}" type="slidenum">
              <a:rPr lang="en-GB"/>
              <a:pPr>
                <a:defRPr/>
              </a:pPr>
              <a:t>‹#›</a:t>
            </a:fld>
            <a:endParaRPr lang="en-GB"/>
          </a:p>
        </p:txBody>
      </p:sp>
    </p:spTree>
    <p:extLst>
      <p:ext uri="{BB962C8B-B14F-4D97-AF65-F5344CB8AC3E}">
        <p14:creationId xmlns:p14="http://schemas.microsoft.com/office/powerpoint/2010/main" val="4391994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24D35581-CF58-4CC2-91C4-5F75D839D234}" type="slidenum">
              <a:rPr lang="en-GB"/>
              <a:pPr>
                <a:defRPr/>
              </a:pPr>
              <a:t>‹#›</a:t>
            </a:fld>
            <a:endParaRPr lang="en-GB"/>
          </a:p>
        </p:txBody>
      </p:sp>
    </p:spTree>
    <p:extLst>
      <p:ext uri="{BB962C8B-B14F-4D97-AF65-F5344CB8AC3E}">
        <p14:creationId xmlns:p14="http://schemas.microsoft.com/office/powerpoint/2010/main" val="39651967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6C3362D1-CB0C-4683-8025-7FC8116F6589}" type="slidenum">
              <a:rPr lang="en-GB"/>
              <a:pPr>
                <a:defRPr/>
              </a:pPr>
              <a:t>‹#›</a:t>
            </a:fld>
            <a:endParaRPr lang="en-GB"/>
          </a:p>
        </p:txBody>
      </p:sp>
    </p:spTree>
    <p:extLst>
      <p:ext uri="{BB962C8B-B14F-4D97-AF65-F5344CB8AC3E}">
        <p14:creationId xmlns:p14="http://schemas.microsoft.com/office/powerpoint/2010/main" val="18909049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6CCDB42C-3168-40D0-B126-AAE104389456}" type="slidenum">
              <a:rPr lang="en-GB"/>
              <a:pPr>
                <a:defRPr/>
              </a:pPr>
              <a:t>‹#›</a:t>
            </a:fld>
            <a:endParaRPr lang="en-GB"/>
          </a:p>
        </p:txBody>
      </p:sp>
    </p:spTree>
    <p:extLst>
      <p:ext uri="{BB962C8B-B14F-4D97-AF65-F5344CB8AC3E}">
        <p14:creationId xmlns:p14="http://schemas.microsoft.com/office/powerpoint/2010/main" val="41006914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19588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684213" y="609600"/>
            <a:ext cx="5678487" cy="51958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49B049E5-00CC-42C8-9A2C-41186B9985CD}" type="slidenum">
              <a:rPr lang="en-GB"/>
              <a:pPr>
                <a:defRPr/>
              </a:pPr>
              <a:t>‹#›</a:t>
            </a:fld>
            <a:endParaRPr lang="en-GB"/>
          </a:p>
        </p:txBody>
      </p:sp>
    </p:spTree>
    <p:extLst>
      <p:ext uri="{BB962C8B-B14F-4D97-AF65-F5344CB8AC3E}">
        <p14:creationId xmlns:p14="http://schemas.microsoft.com/office/powerpoint/2010/main" val="36157697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7"/>
          <p:cNvSpPr>
            <a:spLocks noChangeArrowheads="1"/>
          </p:cNvSpPr>
          <p:nvPr userDrawn="1"/>
        </p:nvSpPr>
        <p:spPr bwMode="auto">
          <a:xfrm>
            <a:off x="0" y="0"/>
            <a:ext cx="9140825" cy="6873875"/>
          </a:xfrm>
          <a:prstGeom prst="rect">
            <a:avLst/>
          </a:prstGeom>
          <a:solidFill>
            <a:srgbClr val="663366"/>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pitchFamily="18" charset="0"/>
              </a:defRPr>
            </a:lvl1pPr>
            <a:lvl2pPr marL="742950" indent="-285750">
              <a:defRPr sz="2400">
                <a:solidFill>
                  <a:schemeClr val="tx1"/>
                </a:solidFill>
                <a:latin typeface="Times" pitchFamily="18" charset="0"/>
              </a:defRPr>
            </a:lvl2pPr>
            <a:lvl3pPr marL="1143000" indent="-228600">
              <a:defRPr sz="2400">
                <a:solidFill>
                  <a:schemeClr val="tx1"/>
                </a:solidFill>
                <a:latin typeface="Times" pitchFamily="18" charset="0"/>
              </a:defRPr>
            </a:lvl3pPr>
            <a:lvl4pPr marL="1600200" indent="-228600">
              <a:defRPr sz="2400">
                <a:solidFill>
                  <a:schemeClr val="tx1"/>
                </a:solidFill>
                <a:latin typeface="Times" pitchFamily="18" charset="0"/>
              </a:defRPr>
            </a:lvl4pPr>
            <a:lvl5pPr marL="2057400" indent="-228600">
              <a:defRPr sz="2400">
                <a:solidFill>
                  <a:schemeClr val="tx1"/>
                </a:solidFill>
                <a:latin typeface="Times" pitchFamily="18" charset="0"/>
              </a:defRPr>
            </a:lvl5pPr>
            <a:lvl6pPr marL="2514600" indent="-228600" eaLnBrk="0" fontAlgn="base" hangingPunct="0">
              <a:spcBef>
                <a:spcPct val="0"/>
              </a:spcBef>
              <a:spcAft>
                <a:spcPct val="0"/>
              </a:spcAft>
              <a:defRPr sz="2400">
                <a:solidFill>
                  <a:schemeClr val="tx1"/>
                </a:solidFill>
                <a:latin typeface="Times" pitchFamily="18" charset="0"/>
              </a:defRPr>
            </a:lvl6pPr>
            <a:lvl7pPr marL="2971800" indent="-228600" eaLnBrk="0" fontAlgn="base" hangingPunct="0">
              <a:spcBef>
                <a:spcPct val="0"/>
              </a:spcBef>
              <a:spcAft>
                <a:spcPct val="0"/>
              </a:spcAft>
              <a:defRPr sz="2400">
                <a:solidFill>
                  <a:schemeClr val="tx1"/>
                </a:solidFill>
                <a:latin typeface="Times" pitchFamily="18" charset="0"/>
              </a:defRPr>
            </a:lvl7pPr>
            <a:lvl8pPr marL="3429000" indent="-228600" eaLnBrk="0" fontAlgn="base" hangingPunct="0">
              <a:spcBef>
                <a:spcPct val="0"/>
              </a:spcBef>
              <a:spcAft>
                <a:spcPct val="0"/>
              </a:spcAft>
              <a:defRPr sz="2400">
                <a:solidFill>
                  <a:schemeClr val="tx1"/>
                </a:solidFill>
                <a:latin typeface="Times" pitchFamily="18" charset="0"/>
              </a:defRPr>
            </a:lvl8pPr>
            <a:lvl9pPr marL="3886200" indent="-228600" eaLnBrk="0" fontAlgn="base" hangingPunct="0">
              <a:spcBef>
                <a:spcPct val="0"/>
              </a:spcBef>
              <a:spcAft>
                <a:spcPct val="0"/>
              </a:spcAft>
              <a:defRPr sz="2400">
                <a:solidFill>
                  <a:schemeClr val="tx1"/>
                </a:solidFill>
                <a:latin typeface="Times" pitchFamily="18" charset="0"/>
              </a:defRPr>
            </a:lvl9pPr>
          </a:lstStyle>
          <a:p>
            <a:pPr algn="ctr">
              <a:defRPr/>
            </a:pPr>
            <a:r>
              <a:rPr lang="en-GB" altLang="en-US">
                <a:solidFill>
                  <a:srgbClr val="663366"/>
                </a:solidFill>
              </a:rPr>
              <a:t>∂</a:t>
            </a:r>
          </a:p>
        </p:txBody>
      </p:sp>
      <p:sp>
        <p:nvSpPr>
          <p:cNvPr id="1027" name="Rectangle 8"/>
          <p:cNvSpPr>
            <a:spLocks noChangeArrowheads="1"/>
          </p:cNvSpPr>
          <p:nvPr userDrawn="1"/>
        </p:nvSpPr>
        <p:spPr bwMode="auto">
          <a:xfrm>
            <a:off x="107950" y="107950"/>
            <a:ext cx="8924925" cy="6657975"/>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pitchFamily="18" charset="0"/>
              </a:defRPr>
            </a:lvl1pPr>
            <a:lvl2pPr marL="742950" indent="-285750">
              <a:defRPr sz="2400">
                <a:solidFill>
                  <a:schemeClr val="tx1"/>
                </a:solidFill>
                <a:latin typeface="Times" pitchFamily="18" charset="0"/>
              </a:defRPr>
            </a:lvl2pPr>
            <a:lvl3pPr marL="1143000" indent="-228600">
              <a:defRPr sz="2400">
                <a:solidFill>
                  <a:schemeClr val="tx1"/>
                </a:solidFill>
                <a:latin typeface="Times" pitchFamily="18" charset="0"/>
              </a:defRPr>
            </a:lvl3pPr>
            <a:lvl4pPr marL="1600200" indent="-228600">
              <a:defRPr sz="2400">
                <a:solidFill>
                  <a:schemeClr val="tx1"/>
                </a:solidFill>
                <a:latin typeface="Times" pitchFamily="18" charset="0"/>
              </a:defRPr>
            </a:lvl4pPr>
            <a:lvl5pPr marL="2057400" indent="-228600">
              <a:defRPr sz="2400">
                <a:solidFill>
                  <a:schemeClr val="tx1"/>
                </a:solidFill>
                <a:latin typeface="Times" pitchFamily="18" charset="0"/>
              </a:defRPr>
            </a:lvl5pPr>
            <a:lvl6pPr marL="2514600" indent="-228600" eaLnBrk="0" fontAlgn="base" hangingPunct="0">
              <a:spcBef>
                <a:spcPct val="0"/>
              </a:spcBef>
              <a:spcAft>
                <a:spcPct val="0"/>
              </a:spcAft>
              <a:defRPr sz="2400">
                <a:solidFill>
                  <a:schemeClr val="tx1"/>
                </a:solidFill>
                <a:latin typeface="Times" pitchFamily="18" charset="0"/>
              </a:defRPr>
            </a:lvl6pPr>
            <a:lvl7pPr marL="2971800" indent="-228600" eaLnBrk="0" fontAlgn="base" hangingPunct="0">
              <a:spcBef>
                <a:spcPct val="0"/>
              </a:spcBef>
              <a:spcAft>
                <a:spcPct val="0"/>
              </a:spcAft>
              <a:defRPr sz="2400">
                <a:solidFill>
                  <a:schemeClr val="tx1"/>
                </a:solidFill>
                <a:latin typeface="Times" pitchFamily="18" charset="0"/>
              </a:defRPr>
            </a:lvl7pPr>
            <a:lvl8pPr marL="3429000" indent="-228600" eaLnBrk="0" fontAlgn="base" hangingPunct="0">
              <a:spcBef>
                <a:spcPct val="0"/>
              </a:spcBef>
              <a:spcAft>
                <a:spcPct val="0"/>
              </a:spcAft>
              <a:defRPr sz="2400">
                <a:solidFill>
                  <a:schemeClr val="tx1"/>
                </a:solidFill>
                <a:latin typeface="Times" pitchFamily="18" charset="0"/>
              </a:defRPr>
            </a:lvl8pPr>
            <a:lvl9pPr marL="3886200" indent="-228600" eaLnBrk="0" fontAlgn="base" hangingPunct="0">
              <a:spcBef>
                <a:spcPct val="0"/>
              </a:spcBef>
              <a:spcAft>
                <a:spcPct val="0"/>
              </a:spcAft>
              <a:defRPr sz="2400">
                <a:solidFill>
                  <a:schemeClr val="tx1"/>
                </a:solidFill>
                <a:latin typeface="Times" pitchFamily="18" charset="0"/>
              </a:defRPr>
            </a:lvl9pPr>
          </a:lstStyle>
          <a:p>
            <a:pPr algn="ctr">
              <a:defRPr/>
            </a:pPr>
            <a:endParaRPr lang="en-US" altLang="en-US">
              <a:solidFill>
                <a:srgbClr val="663366"/>
              </a:solidFill>
            </a:endParaRPr>
          </a:p>
        </p:txBody>
      </p:sp>
      <p:sp>
        <p:nvSpPr>
          <p:cNvPr id="1028" name="Rectangle 2"/>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altLang="en-US"/>
              <a:t>Heading style</a:t>
            </a:r>
          </a:p>
        </p:txBody>
      </p:sp>
      <p:sp>
        <p:nvSpPr>
          <p:cNvPr id="1029" name="Rectangle 3"/>
          <p:cNvSpPr>
            <a:spLocks noGrp="1" noChangeArrowheads="1"/>
          </p:cNvSpPr>
          <p:nvPr>
            <p:ph type="body" idx="1"/>
          </p:nvPr>
        </p:nvSpPr>
        <p:spPr bwMode="auto">
          <a:xfrm>
            <a:off x="684213" y="1989138"/>
            <a:ext cx="7772400" cy="38163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GB" altLang="en-US"/>
              <a:t>Click to edit Master text styles</a:t>
            </a:r>
          </a:p>
          <a:p>
            <a:pPr lvl="1"/>
            <a:r>
              <a:rPr lang="en-GB" altLang="en-US"/>
              <a:t>Second level</a:t>
            </a:r>
          </a:p>
          <a:p>
            <a:pPr lvl="2"/>
            <a:r>
              <a:rPr lang="en-GB" altLang="en-US"/>
              <a:t>Third level</a:t>
            </a:r>
          </a:p>
          <a:p>
            <a:pPr lvl="3"/>
            <a:r>
              <a:rPr lang="en-GB" altLang="en-US"/>
              <a:t>Fourth level</a:t>
            </a:r>
          </a:p>
          <a:p>
            <a:pPr lvl="4"/>
            <a:r>
              <a:rPr lang="en-GB" altLang="en-US"/>
              <a:t>Fifth level</a:t>
            </a:r>
          </a:p>
        </p:txBody>
      </p:sp>
      <p:sp>
        <p:nvSpPr>
          <p:cNvPr id="2"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pPr>
              <a:defRPr/>
            </a:pPr>
            <a:endParaRPr lang="en-GB"/>
          </a:p>
        </p:txBody>
      </p:sp>
      <p:sp>
        <p:nvSpPr>
          <p:cNvPr id="3"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pPr>
              <a:defRPr/>
            </a:pPr>
            <a:endParaRPr lang="en-GB"/>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pPr>
              <a:defRPr/>
            </a:pPr>
            <a:fld id="{E12D67B0-B4C9-4845-85BE-85F4A7F9ABA9}" type="slidenum">
              <a:rPr lang="en-GB"/>
              <a:pPr>
                <a:defRPr/>
              </a:pPr>
              <a:t>‹#›</a:t>
            </a:fld>
            <a:endParaRPr lang="en-GB"/>
          </a:p>
        </p:txBody>
      </p:sp>
      <p:sp>
        <p:nvSpPr>
          <p:cNvPr id="1033" name="Rectangle 9"/>
          <p:cNvSpPr>
            <a:spLocks noChangeArrowheads="1"/>
          </p:cNvSpPr>
          <p:nvPr userDrawn="1"/>
        </p:nvSpPr>
        <p:spPr bwMode="auto">
          <a:xfrm>
            <a:off x="790575" y="611188"/>
            <a:ext cx="8024813" cy="1143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18" charset="0"/>
              </a:defRPr>
            </a:lvl1pPr>
            <a:lvl2pPr marL="742950" indent="-285750">
              <a:defRPr sz="2400">
                <a:solidFill>
                  <a:schemeClr val="tx1"/>
                </a:solidFill>
                <a:latin typeface="Times" pitchFamily="18" charset="0"/>
              </a:defRPr>
            </a:lvl2pPr>
            <a:lvl3pPr marL="1143000" indent="-228600">
              <a:defRPr sz="2400">
                <a:solidFill>
                  <a:schemeClr val="tx1"/>
                </a:solidFill>
                <a:latin typeface="Times" pitchFamily="18" charset="0"/>
              </a:defRPr>
            </a:lvl3pPr>
            <a:lvl4pPr marL="1600200" indent="-228600">
              <a:defRPr sz="2400">
                <a:solidFill>
                  <a:schemeClr val="tx1"/>
                </a:solidFill>
                <a:latin typeface="Times" pitchFamily="18" charset="0"/>
              </a:defRPr>
            </a:lvl4pPr>
            <a:lvl5pPr marL="2057400" indent="-228600">
              <a:defRPr sz="2400">
                <a:solidFill>
                  <a:schemeClr val="tx1"/>
                </a:solidFill>
                <a:latin typeface="Times" pitchFamily="18" charset="0"/>
              </a:defRPr>
            </a:lvl5pPr>
            <a:lvl6pPr marL="2514600" indent="-228600" eaLnBrk="0" fontAlgn="base" hangingPunct="0">
              <a:spcBef>
                <a:spcPct val="0"/>
              </a:spcBef>
              <a:spcAft>
                <a:spcPct val="0"/>
              </a:spcAft>
              <a:defRPr sz="2400">
                <a:solidFill>
                  <a:schemeClr val="tx1"/>
                </a:solidFill>
                <a:latin typeface="Times" pitchFamily="18" charset="0"/>
              </a:defRPr>
            </a:lvl6pPr>
            <a:lvl7pPr marL="2971800" indent="-228600" eaLnBrk="0" fontAlgn="base" hangingPunct="0">
              <a:spcBef>
                <a:spcPct val="0"/>
              </a:spcBef>
              <a:spcAft>
                <a:spcPct val="0"/>
              </a:spcAft>
              <a:defRPr sz="2400">
                <a:solidFill>
                  <a:schemeClr val="tx1"/>
                </a:solidFill>
                <a:latin typeface="Times" pitchFamily="18" charset="0"/>
              </a:defRPr>
            </a:lvl7pPr>
            <a:lvl8pPr marL="3429000" indent="-228600" eaLnBrk="0" fontAlgn="base" hangingPunct="0">
              <a:spcBef>
                <a:spcPct val="0"/>
              </a:spcBef>
              <a:spcAft>
                <a:spcPct val="0"/>
              </a:spcAft>
              <a:defRPr sz="2400">
                <a:solidFill>
                  <a:schemeClr val="tx1"/>
                </a:solidFill>
                <a:latin typeface="Times" pitchFamily="18" charset="0"/>
              </a:defRPr>
            </a:lvl8pPr>
            <a:lvl9pPr marL="3886200" indent="-228600" eaLnBrk="0" fontAlgn="base" hangingPunct="0">
              <a:spcBef>
                <a:spcPct val="0"/>
              </a:spcBef>
              <a:spcAft>
                <a:spcPct val="0"/>
              </a:spcAft>
              <a:defRPr sz="2400">
                <a:solidFill>
                  <a:schemeClr val="tx1"/>
                </a:solidFill>
                <a:latin typeface="Times" pitchFamily="18" charset="0"/>
              </a:defRPr>
            </a:lvl9pPr>
          </a:lstStyle>
          <a:p>
            <a:pPr eaLnBrk="1" hangingPunct="1">
              <a:defRPr/>
            </a:pPr>
            <a:endParaRPr lang="en-US" altLang="en-US" sz="4400">
              <a:solidFill>
                <a:schemeClr val="bg1"/>
              </a:solidFill>
            </a:endParaRPr>
          </a:p>
        </p:txBody>
      </p:sp>
      <p:sp>
        <p:nvSpPr>
          <p:cNvPr id="1034" name="Rectangle 10"/>
          <p:cNvSpPr>
            <a:spLocks noChangeArrowheads="1"/>
          </p:cNvSpPr>
          <p:nvPr userDrawn="1"/>
        </p:nvSpPr>
        <p:spPr bwMode="auto">
          <a:xfrm>
            <a:off x="790575" y="1798638"/>
            <a:ext cx="8024813" cy="38131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18" charset="0"/>
              </a:defRPr>
            </a:lvl1pPr>
            <a:lvl2pPr marL="742950" indent="-285750">
              <a:defRPr sz="2400">
                <a:solidFill>
                  <a:schemeClr val="tx1"/>
                </a:solidFill>
                <a:latin typeface="Times" pitchFamily="18" charset="0"/>
              </a:defRPr>
            </a:lvl2pPr>
            <a:lvl3pPr marL="1143000" indent="-228600">
              <a:defRPr sz="2400">
                <a:solidFill>
                  <a:schemeClr val="tx1"/>
                </a:solidFill>
                <a:latin typeface="Times" pitchFamily="18" charset="0"/>
              </a:defRPr>
            </a:lvl3pPr>
            <a:lvl4pPr marL="1600200" indent="-228600">
              <a:defRPr sz="2400">
                <a:solidFill>
                  <a:schemeClr val="tx1"/>
                </a:solidFill>
                <a:latin typeface="Times" pitchFamily="18" charset="0"/>
              </a:defRPr>
            </a:lvl4pPr>
            <a:lvl5pPr marL="2057400" indent="-228600">
              <a:defRPr sz="2400">
                <a:solidFill>
                  <a:schemeClr val="tx1"/>
                </a:solidFill>
                <a:latin typeface="Times" pitchFamily="18" charset="0"/>
              </a:defRPr>
            </a:lvl5pPr>
            <a:lvl6pPr marL="2514600" indent="-228600" eaLnBrk="0" fontAlgn="base" hangingPunct="0">
              <a:spcBef>
                <a:spcPct val="0"/>
              </a:spcBef>
              <a:spcAft>
                <a:spcPct val="0"/>
              </a:spcAft>
              <a:defRPr sz="2400">
                <a:solidFill>
                  <a:schemeClr val="tx1"/>
                </a:solidFill>
                <a:latin typeface="Times" pitchFamily="18" charset="0"/>
              </a:defRPr>
            </a:lvl6pPr>
            <a:lvl7pPr marL="2971800" indent="-228600" eaLnBrk="0" fontAlgn="base" hangingPunct="0">
              <a:spcBef>
                <a:spcPct val="0"/>
              </a:spcBef>
              <a:spcAft>
                <a:spcPct val="0"/>
              </a:spcAft>
              <a:defRPr sz="2400">
                <a:solidFill>
                  <a:schemeClr val="tx1"/>
                </a:solidFill>
                <a:latin typeface="Times" pitchFamily="18" charset="0"/>
              </a:defRPr>
            </a:lvl7pPr>
            <a:lvl8pPr marL="3429000" indent="-228600" eaLnBrk="0" fontAlgn="base" hangingPunct="0">
              <a:spcBef>
                <a:spcPct val="0"/>
              </a:spcBef>
              <a:spcAft>
                <a:spcPct val="0"/>
              </a:spcAft>
              <a:defRPr sz="2400">
                <a:solidFill>
                  <a:schemeClr val="tx1"/>
                </a:solidFill>
                <a:latin typeface="Times" pitchFamily="18" charset="0"/>
              </a:defRPr>
            </a:lvl8pPr>
            <a:lvl9pPr marL="3886200" indent="-228600" eaLnBrk="0" fontAlgn="base" hangingPunct="0">
              <a:spcBef>
                <a:spcPct val="0"/>
              </a:spcBef>
              <a:spcAft>
                <a:spcPct val="0"/>
              </a:spcAft>
              <a:defRPr sz="2400">
                <a:solidFill>
                  <a:schemeClr val="tx1"/>
                </a:solidFill>
                <a:latin typeface="Times" pitchFamily="18" charset="0"/>
              </a:defRPr>
            </a:lvl9pPr>
          </a:lstStyle>
          <a:p>
            <a:pPr eaLnBrk="1" hangingPunct="1">
              <a:spcBef>
                <a:spcPct val="20000"/>
              </a:spcBef>
              <a:defRPr/>
            </a:pPr>
            <a:endParaRPr lang="en-US" altLang="en-US" sz="1800" b="1">
              <a:solidFill>
                <a:schemeClr val="bg1"/>
              </a:solidFill>
              <a:latin typeface="Arial" charset="0"/>
            </a:endParaRPr>
          </a:p>
        </p:txBody>
      </p:sp>
      <p:pic>
        <p:nvPicPr>
          <p:cNvPr id="1035" name="Picture 11"/>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266700" y="5843588"/>
            <a:ext cx="1943100" cy="8620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731" r:id="rId1"/>
    <p:sldLayoutId id="2147483721" r:id="rId2"/>
    <p:sldLayoutId id="2147483722" r:id="rId3"/>
    <p:sldLayoutId id="2147483723" r:id="rId4"/>
    <p:sldLayoutId id="2147483724" r:id="rId5"/>
    <p:sldLayoutId id="2147483725" r:id="rId6"/>
    <p:sldLayoutId id="2147483726" r:id="rId7"/>
    <p:sldLayoutId id="2147483727" r:id="rId8"/>
    <p:sldLayoutId id="2147483728" r:id="rId9"/>
    <p:sldLayoutId id="2147483729" r:id="rId10"/>
    <p:sldLayoutId id="2147483730" r:id="rId11"/>
  </p:sldLayoutIdLst>
  <p:txStyles>
    <p:titleStyle>
      <a:lvl1pPr algn="l" rtl="0" eaLnBrk="0" fontAlgn="base" hangingPunct="0">
        <a:spcBef>
          <a:spcPct val="0"/>
        </a:spcBef>
        <a:spcAft>
          <a:spcPct val="0"/>
        </a:spcAft>
        <a:defRPr sz="4400">
          <a:solidFill>
            <a:srgbClr val="663366"/>
          </a:solidFill>
          <a:latin typeface="+mj-lt"/>
          <a:ea typeface="+mj-ea"/>
          <a:cs typeface="+mj-cs"/>
        </a:defRPr>
      </a:lvl1pPr>
      <a:lvl2pPr algn="l" rtl="0" eaLnBrk="0" fontAlgn="base" hangingPunct="0">
        <a:spcBef>
          <a:spcPct val="0"/>
        </a:spcBef>
        <a:spcAft>
          <a:spcPct val="0"/>
        </a:spcAft>
        <a:defRPr sz="4400">
          <a:solidFill>
            <a:srgbClr val="663366"/>
          </a:solidFill>
          <a:latin typeface="Times" pitchFamily="18" charset="0"/>
        </a:defRPr>
      </a:lvl2pPr>
      <a:lvl3pPr algn="l" rtl="0" eaLnBrk="0" fontAlgn="base" hangingPunct="0">
        <a:spcBef>
          <a:spcPct val="0"/>
        </a:spcBef>
        <a:spcAft>
          <a:spcPct val="0"/>
        </a:spcAft>
        <a:defRPr sz="4400">
          <a:solidFill>
            <a:srgbClr val="663366"/>
          </a:solidFill>
          <a:latin typeface="Times" pitchFamily="18" charset="0"/>
        </a:defRPr>
      </a:lvl3pPr>
      <a:lvl4pPr algn="l" rtl="0" eaLnBrk="0" fontAlgn="base" hangingPunct="0">
        <a:spcBef>
          <a:spcPct val="0"/>
        </a:spcBef>
        <a:spcAft>
          <a:spcPct val="0"/>
        </a:spcAft>
        <a:defRPr sz="4400">
          <a:solidFill>
            <a:srgbClr val="663366"/>
          </a:solidFill>
          <a:latin typeface="Times" pitchFamily="18" charset="0"/>
        </a:defRPr>
      </a:lvl4pPr>
      <a:lvl5pPr algn="l" rtl="0" eaLnBrk="0" fontAlgn="base" hangingPunct="0">
        <a:spcBef>
          <a:spcPct val="0"/>
        </a:spcBef>
        <a:spcAft>
          <a:spcPct val="0"/>
        </a:spcAft>
        <a:defRPr sz="4400">
          <a:solidFill>
            <a:srgbClr val="663366"/>
          </a:solidFill>
          <a:latin typeface="Times" pitchFamily="18" charset="0"/>
        </a:defRPr>
      </a:lvl5pPr>
      <a:lvl6pPr marL="457200" algn="l" rtl="0" fontAlgn="base">
        <a:spcBef>
          <a:spcPct val="0"/>
        </a:spcBef>
        <a:spcAft>
          <a:spcPct val="0"/>
        </a:spcAft>
        <a:defRPr sz="4400">
          <a:solidFill>
            <a:srgbClr val="663366"/>
          </a:solidFill>
          <a:latin typeface="Times" pitchFamily="18" charset="0"/>
        </a:defRPr>
      </a:lvl6pPr>
      <a:lvl7pPr marL="914400" algn="l" rtl="0" fontAlgn="base">
        <a:spcBef>
          <a:spcPct val="0"/>
        </a:spcBef>
        <a:spcAft>
          <a:spcPct val="0"/>
        </a:spcAft>
        <a:defRPr sz="4400">
          <a:solidFill>
            <a:srgbClr val="663366"/>
          </a:solidFill>
          <a:latin typeface="Times" pitchFamily="18" charset="0"/>
        </a:defRPr>
      </a:lvl7pPr>
      <a:lvl8pPr marL="1371600" algn="l" rtl="0" fontAlgn="base">
        <a:spcBef>
          <a:spcPct val="0"/>
        </a:spcBef>
        <a:spcAft>
          <a:spcPct val="0"/>
        </a:spcAft>
        <a:defRPr sz="4400">
          <a:solidFill>
            <a:srgbClr val="663366"/>
          </a:solidFill>
          <a:latin typeface="Times" pitchFamily="18" charset="0"/>
        </a:defRPr>
      </a:lvl8pPr>
      <a:lvl9pPr marL="1828800" algn="l" rtl="0" fontAlgn="base">
        <a:spcBef>
          <a:spcPct val="0"/>
        </a:spcBef>
        <a:spcAft>
          <a:spcPct val="0"/>
        </a:spcAft>
        <a:defRPr sz="4400">
          <a:solidFill>
            <a:srgbClr val="663366"/>
          </a:solidFill>
          <a:latin typeface="Times" pitchFamily="18" charset="0"/>
        </a:defRPr>
      </a:lvl9pPr>
    </p:titleStyle>
    <p:bodyStyle>
      <a:lvl1pPr marL="342900" indent="-342900" algn="l" rtl="0" eaLnBrk="0" fontAlgn="base" hangingPunct="0">
        <a:spcBef>
          <a:spcPct val="20000"/>
        </a:spcBef>
        <a:spcAft>
          <a:spcPct val="0"/>
        </a:spcAft>
        <a:defRPr>
          <a:solidFill>
            <a:schemeClr val="tx1"/>
          </a:solidFill>
          <a:latin typeface="+mn-lt"/>
          <a:ea typeface="+mn-ea"/>
          <a:cs typeface="+mn-cs"/>
        </a:defRPr>
      </a:lvl1pPr>
      <a:lvl2pPr marL="742950" indent="-285750" algn="l" rtl="0" eaLnBrk="0" fontAlgn="base" hangingPunct="0">
        <a:spcBef>
          <a:spcPct val="20000"/>
        </a:spcBef>
        <a:spcAft>
          <a:spcPct val="0"/>
        </a:spcAft>
        <a:buChar char="–"/>
        <a:defRPr sz="1600">
          <a:solidFill>
            <a:schemeClr val="tx1"/>
          </a:solidFill>
          <a:latin typeface="+mn-lt"/>
        </a:defRPr>
      </a:lvl2pPr>
      <a:lvl3pPr marL="1143000" indent="-228600" algn="l" rtl="0" eaLnBrk="0" fontAlgn="base" hangingPunct="0">
        <a:spcBef>
          <a:spcPct val="20000"/>
        </a:spcBef>
        <a:spcAft>
          <a:spcPct val="0"/>
        </a:spcAft>
        <a:buChar char="•"/>
        <a:defRPr sz="1400">
          <a:solidFill>
            <a:schemeClr val="tx1"/>
          </a:solidFill>
          <a:latin typeface="+mn-lt"/>
        </a:defRPr>
      </a:lvl3pPr>
      <a:lvl4pPr marL="1600200" indent="-228600" algn="l" rtl="0" eaLnBrk="0" fontAlgn="base" hangingPunct="0">
        <a:spcBef>
          <a:spcPct val="20000"/>
        </a:spcBef>
        <a:spcAft>
          <a:spcPct val="0"/>
        </a:spcAft>
        <a:buChar char="–"/>
        <a:defRPr sz="1200">
          <a:solidFill>
            <a:schemeClr val="tx1"/>
          </a:solidFill>
          <a:latin typeface="+mn-lt"/>
        </a:defRPr>
      </a:lvl4pPr>
      <a:lvl5pPr marL="2057400" indent="-228600" algn="l" rtl="0" eaLnBrk="0" fontAlgn="base" hangingPunct="0">
        <a:spcBef>
          <a:spcPct val="20000"/>
        </a:spcBef>
        <a:spcAft>
          <a:spcPct val="0"/>
        </a:spcAft>
        <a:buChar char="»"/>
        <a:defRPr sz="1200">
          <a:solidFill>
            <a:schemeClr val="tx1"/>
          </a:solidFill>
          <a:latin typeface="+mn-lt"/>
        </a:defRPr>
      </a:lvl5pPr>
      <a:lvl6pPr marL="2514600" indent="-228600" algn="l" rtl="0" fontAlgn="base">
        <a:spcBef>
          <a:spcPct val="20000"/>
        </a:spcBef>
        <a:spcAft>
          <a:spcPct val="0"/>
        </a:spcAft>
        <a:buChar char="»"/>
        <a:defRPr sz="1200">
          <a:solidFill>
            <a:schemeClr val="tx1"/>
          </a:solidFill>
          <a:latin typeface="+mn-lt"/>
        </a:defRPr>
      </a:lvl6pPr>
      <a:lvl7pPr marL="2971800" indent="-228600" algn="l" rtl="0" fontAlgn="base">
        <a:spcBef>
          <a:spcPct val="20000"/>
        </a:spcBef>
        <a:spcAft>
          <a:spcPct val="0"/>
        </a:spcAft>
        <a:buChar char="»"/>
        <a:defRPr sz="1200">
          <a:solidFill>
            <a:schemeClr val="tx1"/>
          </a:solidFill>
          <a:latin typeface="+mn-lt"/>
        </a:defRPr>
      </a:lvl7pPr>
      <a:lvl8pPr marL="3429000" indent="-228600" algn="l" rtl="0" fontAlgn="base">
        <a:spcBef>
          <a:spcPct val="20000"/>
        </a:spcBef>
        <a:spcAft>
          <a:spcPct val="0"/>
        </a:spcAft>
        <a:buChar char="»"/>
        <a:defRPr sz="1200">
          <a:solidFill>
            <a:schemeClr val="tx1"/>
          </a:solidFill>
          <a:latin typeface="+mn-lt"/>
        </a:defRPr>
      </a:lvl8pPr>
      <a:lvl9pPr marL="3886200" indent="-228600" algn="l" rtl="0" fontAlgn="base">
        <a:spcBef>
          <a:spcPct val="20000"/>
        </a:spcBef>
        <a:spcAft>
          <a:spcPct val="0"/>
        </a:spcAft>
        <a:buChar char="»"/>
        <a:defRPr sz="12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1.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14.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tags" Target="../tags/tag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ctrTitle" sz="quarter"/>
          </p:nvPr>
        </p:nvSpPr>
        <p:spPr>
          <a:xfrm>
            <a:off x="755650" y="476250"/>
            <a:ext cx="7772400" cy="1944638"/>
          </a:xfrm>
        </p:spPr>
        <p:txBody>
          <a:bodyPr/>
          <a:lstStyle/>
          <a:p>
            <a:pPr algn="ctr" eaLnBrk="1" hangingPunct="1"/>
            <a:r>
              <a:rPr lang="en-GB" altLang="en-US" dirty="0">
                <a:latin typeface="Calibri" panose="020F0502020204030204" pitchFamily="34" charset="0"/>
              </a:rPr>
              <a:t>Contemporary Issues in the Law of the Internal </a:t>
            </a:r>
            <a:r>
              <a:rPr lang="en-GB" altLang="en-US">
                <a:latin typeface="Calibri" panose="020F0502020204030204" pitchFamily="34" charset="0"/>
              </a:rPr>
              <a:t>Market 2024/2025</a:t>
            </a:r>
            <a:endParaRPr lang="en-GB" altLang="en-US" dirty="0">
              <a:latin typeface="Calibri" panose="020F0502020204030204" pitchFamily="34" charset="0"/>
            </a:endParaRPr>
          </a:p>
        </p:txBody>
      </p:sp>
      <p:sp>
        <p:nvSpPr>
          <p:cNvPr id="10243" name="Subtitle 2"/>
          <p:cNvSpPr>
            <a:spLocks noGrp="1"/>
          </p:cNvSpPr>
          <p:nvPr>
            <p:ph type="subTitle" sz="quarter" idx="1"/>
          </p:nvPr>
        </p:nvSpPr>
        <p:spPr>
          <a:xfrm>
            <a:off x="827088" y="2780928"/>
            <a:ext cx="7561262" cy="1392610"/>
          </a:xfrm>
        </p:spPr>
        <p:txBody>
          <a:bodyPr/>
          <a:lstStyle/>
          <a:p>
            <a:pPr eaLnBrk="1" hangingPunct="1">
              <a:lnSpc>
                <a:spcPct val="110000"/>
              </a:lnSpc>
              <a:spcBef>
                <a:spcPct val="0"/>
              </a:spcBef>
            </a:pPr>
            <a:r>
              <a:rPr lang="en-GB" altLang="en-US" sz="2200" dirty="0">
                <a:latin typeface="Calibri" panose="020F0502020204030204" pitchFamily="34" charset="0"/>
              </a:rPr>
              <a:t>Lecture 10: Union Citizenship (dir. 2004/38)</a:t>
            </a:r>
          </a:p>
          <a:p>
            <a:pPr eaLnBrk="1" hangingPunct="1">
              <a:lnSpc>
                <a:spcPct val="110000"/>
              </a:lnSpc>
              <a:spcBef>
                <a:spcPct val="0"/>
              </a:spcBef>
            </a:pPr>
            <a:endParaRPr lang="en-GB" altLang="en-US" sz="2200" dirty="0">
              <a:latin typeface="Calibri" panose="020F0502020204030204" pitchFamily="34" charset="0"/>
            </a:endParaRPr>
          </a:p>
          <a:p>
            <a:pPr eaLnBrk="1" hangingPunct="1">
              <a:lnSpc>
                <a:spcPct val="110000"/>
              </a:lnSpc>
              <a:spcBef>
                <a:spcPct val="0"/>
              </a:spcBef>
            </a:pPr>
            <a:r>
              <a:rPr lang="en-GB" altLang="en-US" sz="2200" dirty="0">
                <a:latin typeface="Calibri" panose="020F0502020204030204" pitchFamily="34" charset="0"/>
              </a:rPr>
              <a:t>Prof Pierre Schammo</a:t>
            </a:r>
          </a:p>
          <a:p>
            <a:pPr eaLnBrk="1" hangingPunct="1">
              <a:lnSpc>
                <a:spcPct val="110000"/>
              </a:lnSpc>
              <a:spcBef>
                <a:spcPct val="0"/>
              </a:spcBef>
            </a:pPr>
            <a:endParaRPr lang="en-GB" altLang="en-US" sz="2200" dirty="0">
              <a:latin typeface="Calibri" panose="020F0502020204030204" pitchFamily="34" charset="0"/>
            </a:endParaRPr>
          </a:p>
          <a:p>
            <a:pPr eaLnBrk="1" hangingPunct="1">
              <a:lnSpc>
                <a:spcPct val="110000"/>
              </a:lnSpc>
              <a:spcBef>
                <a:spcPct val="0"/>
              </a:spcBef>
            </a:pPr>
            <a:r>
              <a:rPr lang="en-GB" altLang="en-US" sz="2200" dirty="0">
                <a:latin typeface="Calibri" panose="020F0502020204030204" pitchFamily="34" charset="0"/>
              </a:rPr>
              <a:t>pierre.schammo@durham.ac.uk  </a:t>
            </a:r>
            <a:endParaRPr lang="en-GB" altLang="en-US" sz="2200" dirty="0">
              <a:solidFill>
                <a:srgbClr val="663366"/>
              </a:solidFill>
              <a:latin typeface="Calibri" panose="020F0502020204030204" pitchFamily="34" charset="0"/>
            </a:endParaRPr>
          </a:p>
          <a:p>
            <a:pPr eaLnBrk="1" hangingPunct="1"/>
            <a:endParaRPr lang="en-GB" altLang="en-US" sz="2200" dirty="0">
              <a:latin typeface="Calibri" panose="020F050202020403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Lecture Overview</a:t>
            </a:r>
          </a:p>
        </p:txBody>
      </p:sp>
      <p:sp>
        <p:nvSpPr>
          <p:cNvPr id="3" name="Content Placeholder 2"/>
          <p:cNvSpPr>
            <a:spLocks noGrp="1"/>
          </p:cNvSpPr>
          <p:nvPr>
            <p:ph idx="1"/>
          </p:nvPr>
        </p:nvSpPr>
        <p:spPr/>
        <p:txBody>
          <a:bodyPr/>
          <a:lstStyle/>
          <a:p>
            <a:pPr marL="457200" indent="-457200">
              <a:buFont typeface="Arial" charset="0"/>
              <a:buChar char="•"/>
            </a:pPr>
            <a:r>
              <a:rPr lang="en-US" sz="2900" dirty="0"/>
              <a:t>EU citizenship: derogations</a:t>
            </a:r>
          </a:p>
          <a:p>
            <a:pPr marL="857250" lvl="1" indent="-457200">
              <a:buFont typeface="Arial" charset="0"/>
              <a:buChar char="•"/>
            </a:pPr>
            <a:r>
              <a:rPr lang="en-US" sz="2900" dirty="0"/>
              <a:t>Public policy</a:t>
            </a:r>
          </a:p>
          <a:p>
            <a:pPr marL="857250" lvl="1" indent="-457200">
              <a:buFont typeface="Arial" charset="0"/>
              <a:buChar char="•"/>
            </a:pPr>
            <a:r>
              <a:rPr lang="en-US" sz="2900" dirty="0"/>
              <a:t>Public security </a:t>
            </a:r>
          </a:p>
          <a:p>
            <a:pPr marL="857250" lvl="1" indent="-457200">
              <a:buFont typeface="Arial" charset="0"/>
              <a:buChar char="•"/>
            </a:pPr>
            <a:r>
              <a:rPr lang="en-US" sz="2900" dirty="0"/>
              <a:t>Public health</a:t>
            </a:r>
          </a:p>
          <a:p>
            <a:pPr marL="457200" indent="-457200">
              <a:buFont typeface="Arial" charset="0"/>
              <a:buChar char="•"/>
            </a:pPr>
            <a:r>
              <a:rPr lang="en-US" sz="2900" dirty="0"/>
              <a:t>EU citizenship: abuse of rights</a:t>
            </a:r>
            <a:r>
              <a:rPr lang="en-US" sz="2900"/>
              <a:t>/fraud </a:t>
            </a:r>
            <a:endParaRPr lang="en-US" sz="2900" dirty="0"/>
          </a:p>
        </p:txBody>
      </p:sp>
    </p:spTree>
    <p:custDataLst>
      <p:tags r:id="rId1"/>
    </p:custDataLst>
    <p:extLst>
      <p:ext uri="{BB962C8B-B14F-4D97-AF65-F5344CB8AC3E}">
        <p14:creationId xmlns:p14="http://schemas.microsoft.com/office/powerpoint/2010/main" val="17336606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p:txBody>
          <a:bodyPr/>
          <a:lstStyle/>
          <a:p>
            <a:pPr eaLnBrk="1" hangingPunct="1"/>
            <a:r>
              <a:rPr lang="en-US" altLang="x-none" dirty="0">
                <a:ea typeface="ＭＳ Ｐゴシック" charset="-128"/>
              </a:rPr>
              <a:t>Dir 2004/38 - derogations</a:t>
            </a:r>
          </a:p>
        </p:txBody>
      </p:sp>
      <p:sp>
        <p:nvSpPr>
          <p:cNvPr id="29699" name="Content Placeholder 2"/>
          <p:cNvSpPr>
            <a:spLocks noGrp="1"/>
          </p:cNvSpPr>
          <p:nvPr>
            <p:ph idx="1"/>
          </p:nvPr>
        </p:nvSpPr>
        <p:spPr>
          <a:xfrm>
            <a:off x="684213" y="1628800"/>
            <a:ext cx="7772400" cy="4176688"/>
          </a:xfrm>
        </p:spPr>
        <p:txBody>
          <a:bodyPr/>
          <a:lstStyle/>
          <a:p>
            <a:pPr marL="457200" indent="-457200" eaLnBrk="1" hangingPunct="1">
              <a:spcBef>
                <a:spcPts val="0"/>
              </a:spcBef>
              <a:buFont typeface="Arial" charset="0"/>
              <a:buChar char="•"/>
            </a:pPr>
            <a:r>
              <a:rPr lang="en-US" altLang="x-none" sz="2800" dirty="0">
                <a:ea typeface="ＭＳ Ｐゴシック" charset="-128"/>
              </a:rPr>
              <a:t>Chapter VI of Dir 2004/38 (Arts 27-33) provides for grounds justifying </a:t>
            </a:r>
            <a:r>
              <a:rPr lang="en-US" altLang="x-none" sz="2800" u="sng" dirty="0">
                <a:ea typeface="ＭＳ Ｐゴシック" charset="-128"/>
              </a:rPr>
              <a:t>restrictions on the right of entry and residence</a:t>
            </a:r>
            <a:r>
              <a:rPr lang="en-US" altLang="x-none" sz="2800" dirty="0">
                <a:ea typeface="ＭＳ Ｐゴシック" charset="-128"/>
              </a:rPr>
              <a:t> on grounds of public policy, public security and public health</a:t>
            </a:r>
          </a:p>
          <a:p>
            <a:pPr marL="457200" indent="-457200" eaLnBrk="1" hangingPunct="1">
              <a:spcBef>
                <a:spcPts val="0"/>
              </a:spcBef>
              <a:buFont typeface="Arial" charset="0"/>
              <a:buChar char="•"/>
            </a:pPr>
            <a:r>
              <a:rPr lang="en-US" altLang="x-none" sz="2800" dirty="0">
                <a:ea typeface="ＭＳ Ｐゴシック" charset="-128"/>
              </a:rPr>
              <a:t>Based on earlier ECJ’s case law on free movement of persons</a:t>
            </a:r>
          </a:p>
          <a:p>
            <a:pPr marL="457200" indent="-457200" eaLnBrk="1" hangingPunct="1">
              <a:spcBef>
                <a:spcPts val="0"/>
              </a:spcBef>
              <a:buFont typeface="Arial" charset="0"/>
              <a:buChar char="•"/>
            </a:pPr>
            <a:r>
              <a:rPr lang="en-US" altLang="x-none" sz="2800" dirty="0">
                <a:ea typeface="ＭＳ Ｐゴシック" charset="-128"/>
              </a:rPr>
              <a:t>Provides for different levels of protection against expulsion</a:t>
            </a:r>
          </a:p>
        </p:txBody>
      </p:sp>
    </p:spTree>
    <p:custDataLst>
      <p:tags r:id="rId1"/>
    </p:custDataLst>
    <p:extLst>
      <p:ext uri="{BB962C8B-B14F-4D97-AF65-F5344CB8AC3E}">
        <p14:creationId xmlns:p14="http://schemas.microsoft.com/office/powerpoint/2010/main" val="20451063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69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969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969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a:xfrm>
            <a:off x="685800" y="404664"/>
            <a:ext cx="7772400" cy="1008112"/>
          </a:xfrm>
        </p:spPr>
        <p:txBody>
          <a:bodyPr/>
          <a:lstStyle/>
          <a:p>
            <a:pPr eaLnBrk="1" hangingPunct="1"/>
            <a:r>
              <a:rPr lang="en-US" altLang="x-none" dirty="0">
                <a:ea typeface="ＭＳ Ｐゴシック" charset="-128"/>
              </a:rPr>
              <a:t>Dir 2004/38 – Art 27</a:t>
            </a:r>
          </a:p>
        </p:txBody>
      </p:sp>
      <p:sp>
        <p:nvSpPr>
          <p:cNvPr id="31747" name="Content Placeholder 2"/>
          <p:cNvSpPr>
            <a:spLocks noGrp="1"/>
          </p:cNvSpPr>
          <p:nvPr>
            <p:ph idx="1"/>
          </p:nvPr>
        </p:nvSpPr>
        <p:spPr>
          <a:xfrm>
            <a:off x="684213" y="1412776"/>
            <a:ext cx="7772400" cy="4536504"/>
          </a:xfrm>
        </p:spPr>
        <p:txBody>
          <a:bodyPr>
            <a:noAutofit/>
          </a:bodyPr>
          <a:lstStyle/>
          <a:p>
            <a:pPr eaLnBrk="1" hangingPunct="1">
              <a:lnSpc>
                <a:spcPct val="110000"/>
              </a:lnSpc>
              <a:spcBef>
                <a:spcPts val="0"/>
              </a:spcBef>
            </a:pPr>
            <a:r>
              <a:rPr lang="en-US" altLang="x-none" sz="2800" dirty="0">
                <a:ea typeface="ＭＳ Ｐゴシック" charset="-128"/>
              </a:rPr>
              <a:t>Art 27(1) =&gt; general </a:t>
            </a:r>
            <a:r>
              <a:rPr lang="en-US" altLang="x-none" sz="2800" dirty="0" err="1">
                <a:ea typeface="ＭＳ Ｐゴシック" charset="-128"/>
              </a:rPr>
              <a:t>pple</a:t>
            </a:r>
            <a:r>
              <a:rPr lang="en-US" altLang="x-none" sz="2800" dirty="0">
                <a:ea typeface="ＭＳ Ｐゴシック" charset="-128"/>
              </a:rPr>
              <a:t>:</a:t>
            </a:r>
          </a:p>
          <a:p>
            <a:pPr eaLnBrk="1" hangingPunct="1">
              <a:lnSpc>
                <a:spcPct val="110000"/>
              </a:lnSpc>
              <a:spcBef>
                <a:spcPts val="0"/>
              </a:spcBef>
              <a:buFont typeface="Arial" charset="0"/>
              <a:buNone/>
            </a:pPr>
            <a:r>
              <a:rPr lang="en-US" altLang="x-none" sz="2800" dirty="0">
                <a:ea typeface="ＭＳ Ｐゴシック" charset="-128"/>
              </a:rPr>
              <a:t>	Restrictions to free mov. and right of res. of Union citizens and fam. members are ok, </a:t>
            </a:r>
            <a:r>
              <a:rPr lang="en-US" altLang="x-none" sz="2800" u="sng" dirty="0">
                <a:ea typeface="ＭＳ Ｐゴシック" charset="-128"/>
              </a:rPr>
              <a:t>if justified </a:t>
            </a:r>
            <a:r>
              <a:rPr lang="en-US" altLang="x-none" sz="2800" dirty="0">
                <a:ea typeface="ＭＳ Ｐゴシック" charset="-128"/>
              </a:rPr>
              <a:t>on grounds of public policy/security/health </a:t>
            </a:r>
          </a:p>
          <a:p>
            <a:pPr lvl="1" eaLnBrk="1" hangingPunct="1">
              <a:lnSpc>
                <a:spcPct val="110000"/>
              </a:lnSpc>
              <a:spcBef>
                <a:spcPts val="0"/>
              </a:spcBef>
              <a:buFont typeface="Arial" charset="0"/>
              <a:buChar char="•"/>
            </a:pPr>
            <a:r>
              <a:rPr lang="en-US" altLang="x-none" sz="2800" dirty="0">
                <a:ea typeface="ＭＳ Ｐゴシック" charset="-128"/>
              </a:rPr>
              <a:t>These grounds </a:t>
            </a:r>
            <a:r>
              <a:rPr lang="en-US" altLang="x-none" sz="2800" u="sng" dirty="0">
                <a:ea typeface="ＭＳ Ｐゴシック" charset="-128"/>
              </a:rPr>
              <a:t>cannot</a:t>
            </a:r>
            <a:r>
              <a:rPr lang="en-US" altLang="x-none" sz="2800" dirty="0">
                <a:ea typeface="ＭＳ Ｐゴシック" charset="-128"/>
              </a:rPr>
              <a:t> serve economic ends (e.g. because of high unemployment)</a:t>
            </a:r>
          </a:p>
          <a:p>
            <a:pPr lvl="2" eaLnBrk="1" hangingPunct="1">
              <a:lnSpc>
                <a:spcPct val="110000"/>
              </a:lnSpc>
              <a:spcBef>
                <a:spcPts val="0"/>
              </a:spcBef>
              <a:buFont typeface="Arial" charset="0"/>
              <a:buChar char="•"/>
            </a:pPr>
            <a:r>
              <a:rPr lang="en-US" altLang="x-none" sz="2800" dirty="0">
                <a:ea typeface="ＭＳ Ｐゴシック" charset="-128"/>
              </a:rPr>
              <a:t>(but recall that there is also Art 14, Art 7 conditions)</a:t>
            </a:r>
          </a:p>
        </p:txBody>
      </p:sp>
    </p:spTree>
    <p:custDataLst>
      <p:tags r:id="rId1"/>
    </p:custDataLst>
    <p:extLst>
      <p:ext uri="{BB962C8B-B14F-4D97-AF65-F5344CB8AC3E}">
        <p14:creationId xmlns:p14="http://schemas.microsoft.com/office/powerpoint/2010/main" val="15982468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747">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1747">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1747">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174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x-none" dirty="0">
                <a:ea typeface="ＭＳ Ｐゴシック" charset="-128"/>
              </a:rPr>
              <a:t>Dir 2004/38 – Public policy/security measures (art 27)</a:t>
            </a:r>
            <a:endParaRPr lang="en-US" dirty="0"/>
          </a:p>
        </p:txBody>
      </p:sp>
      <p:sp>
        <p:nvSpPr>
          <p:cNvPr id="3" name="Content Placeholder 2"/>
          <p:cNvSpPr>
            <a:spLocks noGrp="1"/>
          </p:cNvSpPr>
          <p:nvPr>
            <p:ph idx="1"/>
          </p:nvPr>
        </p:nvSpPr>
        <p:spPr>
          <a:xfrm>
            <a:off x="251520" y="1916832"/>
            <a:ext cx="8352928" cy="4176464"/>
          </a:xfrm>
        </p:spPr>
        <p:txBody>
          <a:bodyPr>
            <a:normAutofit/>
          </a:bodyPr>
          <a:lstStyle/>
          <a:p>
            <a:pPr marL="457200" indent="-457200" eaLnBrk="1" hangingPunct="1">
              <a:lnSpc>
                <a:spcPct val="110000"/>
              </a:lnSpc>
              <a:spcBef>
                <a:spcPts val="0"/>
              </a:spcBef>
              <a:buFont typeface="Arial" charset="0"/>
              <a:buChar char="•"/>
            </a:pPr>
            <a:r>
              <a:rPr lang="en-US" altLang="x-none" sz="2900" dirty="0">
                <a:ea typeface="ＭＳ Ｐゴシック" charset="-128"/>
              </a:rPr>
              <a:t>Meaning of public policy/public security</a:t>
            </a:r>
          </a:p>
          <a:p>
            <a:pPr marL="457200" indent="-457200" eaLnBrk="1" hangingPunct="1">
              <a:lnSpc>
                <a:spcPct val="110000"/>
              </a:lnSpc>
              <a:spcBef>
                <a:spcPts val="0"/>
              </a:spcBef>
              <a:buFont typeface="Arial" charset="0"/>
              <a:buChar char="•"/>
            </a:pPr>
            <a:r>
              <a:rPr lang="en-US" altLang="x-none" sz="2900" dirty="0">
                <a:ea typeface="ＭＳ Ｐゴシック" charset="-128"/>
              </a:rPr>
              <a:t>Measures taken on grounds of public policy/public security are only justified if based on </a:t>
            </a:r>
            <a:r>
              <a:rPr lang="en-US" altLang="x-none" sz="2900" u="sng" dirty="0">
                <a:ea typeface="ＭＳ Ｐゴシック" charset="-128"/>
              </a:rPr>
              <a:t>personal conduct</a:t>
            </a:r>
            <a:r>
              <a:rPr lang="en-US" altLang="x-none" sz="2900" dirty="0">
                <a:ea typeface="ＭＳ Ｐゴシック" charset="-128"/>
              </a:rPr>
              <a:t> (Art 27(2))</a:t>
            </a:r>
          </a:p>
          <a:p>
            <a:pPr marL="857250" lvl="1" indent="-457200" eaLnBrk="1" hangingPunct="1">
              <a:lnSpc>
                <a:spcPct val="110000"/>
              </a:lnSpc>
              <a:spcBef>
                <a:spcPts val="0"/>
              </a:spcBef>
              <a:buFont typeface="Arial" charset="0"/>
              <a:buChar char="•"/>
            </a:pPr>
            <a:r>
              <a:rPr lang="en-GB" altLang="x-none" sz="2900" dirty="0">
                <a:ea typeface="ＭＳ Ｐゴシック" charset="-128"/>
              </a:rPr>
              <a:t>Considerations of general prevention </a:t>
            </a:r>
            <a:r>
              <a:rPr lang="en-GB" altLang="x-none" sz="2900" u="sng" dirty="0">
                <a:ea typeface="ＭＳ Ｐゴシック" charset="-128"/>
              </a:rPr>
              <a:t>not</a:t>
            </a:r>
            <a:r>
              <a:rPr lang="en-GB" altLang="x-none" sz="2900" dirty="0">
                <a:ea typeface="ＭＳ Ｐゴシック" charset="-128"/>
              </a:rPr>
              <a:t> ok </a:t>
            </a:r>
            <a:r>
              <a:rPr lang="en-US" altLang="x-none" sz="2900" dirty="0">
                <a:ea typeface="ＭＳ Ｐゴシック" charset="-128"/>
              </a:rPr>
              <a:t>(e.g. </a:t>
            </a:r>
            <a:r>
              <a:rPr lang="en-GB" sz="2900" dirty="0"/>
              <a:t>Case 67/74 </a:t>
            </a:r>
            <a:r>
              <a:rPr lang="en-GB" sz="2900" i="1" dirty="0" err="1"/>
              <a:t>Bonsignore</a:t>
            </a:r>
            <a:r>
              <a:rPr lang="en-GB" sz="2900" dirty="0"/>
              <a:t>)</a:t>
            </a:r>
          </a:p>
          <a:p>
            <a:endParaRPr lang="en-US" sz="2800" dirty="0"/>
          </a:p>
        </p:txBody>
      </p:sp>
    </p:spTree>
    <p:custDataLst>
      <p:tags r:id="rId1"/>
    </p:custDataLst>
    <p:extLst>
      <p:ext uri="{BB962C8B-B14F-4D97-AF65-F5344CB8AC3E}">
        <p14:creationId xmlns:p14="http://schemas.microsoft.com/office/powerpoint/2010/main" val="2905866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188640"/>
            <a:ext cx="7772400" cy="1224136"/>
          </a:xfrm>
        </p:spPr>
        <p:txBody>
          <a:bodyPr>
            <a:normAutofit/>
          </a:bodyPr>
          <a:lstStyle/>
          <a:p>
            <a:r>
              <a:rPr lang="en-US" altLang="x-none" dirty="0">
                <a:ea typeface="ＭＳ Ｐゴシック" charset="-128"/>
              </a:rPr>
              <a:t>Public policy/security measures</a:t>
            </a:r>
            <a:endParaRPr lang="en-US" dirty="0"/>
          </a:p>
        </p:txBody>
      </p:sp>
      <p:sp>
        <p:nvSpPr>
          <p:cNvPr id="3" name="Content Placeholder 2"/>
          <p:cNvSpPr>
            <a:spLocks noGrp="1"/>
          </p:cNvSpPr>
          <p:nvPr>
            <p:ph idx="1"/>
          </p:nvPr>
        </p:nvSpPr>
        <p:spPr>
          <a:xfrm>
            <a:off x="251520" y="1268760"/>
            <a:ext cx="8352928" cy="4824536"/>
          </a:xfrm>
        </p:spPr>
        <p:txBody>
          <a:bodyPr>
            <a:normAutofit/>
          </a:bodyPr>
          <a:lstStyle/>
          <a:p>
            <a:pPr marL="457200" indent="-457200" eaLnBrk="1" hangingPunct="1">
              <a:lnSpc>
                <a:spcPct val="110000"/>
              </a:lnSpc>
              <a:spcBef>
                <a:spcPts val="0"/>
              </a:spcBef>
              <a:buFont typeface="Arial" charset="0"/>
              <a:buChar char="•"/>
            </a:pPr>
            <a:r>
              <a:rPr lang="en-US" altLang="x-none" sz="2600" dirty="0">
                <a:ea typeface="ＭＳ Ｐゴシック" charset="-128"/>
              </a:rPr>
              <a:t>Personal conduct must be ‘</a:t>
            </a:r>
            <a:r>
              <a:rPr lang="en-US" altLang="x-none" sz="2600" u="sng" dirty="0">
                <a:ea typeface="ＭＳ Ｐゴシック" charset="-128"/>
              </a:rPr>
              <a:t>genuine</a:t>
            </a:r>
            <a:r>
              <a:rPr lang="en-US" altLang="x-none" sz="2600" dirty="0">
                <a:ea typeface="ＭＳ Ｐゴシック" charset="-128"/>
              </a:rPr>
              <a:t>, </a:t>
            </a:r>
            <a:r>
              <a:rPr lang="en-US" altLang="x-none" sz="2600" u="sng" dirty="0">
                <a:ea typeface="ＭＳ Ｐゴシック" charset="-128"/>
              </a:rPr>
              <a:t>present</a:t>
            </a:r>
            <a:r>
              <a:rPr lang="en-US" altLang="x-none" sz="2600" dirty="0">
                <a:ea typeface="ＭＳ Ｐゴシック" charset="-128"/>
              </a:rPr>
              <a:t> and </a:t>
            </a:r>
            <a:r>
              <a:rPr lang="en-US" altLang="x-none" sz="2600" u="sng" dirty="0">
                <a:ea typeface="ＭＳ Ｐゴシック" charset="-128"/>
              </a:rPr>
              <a:t>sufficiently serious threat</a:t>
            </a:r>
            <a:r>
              <a:rPr lang="en-US" altLang="x-none" sz="2600" dirty="0">
                <a:ea typeface="ＭＳ Ｐゴシック" charset="-128"/>
              </a:rPr>
              <a:t> affecting one of the fundamental interests of society’ (Art 27(2))</a:t>
            </a:r>
          </a:p>
          <a:p>
            <a:pPr marL="857250" lvl="1" indent="-457200" eaLnBrk="1" hangingPunct="1">
              <a:lnSpc>
                <a:spcPct val="110000"/>
              </a:lnSpc>
              <a:spcBef>
                <a:spcPts val="0"/>
              </a:spcBef>
              <a:buFont typeface="Arial" charset="0"/>
              <a:buChar char="•"/>
            </a:pPr>
            <a:r>
              <a:rPr lang="en-US" sz="2600" dirty="0">
                <a:ea typeface="ＭＳ Ｐゴシック" charset="-128"/>
              </a:rPr>
              <a:t>Sufficiently serious threat</a:t>
            </a:r>
          </a:p>
          <a:p>
            <a:pPr marL="1257300" lvl="2" indent="-457200" eaLnBrk="1" hangingPunct="1">
              <a:lnSpc>
                <a:spcPct val="110000"/>
              </a:lnSpc>
              <a:spcBef>
                <a:spcPts val="0"/>
              </a:spcBef>
              <a:buFont typeface="Arial" charset="0"/>
              <a:buChar char="•"/>
            </a:pPr>
            <a:r>
              <a:rPr lang="en-GB" sz="2600" i="1" dirty="0" err="1"/>
              <a:t>Adoui</a:t>
            </a:r>
            <a:r>
              <a:rPr lang="en-GB" sz="2600" i="1" dirty="0"/>
              <a:t> and </a:t>
            </a:r>
            <a:r>
              <a:rPr lang="en-GB" sz="2600" i="1" dirty="0" err="1"/>
              <a:t>Cornuaille</a:t>
            </a:r>
            <a:r>
              <a:rPr lang="en-GB" sz="2600" i="1" dirty="0"/>
              <a:t> v Belgium – </a:t>
            </a:r>
            <a:r>
              <a:rPr lang="en-GB" sz="2600" dirty="0"/>
              <a:t>French women in Belgium working at a bar that was ‘suspect from the point of view of morals’</a:t>
            </a:r>
            <a:r>
              <a:rPr lang="en-GB" sz="2600" i="1" dirty="0"/>
              <a:t>)</a:t>
            </a:r>
          </a:p>
          <a:p>
            <a:pPr marL="857250" lvl="1" indent="-457200" eaLnBrk="1" hangingPunct="1">
              <a:lnSpc>
                <a:spcPct val="110000"/>
              </a:lnSpc>
              <a:spcBef>
                <a:spcPts val="0"/>
              </a:spcBef>
              <a:buFont typeface="Arial" charset="0"/>
              <a:buChar char="•"/>
            </a:pPr>
            <a:r>
              <a:rPr lang="en-US" sz="2600" dirty="0">
                <a:ea typeface="ＭＳ Ｐゴシック" charset="-128"/>
              </a:rPr>
              <a:t>Genuine threat is not a presumed threat</a:t>
            </a:r>
          </a:p>
          <a:p>
            <a:pPr marL="857250" lvl="1" indent="-457200" eaLnBrk="1" hangingPunct="1">
              <a:lnSpc>
                <a:spcPct val="110000"/>
              </a:lnSpc>
              <a:spcBef>
                <a:spcPts val="0"/>
              </a:spcBef>
              <a:buFont typeface="Arial" charset="0"/>
              <a:buChar char="•"/>
            </a:pPr>
            <a:r>
              <a:rPr lang="en-US" sz="2600" dirty="0">
                <a:ea typeface="ＭＳ Ｐゴシック" charset="-128"/>
              </a:rPr>
              <a:t>Present threat is not a past threat</a:t>
            </a:r>
            <a:endParaRPr lang="en-GB" sz="2600" dirty="0"/>
          </a:p>
          <a:p>
            <a:endParaRPr lang="en-US" sz="2800" dirty="0"/>
          </a:p>
        </p:txBody>
      </p:sp>
    </p:spTree>
    <p:custDataLst>
      <p:tags r:id="rId1"/>
    </p:custDataLst>
    <p:extLst>
      <p:ext uri="{BB962C8B-B14F-4D97-AF65-F5344CB8AC3E}">
        <p14:creationId xmlns:p14="http://schemas.microsoft.com/office/powerpoint/2010/main" val="27019165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188640"/>
            <a:ext cx="7772400" cy="1224136"/>
          </a:xfrm>
        </p:spPr>
        <p:txBody>
          <a:bodyPr>
            <a:normAutofit/>
          </a:bodyPr>
          <a:lstStyle/>
          <a:p>
            <a:r>
              <a:rPr lang="en-US" altLang="x-none" dirty="0">
                <a:ea typeface="ＭＳ Ｐゴシック" charset="-128"/>
              </a:rPr>
              <a:t>Public policy/security measures</a:t>
            </a:r>
            <a:endParaRPr lang="en-US" dirty="0"/>
          </a:p>
        </p:txBody>
      </p:sp>
      <p:sp>
        <p:nvSpPr>
          <p:cNvPr id="3" name="Content Placeholder 2"/>
          <p:cNvSpPr>
            <a:spLocks noGrp="1"/>
          </p:cNvSpPr>
          <p:nvPr>
            <p:ph idx="1"/>
          </p:nvPr>
        </p:nvSpPr>
        <p:spPr>
          <a:xfrm>
            <a:off x="251520" y="1412776"/>
            <a:ext cx="8352928" cy="4680520"/>
          </a:xfrm>
        </p:spPr>
        <p:txBody>
          <a:bodyPr>
            <a:normAutofit/>
          </a:bodyPr>
          <a:lstStyle/>
          <a:p>
            <a:pPr marL="457200" indent="-457200" eaLnBrk="1" hangingPunct="1">
              <a:lnSpc>
                <a:spcPct val="110000"/>
              </a:lnSpc>
              <a:spcBef>
                <a:spcPts val="0"/>
              </a:spcBef>
              <a:buFont typeface="Arial" charset="0"/>
              <a:buChar char="•"/>
            </a:pPr>
            <a:r>
              <a:rPr lang="en-GB" sz="3200" dirty="0"/>
              <a:t>Previous crim convictions only matter if they are evidence of personal conduct constituting a genuine, present and sufficient serious threat</a:t>
            </a:r>
            <a:r>
              <a:rPr lang="en-US" sz="3200" dirty="0"/>
              <a:t> (Art 27(2); also Art 33)</a:t>
            </a:r>
            <a:endParaRPr lang="en-US" sz="3200" dirty="0">
              <a:ea typeface="ＭＳ Ｐゴシック" charset="-128"/>
            </a:endParaRPr>
          </a:p>
          <a:p>
            <a:pPr marL="457200" indent="-457200" eaLnBrk="1" hangingPunct="1">
              <a:lnSpc>
                <a:spcPct val="110000"/>
              </a:lnSpc>
              <a:spcBef>
                <a:spcPts val="0"/>
              </a:spcBef>
              <a:buFont typeface="Arial" charset="0"/>
              <a:buChar char="•"/>
            </a:pPr>
            <a:r>
              <a:rPr lang="en-US" altLang="x-none" sz="3200" dirty="0">
                <a:ea typeface="ＭＳ Ｐゴシック" charset="-128"/>
              </a:rPr>
              <a:t>Measures must respect proportionality (Art 27(2))</a:t>
            </a:r>
          </a:p>
          <a:p>
            <a:endParaRPr lang="en-US" sz="2800" dirty="0"/>
          </a:p>
        </p:txBody>
      </p:sp>
    </p:spTree>
    <p:custDataLst>
      <p:tags r:id="rId1"/>
    </p:custDataLst>
    <p:extLst>
      <p:ext uri="{BB962C8B-B14F-4D97-AF65-F5344CB8AC3E}">
        <p14:creationId xmlns:p14="http://schemas.microsoft.com/office/powerpoint/2010/main" val="35552612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188640"/>
            <a:ext cx="7772400" cy="1224136"/>
          </a:xfrm>
        </p:spPr>
        <p:txBody>
          <a:bodyPr>
            <a:normAutofit/>
          </a:bodyPr>
          <a:lstStyle/>
          <a:p>
            <a:r>
              <a:rPr lang="en-US" altLang="x-none" dirty="0">
                <a:ea typeface="ＭＳ Ｐゴシック" charset="-128"/>
              </a:rPr>
              <a:t>Public policy/security measures</a:t>
            </a:r>
            <a:endParaRPr lang="en-US" dirty="0"/>
          </a:p>
        </p:txBody>
      </p:sp>
      <p:sp>
        <p:nvSpPr>
          <p:cNvPr id="3" name="Content Placeholder 2"/>
          <p:cNvSpPr>
            <a:spLocks noGrp="1"/>
          </p:cNvSpPr>
          <p:nvPr>
            <p:ph idx="1"/>
          </p:nvPr>
        </p:nvSpPr>
        <p:spPr>
          <a:xfrm>
            <a:off x="251520" y="1484784"/>
            <a:ext cx="8352928" cy="4608512"/>
          </a:xfrm>
        </p:spPr>
        <p:txBody>
          <a:bodyPr>
            <a:noAutofit/>
          </a:bodyPr>
          <a:lstStyle/>
          <a:p>
            <a:pPr marL="457200" indent="-457200">
              <a:buFont typeface="Arial" panose="020B0604020202020204" pitchFamily="34" charset="0"/>
              <a:buChar char="•"/>
            </a:pPr>
            <a:r>
              <a:rPr lang="en-US" sz="2500" dirty="0"/>
              <a:t>Two sisters serve two-year sentences for robbery. </a:t>
            </a:r>
          </a:p>
          <a:p>
            <a:pPr marL="0" indent="0"/>
            <a:r>
              <a:rPr lang="en-US" sz="2500" dirty="0"/>
              <a:t>      Authorities assess whether their personal conduct is a</a:t>
            </a:r>
          </a:p>
          <a:p>
            <a:pPr marL="0" indent="0"/>
            <a:r>
              <a:rPr lang="en-US" sz="2500" dirty="0"/>
              <a:t>      threat to public policy:</a:t>
            </a:r>
          </a:p>
          <a:p>
            <a:pPr marL="857250" lvl="1" indent="-457200">
              <a:buFont typeface="Arial" panose="020B0604020202020204" pitchFamily="34" charset="0"/>
              <a:buChar char="•"/>
            </a:pPr>
            <a:r>
              <a:rPr lang="en-US" sz="2500" dirty="0"/>
              <a:t>Sister A: first conviction. She behaved well in </a:t>
            </a:r>
          </a:p>
          <a:p>
            <a:pPr marL="0" indent="0"/>
            <a:r>
              <a:rPr lang="en-US" sz="2500" dirty="0"/>
              <a:t>          prison. Since leaving prison, she found a job. </a:t>
            </a:r>
          </a:p>
          <a:p>
            <a:pPr marL="857250" lvl="1" indent="-457200">
              <a:buFont typeface="Arial" panose="020B0604020202020204" pitchFamily="34" charset="0"/>
              <a:buChar char="•"/>
            </a:pPr>
            <a:r>
              <a:rPr lang="en-US" sz="2500" dirty="0"/>
              <a:t>Sister B: fourth conviction. Seriousness of her crimes has increased. She wasn’t behaving well in </a:t>
            </a:r>
          </a:p>
          <a:p>
            <a:pPr marL="0" indent="0"/>
            <a:r>
              <a:rPr lang="en-US" sz="2500" dirty="0"/>
              <a:t>         prison. Two weeks after being released, she is </a:t>
            </a:r>
          </a:p>
          <a:p>
            <a:pPr marL="0" indent="0"/>
            <a:r>
              <a:rPr lang="en-US" sz="2500" dirty="0"/>
              <a:t>         caught planning another robbery.</a:t>
            </a:r>
          </a:p>
        </p:txBody>
      </p:sp>
    </p:spTree>
    <p:custDataLst>
      <p:tags r:id="rId1"/>
    </p:custDataLst>
    <p:extLst>
      <p:ext uri="{BB962C8B-B14F-4D97-AF65-F5344CB8AC3E}">
        <p14:creationId xmlns:p14="http://schemas.microsoft.com/office/powerpoint/2010/main" val="42915642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a:xfrm>
            <a:off x="685800" y="476672"/>
            <a:ext cx="7772400" cy="1008112"/>
          </a:xfrm>
        </p:spPr>
        <p:txBody>
          <a:bodyPr/>
          <a:lstStyle/>
          <a:p>
            <a:pPr eaLnBrk="1" hangingPunct="1"/>
            <a:r>
              <a:rPr lang="en-US" altLang="x-none" dirty="0">
                <a:ea typeface="ＭＳ Ｐゴシック" charset="-128"/>
              </a:rPr>
              <a:t>Public policy/security measures</a:t>
            </a:r>
          </a:p>
        </p:txBody>
      </p:sp>
      <p:sp>
        <p:nvSpPr>
          <p:cNvPr id="33795" name="Content Placeholder 2"/>
          <p:cNvSpPr>
            <a:spLocks noGrp="1"/>
          </p:cNvSpPr>
          <p:nvPr>
            <p:ph idx="1"/>
          </p:nvPr>
        </p:nvSpPr>
        <p:spPr>
          <a:xfrm>
            <a:off x="323528" y="1484784"/>
            <a:ext cx="8352927" cy="4680520"/>
          </a:xfrm>
        </p:spPr>
        <p:txBody>
          <a:bodyPr/>
          <a:lstStyle/>
          <a:p>
            <a:pPr eaLnBrk="1" hangingPunct="1">
              <a:lnSpc>
                <a:spcPct val="150000"/>
              </a:lnSpc>
              <a:spcBef>
                <a:spcPts val="0"/>
              </a:spcBef>
              <a:buFont typeface="Arial" charset="0"/>
              <a:buChar char="•"/>
            </a:pPr>
            <a:r>
              <a:rPr lang="en-US" altLang="x-none" sz="2600" dirty="0">
                <a:ea typeface="ＭＳ Ｐゴシック" charset="-128"/>
              </a:rPr>
              <a:t>Factors to be taken into account by host State before taking expulsion decision on grounds of public policy or public security (Art 28): </a:t>
            </a:r>
          </a:p>
          <a:p>
            <a:pPr lvl="1" eaLnBrk="1" hangingPunct="1">
              <a:lnSpc>
                <a:spcPct val="150000"/>
              </a:lnSpc>
              <a:spcBef>
                <a:spcPts val="0"/>
              </a:spcBef>
              <a:buFont typeface="Arial" charset="0"/>
              <a:buChar char="•"/>
            </a:pPr>
            <a:r>
              <a:rPr lang="en-US" altLang="x-none" sz="2600" dirty="0">
                <a:ea typeface="ＭＳ Ｐゴシック" charset="-128"/>
              </a:rPr>
              <a:t>length of stay in host state, age, state of health, family and eco. situation, level of integration, links with country of origin</a:t>
            </a:r>
          </a:p>
          <a:p>
            <a:pPr marL="0" indent="0" eaLnBrk="1" hangingPunct="1">
              <a:spcBef>
                <a:spcPts val="0"/>
              </a:spcBef>
            </a:pPr>
            <a:endParaRPr lang="en-US" altLang="x-none" sz="2100" dirty="0">
              <a:ea typeface="ＭＳ Ｐゴシック" charset="-128"/>
            </a:endParaRPr>
          </a:p>
        </p:txBody>
      </p:sp>
    </p:spTree>
    <p:custDataLst>
      <p:tags r:id="rId1"/>
    </p:custDataLst>
    <p:extLst>
      <p:ext uri="{BB962C8B-B14F-4D97-AF65-F5344CB8AC3E}">
        <p14:creationId xmlns:p14="http://schemas.microsoft.com/office/powerpoint/2010/main" val="11935344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p:txBody>
          <a:bodyPr>
            <a:normAutofit fontScale="90000"/>
          </a:bodyPr>
          <a:lstStyle/>
          <a:p>
            <a:pPr eaLnBrk="1" hangingPunct="1"/>
            <a:r>
              <a:rPr lang="en-US" altLang="x-none" dirty="0">
                <a:ea typeface="ＭＳ Ｐゴシック" charset="-128"/>
              </a:rPr>
              <a:t>Dir 2004/38 – Increased protection against expulsions (Art 28)</a:t>
            </a:r>
          </a:p>
        </p:txBody>
      </p:sp>
      <p:sp>
        <p:nvSpPr>
          <p:cNvPr id="33795" name="Content Placeholder 2"/>
          <p:cNvSpPr>
            <a:spLocks noGrp="1"/>
          </p:cNvSpPr>
          <p:nvPr>
            <p:ph idx="1"/>
          </p:nvPr>
        </p:nvSpPr>
        <p:spPr>
          <a:xfrm>
            <a:off x="323528" y="1916832"/>
            <a:ext cx="8352927" cy="4248472"/>
          </a:xfrm>
        </p:spPr>
        <p:txBody>
          <a:bodyPr/>
          <a:lstStyle/>
          <a:p>
            <a:pPr eaLnBrk="1" hangingPunct="1">
              <a:lnSpc>
                <a:spcPct val="150000"/>
              </a:lnSpc>
              <a:spcBef>
                <a:spcPts val="0"/>
              </a:spcBef>
              <a:buFont typeface="Arial" charset="0"/>
              <a:buChar char="•"/>
            </a:pPr>
            <a:r>
              <a:rPr lang="en-US" altLang="x-none" sz="2500" dirty="0">
                <a:ea typeface="ＭＳ Ｐゴシック" charset="-128"/>
              </a:rPr>
              <a:t>Union citizens (and family members) with right of </a:t>
            </a:r>
            <a:r>
              <a:rPr lang="en-US" altLang="x-none" sz="2500" u="sng" dirty="0">
                <a:ea typeface="ＭＳ Ｐゴシック" charset="-128"/>
              </a:rPr>
              <a:t>permanent residence</a:t>
            </a:r>
            <a:r>
              <a:rPr lang="en-US" altLang="x-none" sz="2500" dirty="0">
                <a:ea typeface="ＭＳ Ｐゴシック" charset="-128"/>
              </a:rPr>
              <a:t> cannot be expelled save on SERIOUS grounds of public policy/security</a:t>
            </a:r>
          </a:p>
          <a:p>
            <a:pPr eaLnBrk="1" hangingPunct="1">
              <a:lnSpc>
                <a:spcPct val="150000"/>
              </a:lnSpc>
              <a:spcBef>
                <a:spcPts val="0"/>
              </a:spcBef>
              <a:buFont typeface="Arial" charset="0"/>
              <a:buChar char="•"/>
            </a:pPr>
            <a:r>
              <a:rPr lang="en-US" altLang="x-none" sz="2500" dirty="0">
                <a:ea typeface="ＭＳ Ｐゴシック" charset="-128"/>
              </a:rPr>
              <a:t>Those having </a:t>
            </a:r>
            <a:r>
              <a:rPr lang="en-US" altLang="x-none" sz="2500" u="sng" dirty="0">
                <a:ea typeface="ＭＳ Ｐゴシック" charset="-128"/>
              </a:rPr>
              <a:t>resided for the previous 10 years</a:t>
            </a:r>
            <a:r>
              <a:rPr lang="en-US" altLang="x-none" sz="2500" dirty="0">
                <a:ea typeface="ＭＳ Ｐゴシック" charset="-128"/>
              </a:rPr>
              <a:t> as well as </a:t>
            </a:r>
            <a:r>
              <a:rPr lang="en-US" altLang="x-none" sz="2500" u="sng" dirty="0">
                <a:ea typeface="ＭＳ Ｐゴシック" charset="-128"/>
              </a:rPr>
              <a:t>minors</a:t>
            </a:r>
            <a:r>
              <a:rPr lang="en-US" altLang="x-none" sz="2500" dirty="0">
                <a:ea typeface="ＭＳ Ｐゴシック" charset="-128"/>
              </a:rPr>
              <a:t> cannot be expelled save on IMPERATIVE grounds of public </a:t>
            </a:r>
            <a:r>
              <a:rPr lang="en-US" altLang="x-none" sz="2500" b="1" dirty="0">
                <a:ea typeface="ＭＳ Ｐゴシック" charset="-128"/>
              </a:rPr>
              <a:t>security</a:t>
            </a:r>
          </a:p>
          <a:p>
            <a:pPr lvl="1" eaLnBrk="1" hangingPunct="1">
              <a:lnSpc>
                <a:spcPct val="150000"/>
              </a:lnSpc>
              <a:spcBef>
                <a:spcPts val="0"/>
              </a:spcBef>
              <a:buFont typeface="Arial" charset="0"/>
              <a:buChar char="•"/>
            </a:pPr>
            <a:r>
              <a:rPr lang="en-GB" sz="2500" dirty="0"/>
              <a:t>Case</a:t>
            </a:r>
            <a:r>
              <a:rPr lang="it-IT" sz="2500" dirty="0"/>
              <a:t> C-348/09, </a:t>
            </a:r>
            <a:r>
              <a:rPr lang="it-IT" sz="2500" b="1" i="1" dirty="0"/>
              <a:t>PI</a:t>
            </a:r>
            <a:r>
              <a:rPr lang="en-US" sz="2500" dirty="0"/>
              <a:t> </a:t>
            </a:r>
            <a:endParaRPr lang="en-US" altLang="x-none" sz="2500" dirty="0">
              <a:ea typeface="ＭＳ Ｐゴシック" charset="-128"/>
            </a:endParaRPr>
          </a:p>
        </p:txBody>
      </p:sp>
    </p:spTree>
    <p:custDataLst>
      <p:tags r:id="rId1"/>
    </p:custDataLst>
    <p:extLst>
      <p:ext uri="{BB962C8B-B14F-4D97-AF65-F5344CB8AC3E}">
        <p14:creationId xmlns:p14="http://schemas.microsoft.com/office/powerpoint/2010/main" val="18339596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79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379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379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p:txBody>
          <a:bodyPr>
            <a:normAutofit fontScale="90000"/>
          </a:bodyPr>
          <a:lstStyle/>
          <a:p>
            <a:pPr eaLnBrk="1" hangingPunct="1"/>
            <a:r>
              <a:rPr lang="en-US" altLang="x-none" dirty="0">
                <a:ea typeface="ＭＳ Ｐゴシック" charset="-128"/>
              </a:rPr>
              <a:t>Dir 2004/38 – Increased protection against expulsions (Art 28)</a:t>
            </a:r>
          </a:p>
        </p:txBody>
      </p:sp>
      <p:sp>
        <p:nvSpPr>
          <p:cNvPr id="33795" name="Content Placeholder 2"/>
          <p:cNvSpPr>
            <a:spLocks noGrp="1"/>
          </p:cNvSpPr>
          <p:nvPr>
            <p:ph idx="1"/>
          </p:nvPr>
        </p:nvSpPr>
        <p:spPr>
          <a:xfrm>
            <a:off x="323528" y="1916832"/>
            <a:ext cx="8352927" cy="4248472"/>
          </a:xfrm>
        </p:spPr>
        <p:txBody>
          <a:bodyPr/>
          <a:lstStyle/>
          <a:p>
            <a:pPr eaLnBrk="1" hangingPunct="1">
              <a:lnSpc>
                <a:spcPct val="150000"/>
              </a:lnSpc>
              <a:spcBef>
                <a:spcPts val="0"/>
              </a:spcBef>
              <a:buFont typeface="Arial" charset="0"/>
              <a:buChar char="•"/>
            </a:pPr>
            <a:r>
              <a:rPr lang="en-GB" sz="2000" dirty="0">
                <a:latin typeface="Times New Roman" panose="02020603050405020304" pitchFamily="18" charset="0"/>
                <a:cs typeface="Times New Roman" panose="02020603050405020304" pitchFamily="18" charset="0"/>
              </a:rPr>
              <a:t>Case</a:t>
            </a:r>
            <a:r>
              <a:rPr lang="it-IT" sz="2000" dirty="0">
                <a:latin typeface="Times New Roman" panose="02020603050405020304" pitchFamily="18" charset="0"/>
                <a:cs typeface="Times New Roman" panose="02020603050405020304" pitchFamily="18" charset="0"/>
              </a:rPr>
              <a:t> C-348/09, </a:t>
            </a:r>
            <a:r>
              <a:rPr lang="it-IT" sz="2000" b="1" i="1" dirty="0">
                <a:latin typeface="Times New Roman" panose="02020603050405020304" pitchFamily="18" charset="0"/>
                <a:cs typeface="Times New Roman" panose="02020603050405020304" pitchFamily="18" charset="0"/>
              </a:rPr>
              <a:t>PI</a:t>
            </a:r>
            <a:r>
              <a:rPr lang="en-US" sz="2000" dirty="0">
                <a:latin typeface="Times New Roman" panose="02020603050405020304" pitchFamily="18" charset="0"/>
                <a:cs typeface="Times New Roman" panose="02020603050405020304" pitchFamily="18" charset="0"/>
              </a:rPr>
              <a:t> (sexual exploitation of a child)</a:t>
            </a:r>
          </a:p>
          <a:p>
            <a:pPr marL="0" indent="0" eaLnBrk="1" hangingPunct="1">
              <a:lnSpc>
                <a:spcPct val="150000"/>
              </a:lnSpc>
              <a:spcBef>
                <a:spcPts val="0"/>
              </a:spcBef>
            </a:pPr>
            <a:r>
              <a:rPr lang="en-US" sz="2000" kern="1200" dirty="0">
                <a:latin typeface="Times New Roman" panose="02020603050405020304" pitchFamily="18" charset="0"/>
                <a:cs typeface="Times New Roman" panose="02020603050405020304" pitchFamily="18" charset="0"/>
              </a:rPr>
              <a:t>     ‘Does the </a:t>
            </a:r>
            <a:r>
              <a:rPr lang="en-US" sz="2000" u="sng" kern="1200" dirty="0">
                <a:latin typeface="Times New Roman" panose="02020603050405020304" pitchFamily="18" charset="0"/>
                <a:cs typeface="Times New Roman" panose="02020603050405020304" pitchFamily="18" charset="0"/>
              </a:rPr>
              <a:t>term “imperative grounds of public security” </a:t>
            </a:r>
            <a:r>
              <a:rPr lang="en-US" sz="2000" kern="1200" dirty="0">
                <a:latin typeface="Times New Roman" panose="02020603050405020304" pitchFamily="18" charset="0"/>
                <a:cs typeface="Times New Roman" panose="02020603050405020304" pitchFamily="18" charset="0"/>
              </a:rPr>
              <a:t>contained in  </a:t>
            </a:r>
          </a:p>
          <a:p>
            <a:pPr marL="0" indent="0" eaLnBrk="1" hangingPunct="1">
              <a:lnSpc>
                <a:spcPct val="150000"/>
              </a:lnSpc>
              <a:spcBef>
                <a:spcPts val="0"/>
              </a:spcBef>
            </a:pPr>
            <a:r>
              <a:rPr lang="en-US" sz="2000" kern="1200" dirty="0">
                <a:latin typeface="Times New Roman" panose="02020603050405020304" pitchFamily="18" charset="0"/>
                <a:cs typeface="Times New Roman" panose="02020603050405020304" pitchFamily="18" charset="0"/>
              </a:rPr>
              <a:t>      Article 28(3) of Directive [2004/38] cover only threats posed to the   </a:t>
            </a:r>
          </a:p>
          <a:p>
            <a:pPr marL="0" indent="0" eaLnBrk="1" hangingPunct="1">
              <a:lnSpc>
                <a:spcPct val="150000"/>
              </a:lnSpc>
              <a:spcBef>
                <a:spcPts val="0"/>
              </a:spcBef>
            </a:pPr>
            <a:r>
              <a:rPr lang="en-US" sz="2000" kern="1200" dirty="0">
                <a:latin typeface="Times New Roman" panose="02020603050405020304" pitchFamily="18" charset="0"/>
                <a:cs typeface="Times New Roman" panose="02020603050405020304" pitchFamily="18" charset="0"/>
              </a:rPr>
              <a:t>      internal and external security of the State in terms of the continued </a:t>
            </a:r>
          </a:p>
          <a:p>
            <a:pPr marL="0" indent="0" eaLnBrk="1" hangingPunct="1">
              <a:lnSpc>
                <a:spcPct val="150000"/>
              </a:lnSpc>
              <a:spcBef>
                <a:spcPts val="0"/>
              </a:spcBef>
            </a:pPr>
            <a:r>
              <a:rPr lang="en-US" sz="2000" kern="1200" dirty="0">
                <a:latin typeface="Times New Roman" panose="02020603050405020304" pitchFamily="18" charset="0"/>
                <a:cs typeface="Times New Roman" panose="02020603050405020304" pitchFamily="18" charset="0"/>
              </a:rPr>
              <a:t>      existence of the State with its institutions and important public   </a:t>
            </a:r>
          </a:p>
          <a:p>
            <a:pPr marL="0" indent="0" eaLnBrk="1" hangingPunct="1">
              <a:lnSpc>
                <a:spcPct val="150000"/>
              </a:lnSpc>
              <a:spcBef>
                <a:spcPts val="0"/>
              </a:spcBef>
            </a:pPr>
            <a:r>
              <a:rPr lang="en-US" sz="2000" kern="1200" dirty="0">
                <a:latin typeface="Times New Roman" panose="02020603050405020304" pitchFamily="18" charset="0"/>
                <a:cs typeface="Times New Roman" panose="02020603050405020304" pitchFamily="18" charset="0"/>
              </a:rPr>
              <a:t>      services, the survival of the population, foreign relations and the </a:t>
            </a:r>
          </a:p>
          <a:p>
            <a:pPr marL="0" indent="0" eaLnBrk="1" hangingPunct="1">
              <a:lnSpc>
                <a:spcPct val="150000"/>
              </a:lnSpc>
              <a:spcBef>
                <a:spcPts val="0"/>
              </a:spcBef>
            </a:pPr>
            <a:r>
              <a:rPr lang="en-US" sz="2000" kern="1200" dirty="0">
                <a:latin typeface="Times New Roman" panose="02020603050405020304" pitchFamily="18" charset="0"/>
                <a:cs typeface="Times New Roman" panose="02020603050405020304" pitchFamily="18" charset="0"/>
              </a:rPr>
              <a:t>      peaceful co-existence of nations?’</a:t>
            </a:r>
          </a:p>
          <a:p>
            <a:pPr eaLnBrk="1" hangingPunct="1">
              <a:lnSpc>
                <a:spcPct val="150000"/>
              </a:lnSpc>
              <a:spcBef>
                <a:spcPts val="0"/>
              </a:spcBef>
              <a:buFont typeface="Arial" panose="020B0604020202020204" pitchFamily="34" charset="0"/>
              <a:buChar char="•"/>
            </a:pPr>
            <a:r>
              <a:rPr lang="en-US" sz="2000" kern="1200" dirty="0">
                <a:latin typeface="Times New Roman" panose="02020603050405020304" pitchFamily="18" charset="0"/>
                <a:cs typeface="Times New Roman" panose="02020603050405020304" pitchFamily="18" charset="0"/>
              </a:rPr>
              <a:t>Court accepts that sexual exploitation of children covered </a:t>
            </a:r>
          </a:p>
          <a:p>
            <a:pPr marL="0" indent="0" eaLnBrk="1" hangingPunct="1">
              <a:lnSpc>
                <a:spcPct val="150000"/>
              </a:lnSpc>
              <a:spcBef>
                <a:spcPts val="0"/>
              </a:spcBef>
            </a:pPr>
            <a:r>
              <a:rPr lang="en-US" sz="2000" kern="1200" dirty="0">
                <a:latin typeface="Times New Roman" panose="02020603050405020304" pitchFamily="18" charset="0"/>
                <a:cs typeface="Times New Roman" panose="02020603050405020304" pitchFamily="18" charset="0"/>
              </a:rPr>
              <a:t>      by concept of ‘imperative grounds of public security’</a:t>
            </a:r>
          </a:p>
          <a:p>
            <a:pPr marL="0" indent="0" eaLnBrk="1" hangingPunct="1">
              <a:lnSpc>
                <a:spcPct val="150000"/>
              </a:lnSpc>
              <a:spcBef>
                <a:spcPts val="0"/>
              </a:spcBef>
            </a:pPr>
            <a:endParaRPr lang="en-US" sz="2200" kern="1200" dirty="0">
              <a:latin typeface="Times New Roman" panose="02020603050405020304" pitchFamily="18" charset="0"/>
              <a:cs typeface="Times New Roman" panose="02020603050405020304" pitchFamily="18" charset="0"/>
            </a:endParaRPr>
          </a:p>
          <a:p>
            <a:pPr eaLnBrk="1" hangingPunct="1">
              <a:lnSpc>
                <a:spcPct val="150000"/>
              </a:lnSpc>
              <a:spcBef>
                <a:spcPts val="0"/>
              </a:spcBef>
              <a:buFont typeface="Arial" charset="0"/>
              <a:buChar char="•"/>
            </a:pPr>
            <a:endParaRPr lang="en-US" altLang="x-none" sz="2700" dirty="0">
              <a:ea typeface="ＭＳ Ｐゴシック" charset="-128"/>
            </a:endParaRPr>
          </a:p>
        </p:txBody>
      </p:sp>
    </p:spTree>
    <p:custDataLst>
      <p:tags r:id="rId1"/>
    </p:custDataLst>
    <p:extLst>
      <p:ext uri="{BB962C8B-B14F-4D97-AF65-F5344CB8AC3E}">
        <p14:creationId xmlns:p14="http://schemas.microsoft.com/office/powerpoint/2010/main" val="39603730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x-none" dirty="0">
                <a:ea typeface="ＭＳ Ｐゴシック" charset="-128"/>
              </a:rPr>
              <a:t>Dir 2004/38 – Public policy/security measures</a:t>
            </a:r>
            <a:endParaRPr lang="en-US" dirty="0"/>
          </a:p>
        </p:txBody>
      </p:sp>
      <p:sp>
        <p:nvSpPr>
          <p:cNvPr id="3" name="Content Placeholder 2"/>
          <p:cNvSpPr>
            <a:spLocks noGrp="1"/>
          </p:cNvSpPr>
          <p:nvPr>
            <p:ph idx="1"/>
          </p:nvPr>
        </p:nvSpPr>
        <p:spPr>
          <a:xfrm>
            <a:off x="323528" y="1989138"/>
            <a:ext cx="8280920" cy="3960142"/>
          </a:xfrm>
        </p:spPr>
        <p:txBody>
          <a:bodyPr/>
          <a:lstStyle/>
          <a:p>
            <a:pPr marL="457200" indent="-457200">
              <a:spcBef>
                <a:spcPts val="0"/>
              </a:spcBef>
              <a:buFont typeface="Arial" charset="0"/>
              <a:buChar char="•"/>
            </a:pPr>
            <a:r>
              <a:rPr lang="en-GB" sz="3200" dirty="0">
                <a:latin typeface="Times New Roman" panose="02020603050405020304" pitchFamily="18" charset="0"/>
                <a:cs typeface="Times New Roman" panose="02020603050405020304" pitchFamily="18" charset="0"/>
              </a:rPr>
              <a:t>Deportation can never be the automatic consequence of a custodial sentence (Art 33) </a:t>
            </a:r>
          </a:p>
          <a:p>
            <a:pPr marL="457200" indent="-457200">
              <a:spcBef>
                <a:spcPts val="0"/>
              </a:spcBef>
              <a:buFont typeface="Arial" charset="0"/>
              <a:buChar char="•"/>
            </a:pPr>
            <a:r>
              <a:rPr lang="en-GB" sz="3200" dirty="0">
                <a:latin typeface="Times New Roman" panose="02020603050405020304" pitchFamily="18" charset="0"/>
                <a:cs typeface="Times New Roman" panose="02020603050405020304" pitchFamily="18" charset="0"/>
              </a:rPr>
              <a:t>Case C-348/96 </a:t>
            </a:r>
            <a:r>
              <a:rPr lang="en-GB" sz="3200" i="1" dirty="0" err="1">
                <a:latin typeface="Times New Roman" panose="02020603050405020304" pitchFamily="18" charset="0"/>
                <a:cs typeface="Times New Roman" panose="02020603050405020304" pitchFamily="18" charset="0"/>
              </a:rPr>
              <a:t>Calfa</a:t>
            </a:r>
            <a:r>
              <a:rPr lang="en-GB" sz="3200" i="1" dirty="0">
                <a:latin typeface="Times New Roman" panose="02020603050405020304" pitchFamily="18" charset="0"/>
                <a:cs typeface="Times New Roman" panose="02020603050405020304" pitchFamily="18" charset="0"/>
              </a:rPr>
              <a:t> </a:t>
            </a:r>
            <a:r>
              <a:rPr lang="en-GB" sz="3200" dirty="0">
                <a:latin typeface="Times New Roman" panose="02020603050405020304" pitchFamily="18" charset="0"/>
                <a:cs typeface="Times New Roman" panose="02020603050405020304" pitchFamily="18" charset="0"/>
              </a:rPr>
              <a:t>(automatic expulsion following criminal conviction not</a:t>
            </a:r>
          </a:p>
          <a:p>
            <a:pPr marL="0" indent="0">
              <a:spcBef>
                <a:spcPts val="0"/>
              </a:spcBef>
            </a:pPr>
            <a:r>
              <a:rPr lang="en-GB" sz="3200" dirty="0">
                <a:latin typeface="Times New Roman" panose="02020603050405020304" pitchFamily="18" charset="0"/>
                <a:cs typeface="Times New Roman" panose="02020603050405020304" pitchFamily="18" charset="0"/>
              </a:rPr>
              <a:t>    allowed) </a:t>
            </a:r>
          </a:p>
          <a:p>
            <a:pPr marL="457200" indent="-457200">
              <a:spcBef>
                <a:spcPts val="0"/>
              </a:spcBef>
              <a:buFont typeface="Arial" charset="0"/>
              <a:buChar char="•"/>
            </a:pPr>
            <a:r>
              <a:rPr lang="en-GB" sz="3200" dirty="0">
                <a:latin typeface="Times New Roman" panose="02020603050405020304" pitchFamily="18" charset="0"/>
                <a:cs typeface="Times New Roman" panose="02020603050405020304" pitchFamily="18" charset="0"/>
              </a:rPr>
              <a:t>Expulsion can never be permanent (Art 32)</a:t>
            </a:r>
          </a:p>
          <a:p>
            <a:pPr marL="857250" lvl="1" indent="-457200">
              <a:spcBef>
                <a:spcPts val="0"/>
              </a:spcBef>
              <a:buFont typeface="Arial" charset="0"/>
              <a:buChar char="•"/>
            </a:pPr>
            <a:r>
              <a:rPr lang="en-GB" sz="3200" dirty="0">
                <a:latin typeface="Times New Roman" panose="02020603050405020304" pitchFamily="18" charset="0"/>
                <a:cs typeface="Times New Roman" panose="02020603050405020304" pitchFamily="18" charset="0"/>
              </a:rPr>
              <a:t>Individual has a right to review after reasonable period or 3 years max</a:t>
            </a:r>
          </a:p>
          <a:p>
            <a:pPr marL="0" indent="0">
              <a:spcBef>
                <a:spcPts val="0"/>
              </a:spcBef>
            </a:pPr>
            <a:endParaRPr lang="en-GB" sz="3200" dirty="0">
              <a:latin typeface="Times New Roman" panose="02020603050405020304" pitchFamily="18" charset="0"/>
              <a:cs typeface="Times New Roman" panose="02020603050405020304" pitchFamily="18" charset="0"/>
            </a:endParaRPr>
          </a:p>
          <a:p>
            <a:pPr marL="857250" lvl="1" indent="-457200">
              <a:spcBef>
                <a:spcPts val="0"/>
              </a:spcBef>
              <a:buFont typeface="Arial" charset="0"/>
              <a:buChar char="•"/>
            </a:pPr>
            <a:endParaRPr lang="en-GB" sz="3200" dirty="0"/>
          </a:p>
          <a:p>
            <a:pPr marL="457200" indent="-457200">
              <a:spcBef>
                <a:spcPts val="0"/>
              </a:spcBef>
              <a:buFont typeface="Arial" charset="0"/>
              <a:buChar char="•"/>
            </a:pPr>
            <a:endParaRPr lang="en-GB" sz="3200" dirty="0"/>
          </a:p>
          <a:p>
            <a:pPr marL="857250" lvl="1" indent="-457200">
              <a:spcBef>
                <a:spcPts val="0"/>
              </a:spcBef>
              <a:buFont typeface="Arial" charset="0"/>
              <a:buChar char="•"/>
            </a:pPr>
            <a:endParaRPr lang="en-US" sz="3000" dirty="0"/>
          </a:p>
          <a:p>
            <a:pPr marL="0" indent="0">
              <a:spcBef>
                <a:spcPts val="0"/>
              </a:spcBef>
            </a:pPr>
            <a:endParaRPr lang="en-US" sz="2800" dirty="0"/>
          </a:p>
        </p:txBody>
      </p:sp>
    </p:spTree>
    <p:custDataLst>
      <p:tags r:id="rId1"/>
    </p:custDataLst>
    <p:extLst>
      <p:ext uri="{BB962C8B-B14F-4D97-AF65-F5344CB8AC3E}">
        <p14:creationId xmlns:p14="http://schemas.microsoft.com/office/powerpoint/2010/main" val="13068558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685800" y="260648"/>
            <a:ext cx="7772400" cy="1008112"/>
          </a:xfrm>
        </p:spPr>
        <p:txBody>
          <a:bodyPr/>
          <a:lstStyle/>
          <a:p>
            <a:pPr eaLnBrk="1" hangingPunct="1"/>
            <a:r>
              <a:rPr lang="en-US" altLang="x-none" dirty="0">
                <a:ea typeface="ＭＳ Ｐゴシック" charset="-128"/>
              </a:rPr>
              <a:t>Dir 2004/38 – Public Health </a:t>
            </a:r>
          </a:p>
        </p:txBody>
      </p:sp>
      <p:sp>
        <p:nvSpPr>
          <p:cNvPr id="35843" name="Content Placeholder 2"/>
          <p:cNvSpPr>
            <a:spLocks noGrp="1"/>
          </p:cNvSpPr>
          <p:nvPr>
            <p:ph idx="1"/>
          </p:nvPr>
        </p:nvSpPr>
        <p:spPr>
          <a:xfrm>
            <a:off x="395536" y="1412776"/>
            <a:ext cx="8352927" cy="4752528"/>
          </a:xfrm>
        </p:spPr>
        <p:txBody>
          <a:bodyPr/>
          <a:lstStyle/>
          <a:p>
            <a:pPr eaLnBrk="1" hangingPunct="1">
              <a:lnSpc>
                <a:spcPct val="90000"/>
              </a:lnSpc>
            </a:pPr>
            <a:r>
              <a:rPr lang="en-US" altLang="x-none" sz="3000" dirty="0">
                <a:ea typeface="ＭＳ Ｐゴシック" charset="-128"/>
              </a:rPr>
              <a:t>Art 29 deals with </a:t>
            </a:r>
            <a:r>
              <a:rPr lang="en-US" altLang="x-none" sz="3000" u="sng" dirty="0">
                <a:ea typeface="ＭＳ Ｐゴシック" charset="-128"/>
              </a:rPr>
              <a:t>restrictions on free movement </a:t>
            </a:r>
          </a:p>
          <a:p>
            <a:pPr eaLnBrk="1" hangingPunct="1">
              <a:lnSpc>
                <a:spcPct val="90000"/>
              </a:lnSpc>
            </a:pPr>
            <a:r>
              <a:rPr lang="en-US" altLang="x-none" sz="3000" dirty="0">
                <a:ea typeface="ＭＳ Ｐゴシック" charset="-128"/>
              </a:rPr>
              <a:t>because of public health issues</a:t>
            </a:r>
          </a:p>
          <a:p>
            <a:pPr lvl="1" eaLnBrk="1" hangingPunct="1">
              <a:lnSpc>
                <a:spcPct val="90000"/>
              </a:lnSpc>
            </a:pPr>
            <a:r>
              <a:rPr lang="en-US" altLang="x-none" sz="3000" dirty="0">
                <a:ea typeface="ＭＳ Ｐゴシック" charset="-128"/>
              </a:rPr>
              <a:t>Limited grounds:</a:t>
            </a:r>
          </a:p>
          <a:p>
            <a:pPr lvl="2" eaLnBrk="1" hangingPunct="1">
              <a:lnSpc>
                <a:spcPct val="90000"/>
              </a:lnSpc>
            </a:pPr>
            <a:r>
              <a:rPr lang="en-US" altLang="x-none" sz="3000" dirty="0">
                <a:ea typeface="ＭＳ Ｐゴシック" charset="-128"/>
              </a:rPr>
              <a:t>Diseases with epidemic potential as determined by WHO </a:t>
            </a:r>
          </a:p>
          <a:p>
            <a:pPr lvl="2" eaLnBrk="1" hangingPunct="1">
              <a:lnSpc>
                <a:spcPct val="90000"/>
              </a:lnSpc>
            </a:pPr>
            <a:r>
              <a:rPr lang="en-US" altLang="x-none" sz="3000" dirty="0">
                <a:ea typeface="ＭＳ Ｐゴシック" charset="-128"/>
              </a:rPr>
              <a:t>Infectious diseases or contagious parasitic diseases </a:t>
            </a:r>
            <a:r>
              <a:rPr lang="en-US" altLang="x-none" sz="3000" u="sng" dirty="0">
                <a:ea typeface="ＭＳ Ｐゴシック" charset="-128"/>
              </a:rPr>
              <a:t>provided that </a:t>
            </a:r>
            <a:r>
              <a:rPr lang="en-US" altLang="x-none" sz="3000" dirty="0">
                <a:ea typeface="ＭＳ Ｐゴシック" charset="-128"/>
              </a:rPr>
              <a:t>they are also subject of protection provisions applying to nat. of the host M-S </a:t>
            </a:r>
          </a:p>
        </p:txBody>
      </p:sp>
    </p:spTree>
    <p:custDataLst>
      <p:tags r:id="rId1"/>
    </p:custDataLst>
    <p:extLst>
      <p:ext uri="{BB962C8B-B14F-4D97-AF65-F5344CB8AC3E}">
        <p14:creationId xmlns:p14="http://schemas.microsoft.com/office/powerpoint/2010/main" val="12857784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84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584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584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584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584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685800" y="260648"/>
            <a:ext cx="7772400" cy="1008112"/>
          </a:xfrm>
        </p:spPr>
        <p:txBody>
          <a:bodyPr/>
          <a:lstStyle/>
          <a:p>
            <a:pPr eaLnBrk="1" hangingPunct="1"/>
            <a:r>
              <a:rPr lang="en-US" altLang="x-none" dirty="0">
                <a:ea typeface="ＭＳ Ｐゴシック" charset="-128"/>
              </a:rPr>
              <a:t>Dir 2004/38 – Public Health </a:t>
            </a:r>
          </a:p>
        </p:txBody>
      </p:sp>
      <p:sp>
        <p:nvSpPr>
          <p:cNvPr id="35843" name="Content Placeholder 2"/>
          <p:cNvSpPr>
            <a:spLocks noGrp="1"/>
          </p:cNvSpPr>
          <p:nvPr>
            <p:ph idx="1"/>
          </p:nvPr>
        </p:nvSpPr>
        <p:spPr>
          <a:xfrm>
            <a:off x="395536" y="1340768"/>
            <a:ext cx="8352927" cy="4680520"/>
          </a:xfrm>
        </p:spPr>
        <p:txBody>
          <a:bodyPr/>
          <a:lstStyle/>
          <a:p>
            <a:pPr eaLnBrk="1" hangingPunct="1"/>
            <a:r>
              <a:rPr lang="en-US" altLang="x-none" sz="2400" dirty="0">
                <a:ea typeface="ＭＳ Ｐゴシック" charset="-128"/>
              </a:rPr>
              <a:t>Art 29 deals with restrictions on free movement because of public health issues</a:t>
            </a:r>
          </a:p>
          <a:p>
            <a:pPr lvl="1" eaLnBrk="1" hangingPunct="1"/>
            <a:r>
              <a:rPr lang="en-US" altLang="x-none" sz="2400" dirty="0">
                <a:ea typeface="ＭＳ Ｐゴシック" charset="-128"/>
              </a:rPr>
              <a:t>Diseases occurring </a:t>
            </a:r>
            <a:r>
              <a:rPr lang="en-US" altLang="x-none" sz="2400" u="sng" dirty="0">
                <a:ea typeface="ＭＳ Ｐゴシック" charset="-128"/>
              </a:rPr>
              <a:t>after a 3-month period </a:t>
            </a:r>
            <a:r>
              <a:rPr lang="en-US" altLang="x-none" sz="2400" dirty="0">
                <a:ea typeface="ＭＳ Ｐゴシック" charset="-128"/>
              </a:rPr>
              <a:t>from the date of arrival do not justify expulsion</a:t>
            </a:r>
          </a:p>
          <a:p>
            <a:pPr lvl="1" eaLnBrk="1" hangingPunct="1"/>
            <a:r>
              <a:rPr lang="en-US" altLang="x-none" sz="2400" dirty="0">
                <a:ea typeface="ＭＳ Ｐゴシック" charset="-128"/>
              </a:rPr>
              <a:t>‘Where there are serious indications that it is necessary’ host M-S can ask those entitled to right of reside to undergo within three months of arrival, a </a:t>
            </a:r>
            <a:r>
              <a:rPr lang="en-US" altLang="x-none" sz="2400" u="sng" dirty="0">
                <a:ea typeface="ＭＳ Ｐゴシック" charset="-128"/>
              </a:rPr>
              <a:t>medical examination</a:t>
            </a:r>
            <a:r>
              <a:rPr lang="en-US" altLang="x-none" sz="2400" dirty="0">
                <a:ea typeface="ＭＳ Ｐゴシック" charset="-128"/>
              </a:rPr>
              <a:t> to check whether they do not suffer from diseases with epidemic potential or other infectious diseases/contagious parasitic diseases. </a:t>
            </a:r>
          </a:p>
          <a:p>
            <a:pPr lvl="1" eaLnBrk="1" hangingPunct="1"/>
            <a:r>
              <a:rPr lang="en-US" altLang="x-none" sz="2400" dirty="0">
                <a:ea typeface="ＭＳ Ｐゴシック" charset="-128"/>
              </a:rPr>
              <a:t>Host M-S cannot ask for medical examination ‘as a matter of routine’ (Art 29(3))</a:t>
            </a:r>
          </a:p>
        </p:txBody>
      </p:sp>
    </p:spTree>
    <p:custDataLst>
      <p:tags r:id="rId1"/>
    </p:custDataLst>
    <p:extLst>
      <p:ext uri="{BB962C8B-B14F-4D97-AF65-F5344CB8AC3E}">
        <p14:creationId xmlns:p14="http://schemas.microsoft.com/office/powerpoint/2010/main" val="29226925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84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584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584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584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CC4572-315D-8D43-7E92-14D160A590A0}"/>
              </a:ext>
            </a:extLst>
          </p:cNvPr>
          <p:cNvSpPr>
            <a:spLocks noGrp="1"/>
          </p:cNvSpPr>
          <p:nvPr>
            <p:ph type="title"/>
          </p:nvPr>
        </p:nvSpPr>
        <p:spPr>
          <a:xfrm>
            <a:off x="685800" y="332656"/>
            <a:ext cx="7772400" cy="792088"/>
          </a:xfrm>
        </p:spPr>
        <p:txBody>
          <a:bodyPr/>
          <a:lstStyle/>
          <a:p>
            <a:r>
              <a:rPr lang="en-GB" sz="4400" kern="100" dirty="0">
                <a:effectLst/>
                <a:ea typeface="Aptos" panose="020B0004020202020204" pitchFamily="34" charset="0"/>
                <a:cs typeface="Times New Roman (Body CS)"/>
              </a:rPr>
              <a:t>Case C-128/22 Nordic Info</a:t>
            </a:r>
            <a:endParaRPr lang="en-US" dirty="0"/>
          </a:p>
        </p:txBody>
      </p:sp>
      <p:sp>
        <p:nvSpPr>
          <p:cNvPr id="3" name="Content Placeholder 2">
            <a:extLst>
              <a:ext uri="{FF2B5EF4-FFF2-40B4-BE49-F238E27FC236}">
                <a16:creationId xmlns:a16="http://schemas.microsoft.com/office/drawing/2014/main" id="{BD2305F0-6583-1A4A-79C4-881326BF50D4}"/>
              </a:ext>
            </a:extLst>
          </p:cNvPr>
          <p:cNvSpPr>
            <a:spLocks noGrp="1"/>
          </p:cNvSpPr>
          <p:nvPr>
            <p:ph idx="1"/>
          </p:nvPr>
        </p:nvSpPr>
        <p:spPr>
          <a:xfrm>
            <a:off x="185939" y="1340768"/>
            <a:ext cx="8706541" cy="4608736"/>
          </a:xfrm>
        </p:spPr>
        <p:txBody>
          <a:bodyPr/>
          <a:lstStyle/>
          <a:p>
            <a:r>
              <a:rPr lang="en-GB" sz="1800" kern="100" dirty="0">
                <a:effectLst/>
                <a:latin typeface="Aptos" panose="020B0004020202020204" pitchFamily="34" charset="0"/>
                <a:ea typeface="Aptos" panose="020B0004020202020204" pitchFamily="34" charset="0"/>
                <a:cs typeface="Times New Roman (Body CS)"/>
              </a:rPr>
              <a:t>	</a:t>
            </a:r>
            <a:r>
              <a:rPr lang="en-GB" sz="1800" kern="100" dirty="0">
                <a:effectLst/>
                <a:ea typeface="Aptos" panose="020B0004020202020204" pitchFamily="34" charset="0"/>
                <a:cs typeface="Times New Roman (Body CS)"/>
              </a:rPr>
              <a:t>“</a:t>
            </a:r>
            <a:r>
              <a:rPr lang="en-GB" sz="1900" kern="100" dirty="0">
                <a:effectLst/>
                <a:ea typeface="Aptos" panose="020B0004020202020204" pitchFamily="34" charset="0"/>
                <a:cs typeface="Times New Roman (Body CS)"/>
              </a:rPr>
              <a:t>Articles 27 and 29 of Directive 2004/38, read in conjunction with Articles 4 and 5 thereof, must be interpreted as not precluding legislation of general application of a Member State which, on public health grounds connected with combating the COVID-19 pandemic, (</a:t>
            </a:r>
            <a:r>
              <a:rPr lang="en-GB" sz="1900" kern="100" dirty="0" err="1">
                <a:effectLst/>
                <a:ea typeface="Aptos" panose="020B0004020202020204" pitchFamily="34" charset="0"/>
                <a:cs typeface="Times New Roman (Body CS)"/>
              </a:rPr>
              <a:t>i</a:t>
            </a:r>
            <a:r>
              <a:rPr lang="en-GB" sz="1900" kern="100" dirty="0">
                <a:effectLst/>
                <a:ea typeface="Aptos" panose="020B0004020202020204" pitchFamily="34" charset="0"/>
                <a:cs typeface="Times New Roman (Body CS)"/>
              </a:rPr>
              <a:t>) prohibits Union citizens and their family members, </a:t>
            </a:r>
            <a:r>
              <a:rPr lang="en-GB" sz="1900" b="1" kern="100" dirty="0">
                <a:effectLst/>
                <a:ea typeface="Aptos" panose="020B0004020202020204" pitchFamily="34" charset="0"/>
                <a:cs typeface="Times New Roman (Body CS)"/>
              </a:rPr>
              <a:t>whatever their nationality</a:t>
            </a:r>
            <a:r>
              <a:rPr lang="en-GB" sz="1900" kern="100" dirty="0">
                <a:effectLst/>
                <a:ea typeface="Aptos" panose="020B0004020202020204" pitchFamily="34" charset="0"/>
                <a:cs typeface="Times New Roman (Body CS)"/>
              </a:rPr>
              <a:t>, </a:t>
            </a:r>
            <a:r>
              <a:rPr lang="en-GB" sz="1900" u="sng" kern="100" dirty="0">
                <a:effectLst/>
                <a:ea typeface="Aptos" panose="020B0004020202020204" pitchFamily="34" charset="0"/>
                <a:cs typeface="Times New Roman (Body CS)"/>
              </a:rPr>
              <a:t>from engaging in non-essential travel from that Member State to other Member States classified by it as high-risk zones </a:t>
            </a:r>
            <a:r>
              <a:rPr lang="en-GB" sz="1900" kern="100" dirty="0">
                <a:effectLst/>
                <a:ea typeface="Aptos" panose="020B0004020202020204" pitchFamily="34" charset="0"/>
                <a:cs typeface="Times New Roman (Body CS)"/>
              </a:rPr>
              <a:t>on the basis of the restrictive health measures or the epidemiological situation in those other Member States, and (ii) requires Union citizens </a:t>
            </a:r>
            <a:r>
              <a:rPr lang="en-GB" sz="1900" b="1" kern="100" dirty="0">
                <a:effectLst/>
                <a:ea typeface="Aptos" panose="020B0004020202020204" pitchFamily="34" charset="0"/>
                <a:cs typeface="Times New Roman (Body CS)"/>
              </a:rPr>
              <a:t>who are not nationals of that Member State</a:t>
            </a:r>
            <a:r>
              <a:rPr lang="en-GB" sz="1900" kern="100" dirty="0">
                <a:effectLst/>
                <a:ea typeface="Aptos" panose="020B0004020202020204" pitchFamily="34" charset="0"/>
                <a:cs typeface="Times New Roman (Body CS)"/>
              </a:rPr>
              <a:t> to </a:t>
            </a:r>
            <a:r>
              <a:rPr lang="en-GB" sz="1900" u="sng" kern="100" dirty="0">
                <a:effectLst/>
                <a:ea typeface="Aptos" panose="020B0004020202020204" pitchFamily="34" charset="0"/>
                <a:cs typeface="Times New Roman (Body CS)"/>
              </a:rPr>
              <a:t>undergo screening tests and to observe quarantine when entering the territory of that Member State from one of those other Member States</a:t>
            </a:r>
            <a:r>
              <a:rPr lang="en-GB" sz="1900" kern="100" dirty="0">
                <a:effectLst/>
                <a:ea typeface="Aptos" panose="020B0004020202020204" pitchFamily="34" charset="0"/>
                <a:cs typeface="Times New Roman (Body CS)"/>
              </a:rPr>
              <a:t>, </a:t>
            </a:r>
            <a:r>
              <a:rPr lang="en-GB" sz="1900" b="1" kern="100" dirty="0">
                <a:effectLst/>
                <a:ea typeface="Aptos" panose="020B0004020202020204" pitchFamily="34" charset="0"/>
                <a:cs typeface="Times New Roman (Body CS)"/>
              </a:rPr>
              <a:t>provided that</a:t>
            </a:r>
            <a:r>
              <a:rPr lang="en-GB" sz="1900" kern="100" dirty="0">
                <a:effectLst/>
                <a:ea typeface="Aptos" panose="020B0004020202020204" pitchFamily="34" charset="0"/>
                <a:cs typeface="Times New Roman (Body CS)"/>
              </a:rPr>
              <a:t> that national legislation complies with all the conditions and safeguards referred to in Articles 30 to 32 of that directive, the fundamental rights and principles enshrined in the Charter, in particular the principle of the prohibition of discrimination and the principle of proportionality”.</a:t>
            </a:r>
            <a:endParaRPr lang="en-GB" sz="1900" kern="100" dirty="0">
              <a:effectLst/>
              <a:ea typeface="Aptos" panose="020B000402020202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8044191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260648"/>
            <a:ext cx="8134672" cy="1224136"/>
          </a:xfrm>
        </p:spPr>
        <p:txBody>
          <a:bodyPr/>
          <a:lstStyle/>
          <a:p>
            <a:r>
              <a:rPr lang="en-US" dirty="0"/>
              <a:t>Dir 2004/38 – abuse of rights/fraud</a:t>
            </a:r>
          </a:p>
        </p:txBody>
      </p:sp>
      <p:sp>
        <p:nvSpPr>
          <p:cNvPr id="3" name="Content Placeholder 2"/>
          <p:cNvSpPr>
            <a:spLocks noGrp="1"/>
          </p:cNvSpPr>
          <p:nvPr>
            <p:ph idx="1"/>
          </p:nvPr>
        </p:nvSpPr>
        <p:spPr>
          <a:xfrm>
            <a:off x="684213" y="1484784"/>
            <a:ext cx="7772400" cy="4320704"/>
          </a:xfrm>
        </p:spPr>
        <p:txBody>
          <a:bodyPr/>
          <a:lstStyle/>
          <a:p>
            <a:pPr marL="0" indent="0">
              <a:spcBef>
                <a:spcPts val="0"/>
              </a:spcBef>
            </a:pPr>
            <a:r>
              <a:rPr lang="en-US" sz="2800" dirty="0"/>
              <a:t>‘</a:t>
            </a:r>
            <a:r>
              <a:rPr lang="en-US" sz="3000" dirty="0"/>
              <a:t>Member States may adopt the necessary measures to </a:t>
            </a:r>
            <a:r>
              <a:rPr lang="en-US" sz="3000" u="sng" dirty="0"/>
              <a:t>refuse, terminate or withdraw </a:t>
            </a:r>
            <a:r>
              <a:rPr lang="en-US" sz="3000" dirty="0"/>
              <a:t>any right conferred by this Directive in the case of </a:t>
            </a:r>
            <a:r>
              <a:rPr lang="en-US" sz="3000" u="sng" dirty="0"/>
              <a:t>abuse of rights or fraud</a:t>
            </a:r>
            <a:r>
              <a:rPr lang="en-US" sz="3000" dirty="0"/>
              <a:t>, such as marriages of convenience. Any such measure shall be </a:t>
            </a:r>
            <a:r>
              <a:rPr lang="en-US" sz="3000" u="sng" dirty="0"/>
              <a:t>proportionate and subject to the procedural safeguards</a:t>
            </a:r>
            <a:r>
              <a:rPr lang="is-IS" sz="3000" dirty="0"/>
              <a:t>…’ (Art 35)</a:t>
            </a:r>
          </a:p>
          <a:p>
            <a:pPr marL="0" indent="0">
              <a:spcBef>
                <a:spcPts val="0"/>
              </a:spcBef>
            </a:pPr>
            <a:endParaRPr lang="en-US" sz="2800" dirty="0"/>
          </a:p>
        </p:txBody>
      </p:sp>
    </p:spTree>
    <p:extLst>
      <p:ext uri="{BB962C8B-B14F-4D97-AF65-F5344CB8AC3E}">
        <p14:creationId xmlns:p14="http://schemas.microsoft.com/office/powerpoint/2010/main" val="14153718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404664"/>
            <a:ext cx="7772400" cy="864096"/>
          </a:xfrm>
        </p:spPr>
        <p:txBody>
          <a:bodyPr/>
          <a:lstStyle/>
          <a:p>
            <a:r>
              <a:rPr lang="en-US" dirty="0"/>
              <a:t>Fraud (Art 35)</a:t>
            </a:r>
          </a:p>
        </p:txBody>
      </p:sp>
      <p:sp>
        <p:nvSpPr>
          <p:cNvPr id="3" name="Content Placeholder 2"/>
          <p:cNvSpPr>
            <a:spLocks noGrp="1"/>
          </p:cNvSpPr>
          <p:nvPr>
            <p:ph idx="1"/>
          </p:nvPr>
        </p:nvSpPr>
        <p:spPr>
          <a:xfrm>
            <a:off x="323528" y="1412776"/>
            <a:ext cx="8133085" cy="4392712"/>
          </a:xfrm>
        </p:spPr>
        <p:txBody>
          <a:bodyPr>
            <a:normAutofit lnSpcReduction="10000"/>
          </a:bodyPr>
          <a:lstStyle/>
          <a:p>
            <a:pPr marL="457200" indent="-457200">
              <a:lnSpc>
                <a:spcPct val="110000"/>
              </a:lnSpc>
              <a:buFont typeface="Arial" panose="020B0604020202020204" pitchFamily="34" charset="0"/>
              <a:buChar char="•"/>
            </a:pPr>
            <a:r>
              <a:rPr lang="en-GB" sz="2800" dirty="0"/>
              <a:t>Commission: ‘fraud may be defined as </a:t>
            </a:r>
            <a:r>
              <a:rPr lang="en-GB" sz="2800" u="sng" dirty="0"/>
              <a:t>deliberate deception or contrivance </a:t>
            </a:r>
            <a:r>
              <a:rPr lang="en-GB" sz="2800" dirty="0"/>
              <a:t>made to obtain the right of free movement and residence under the Directive’ (e.g. forgery of documents or false representation of a material fact concerning the conditions attached to the right of residence)</a:t>
            </a:r>
          </a:p>
          <a:p>
            <a:pPr marL="457200" indent="-457200">
              <a:lnSpc>
                <a:spcPct val="110000"/>
              </a:lnSpc>
              <a:buFont typeface="Arial" panose="020B0604020202020204" pitchFamily="34" charset="0"/>
              <a:buChar char="•"/>
            </a:pPr>
            <a:r>
              <a:rPr lang="en-GB" sz="2800" dirty="0"/>
              <a:t>May lead to rights being refused, </a:t>
            </a:r>
          </a:p>
          <a:p>
            <a:pPr marL="0" indent="0">
              <a:lnSpc>
                <a:spcPct val="110000"/>
              </a:lnSpc>
            </a:pPr>
            <a:r>
              <a:rPr lang="en-GB" sz="2800" dirty="0"/>
              <a:t>     terminated or withdrawn</a:t>
            </a:r>
          </a:p>
          <a:p>
            <a:pPr marL="457200" indent="-457200">
              <a:spcBef>
                <a:spcPts val="0"/>
              </a:spcBef>
              <a:buFont typeface="Arial" panose="020B0604020202020204" pitchFamily="34" charset="0"/>
              <a:buChar char="•"/>
            </a:pPr>
            <a:endParaRPr lang="en-US" sz="2800" dirty="0"/>
          </a:p>
        </p:txBody>
      </p:sp>
    </p:spTree>
    <p:custDataLst>
      <p:tags r:id="rId1"/>
    </p:custDataLst>
    <p:extLst>
      <p:ext uri="{BB962C8B-B14F-4D97-AF65-F5344CB8AC3E}">
        <p14:creationId xmlns:p14="http://schemas.microsoft.com/office/powerpoint/2010/main" val="35111552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404664"/>
            <a:ext cx="7772400" cy="864096"/>
          </a:xfrm>
        </p:spPr>
        <p:txBody>
          <a:bodyPr/>
          <a:lstStyle/>
          <a:p>
            <a:r>
              <a:rPr lang="en-US" dirty="0"/>
              <a:t>Abuse of rights (Art 35)</a:t>
            </a:r>
          </a:p>
        </p:txBody>
      </p:sp>
      <p:sp>
        <p:nvSpPr>
          <p:cNvPr id="3" name="Content Placeholder 2"/>
          <p:cNvSpPr>
            <a:spLocks noGrp="1"/>
          </p:cNvSpPr>
          <p:nvPr>
            <p:ph idx="1"/>
          </p:nvPr>
        </p:nvSpPr>
        <p:spPr>
          <a:xfrm>
            <a:off x="467544" y="1484784"/>
            <a:ext cx="7989069" cy="4680520"/>
          </a:xfrm>
        </p:spPr>
        <p:txBody>
          <a:bodyPr>
            <a:normAutofit fontScale="92500" lnSpcReduction="10000"/>
          </a:bodyPr>
          <a:lstStyle/>
          <a:p>
            <a:pPr marL="457200" indent="-457200">
              <a:lnSpc>
                <a:spcPct val="120000"/>
              </a:lnSpc>
              <a:spcBef>
                <a:spcPts val="0"/>
              </a:spcBef>
              <a:buFont typeface="Arial" panose="020B0604020202020204" pitchFamily="34" charset="0"/>
              <a:buChar char="•"/>
            </a:pPr>
            <a:r>
              <a:rPr lang="en-US" sz="2800" kern="1200" dirty="0"/>
              <a:t>Commission: ‘abuse may be defined as an </a:t>
            </a:r>
            <a:r>
              <a:rPr lang="en-US" sz="2800" u="sng" kern="1200" dirty="0"/>
              <a:t>artificial conduct </a:t>
            </a:r>
            <a:r>
              <a:rPr lang="en-US" sz="2800" kern="1200" dirty="0"/>
              <a:t>entered into solely with the purpose of obtaining the right of free movement and residence under [EU] law which, albeit formally observing of the conditions laid down by [EU] rules, does not comply with the purpose of those rules’</a:t>
            </a:r>
          </a:p>
          <a:p>
            <a:pPr marL="457200" indent="-457200">
              <a:lnSpc>
                <a:spcPct val="120000"/>
              </a:lnSpc>
              <a:spcBef>
                <a:spcPts val="0"/>
              </a:spcBef>
              <a:buFont typeface="Arial" panose="020B0604020202020204" pitchFamily="34" charset="0"/>
              <a:buChar char="•"/>
            </a:pPr>
            <a:r>
              <a:rPr lang="en-US" sz="2800" kern="1200" dirty="0" err="1"/>
              <a:t>eg</a:t>
            </a:r>
            <a:r>
              <a:rPr lang="en-US" sz="2800" kern="1200" dirty="0"/>
              <a:t>, marriages of convenience</a:t>
            </a:r>
          </a:p>
          <a:p>
            <a:pPr marL="857250" lvl="1" indent="-457200">
              <a:lnSpc>
                <a:spcPct val="120000"/>
              </a:lnSpc>
              <a:spcBef>
                <a:spcPts val="0"/>
              </a:spcBef>
              <a:buFont typeface="Arial" panose="020B0604020202020204" pitchFamily="34" charset="0"/>
              <a:buChar char="•"/>
            </a:pPr>
            <a:r>
              <a:rPr lang="en-US" sz="2600" kern="1200" dirty="0"/>
              <a:t>Rec (28) </a:t>
            </a:r>
            <a:r>
              <a:rPr lang="en-US" sz="2600" kern="1200" dirty="0" err="1"/>
              <a:t>dir</a:t>
            </a:r>
            <a:r>
              <a:rPr lang="en-US" sz="2600" kern="1200" dirty="0"/>
              <a:t> 2004/38: contracted ‘for the </a:t>
            </a:r>
            <a:r>
              <a:rPr lang="en-US" sz="2600" b="1" kern="1200" dirty="0"/>
              <a:t>sole purpose</a:t>
            </a:r>
            <a:r>
              <a:rPr lang="en-US" sz="2600" kern="1200" dirty="0"/>
              <a:t> of enjoying the right of FM and residence’</a:t>
            </a:r>
          </a:p>
          <a:p>
            <a:pPr marL="457200" indent="-457200">
              <a:spcBef>
                <a:spcPts val="0"/>
              </a:spcBef>
              <a:buFont typeface="Arial" panose="020B0604020202020204" pitchFamily="34" charset="0"/>
              <a:buChar char="•"/>
            </a:pPr>
            <a:endParaRPr lang="en-US" sz="2800" dirty="0"/>
          </a:p>
        </p:txBody>
      </p:sp>
    </p:spTree>
    <p:custDataLst>
      <p:tags r:id="rId1"/>
    </p:custDataLst>
    <p:extLst>
      <p:ext uri="{BB962C8B-B14F-4D97-AF65-F5344CB8AC3E}">
        <p14:creationId xmlns:p14="http://schemas.microsoft.com/office/powerpoint/2010/main" val="4210349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TIMING" val="|3.2|33.8"/>
</p:tagLst>
</file>

<file path=ppt/tags/tag2.xml><?xml version="1.0" encoding="utf-8"?>
<p:tagLst xmlns:a="http://schemas.openxmlformats.org/drawingml/2006/main" xmlns:r="http://schemas.openxmlformats.org/officeDocument/2006/relationships" xmlns:p="http://schemas.openxmlformats.org/presentationml/2006/main">
  <p:tag name="NOPREFERENCE" val="False"/>
  <p:tag name="DELIMITERS" val="3.1"/>
  <p:tag name="TIMING" val="|3.7|34.8|35.2"/>
</p:tagLst>
</file>

<file path=ppt/tags/tag3.xml><?xml version="1.0" encoding="utf-8"?>
<p:tagLst xmlns:a="http://schemas.openxmlformats.org/drawingml/2006/main" xmlns:r="http://schemas.openxmlformats.org/officeDocument/2006/relationships" xmlns:p="http://schemas.openxmlformats.org/presentationml/2006/main">
  <p:tag name="NOPREFERENCE" val="False"/>
  <p:tag name="DELIMITERS" val="3.1"/>
  <p:tag name="TIMING" val="|4|34.1"/>
</p:tagLst>
</file>

<file path=ppt/tags/tag4.xml><?xml version="1.0" encoding="utf-8"?>
<p:tagLst xmlns:a="http://schemas.openxmlformats.org/drawingml/2006/main" xmlns:r="http://schemas.openxmlformats.org/officeDocument/2006/relationships" xmlns:p="http://schemas.openxmlformats.org/presentationml/2006/main">
  <p:tag name="TIMING" val="|23|44.2"/>
</p:tagLst>
</file>

<file path=ppt/tags/tag5.xml><?xml version="1.0" encoding="utf-8"?>
<p:tagLst xmlns:a="http://schemas.openxmlformats.org/drawingml/2006/main" xmlns:r="http://schemas.openxmlformats.org/officeDocument/2006/relationships" xmlns:p="http://schemas.openxmlformats.org/presentationml/2006/main">
  <p:tag name="TIMING" val="|2.5|28.8|8.1|144.7|9.6"/>
</p:tagLst>
</file>

<file path=ppt/tags/tag6.xml><?xml version="1.0" encoding="utf-8"?>
<p:tagLst xmlns:a="http://schemas.openxmlformats.org/drawingml/2006/main" xmlns:r="http://schemas.openxmlformats.org/officeDocument/2006/relationships" xmlns:p="http://schemas.openxmlformats.org/presentationml/2006/main">
  <p:tag name="TIMING" val="|2|56.8"/>
</p:tagLst>
</file>

<file path=ppt/tags/tag7.xml><?xml version="1.0" encoding="utf-8"?>
<p:tagLst xmlns:a="http://schemas.openxmlformats.org/drawingml/2006/main" xmlns:r="http://schemas.openxmlformats.org/officeDocument/2006/relationships" xmlns:p="http://schemas.openxmlformats.org/presentationml/2006/main">
  <p:tag name="TIMING" val="|2.4|34.3|32.5"/>
</p:tagLst>
</file>

<file path=ppt/tags/tag8.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9.xml><?xml version="1.0" encoding="utf-8"?>
<p:tagLst xmlns:a="http://schemas.openxmlformats.org/drawingml/2006/main" xmlns:r="http://schemas.openxmlformats.org/officeDocument/2006/relationships" xmlns:p="http://schemas.openxmlformats.org/presentationml/2006/main">
  <p:tag name="NOPREFERENCE" val="False"/>
  <p:tag name="DELIMITERS" val="3.1"/>
  <p:tag name="TIMING" val="|14|21.8|71.9"/>
</p:tagLst>
</file>

<file path=ppt/tags/tag10.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11.xml><?xml version="1.0" encoding="utf-8"?>
<p:tagLst xmlns:a="http://schemas.openxmlformats.org/drawingml/2006/main" xmlns:r="http://schemas.openxmlformats.org/officeDocument/2006/relationships" xmlns:p="http://schemas.openxmlformats.org/presentationml/2006/main">
  <p:tag name="TIMING" val="|2|73.9|2.1|84.7|2.7"/>
</p:tagLst>
</file>

<file path=ppt/tags/tag12.xml><?xml version="1.0" encoding="utf-8"?>
<p:tagLst xmlns:a="http://schemas.openxmlformats.org/drawingml/2006/main" xmlns:r="http://schemas.openxmlformats.org/officeDocument/2006/relationships" xmlns:p="http://schemas.openxmlformats.org/presentationml/2006/main">
  <p:tag name="NOPREFERENCE" val="False"/>
  <p:tag name="DELIMITERS" val="3.1"/>
  <p:tag name="TIMING" val="|29.8|14.8|11.8|28.3"/>
</p:tagLst>
</file>

<file path=ppt/tags/tag13.xml><?xml version="1.0" encoding="utf-8"?>
<p:tagLst xmlns:a="http://schemas.openxmlformats.org/drawingml/2006/main" xmlns:r="http://schemas.openxmlformats.org/officeDocument/2006/relationships" xmlns:p="http://schemas.openxmlformats.org/presentationml/2006/main">
  <p:tag name="NOPREFERENCE" val="False"/>
  <p:tag name="DELIMITERS" val="3.1"/>
  <p:tag name="TIMING" val="|1.8|1.1|45.1|48.6|0.9"/>
</p:tagLst>
</file>

<file path=ppt/tags/tag14.xml><?xml version="1.0" encoding="utf-8"?>
<p:tagLst xmlns:a="http://schemas.openxmlformats.org/drawingml/2006/main" xmlns:r="http://schemas.openxmlformats.org/officeDocument/2006/relationships" xmlns:p="http://schemas.openxmlformats.org/presentationml/2006/main">
  <p:tag name="TIMING" val="|4.3|54.2"/>
</p:tagLst>
</file>

<file path=ppt/tags/tag15.xml><?xml version="1.0" encoding="utf-8"?>
<p:tagLst xmlns:a="http://schemas.openxmlformats.org/drawingml/2006/main" xmlns:r="http://schemas.openxmlformats.org/officeDocument/2006/relationships" xmlns:p="http://schemas.openxmlformats.org/presentationml/2006/main">
  <p:tag name="TIMING" val="|17.3|33.4|21.2"/>
</p:tagLst>
</file>

<file path=ppt/theme/theme1.xml><?xml version="1.0" encoding="utf-8"?>
<a:theme xmlns:a="http://schemas.openxmlformats.org/drawingml/2006/main" name="Blank">
  <a:themeElements>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a:majorFont>
        <a:latin typeface="Times"/>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imes"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imes" pitchFamily="18" charset="0"/>
          </a:defRPr>
        </a:defPPr>
      </a:lstStyle>
    </a:lnDef>
  </a:objectDefaults>
  <a:extraClrSchemeLst>
    <a:extraClrScheme>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65</TotalTime>
  <Words>1310</Words>
  <Application>Microsoft Macintosh PowerPoint</Application>
  <PresentationFormat>On-screen Show (4:3)</PresentationFormat>
  <Paragraphs>110</Paragraphs>
  <Slides>18</Slides>
  <Notes>17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ＭＳ Ｐゴシック</vt:lpstr>
      <vt:lpstr>Times</vt:lpstr>
      <vt:lpstr>Aptos</vt:lpstr>
      <vt:lpstr>Arial</vt:lpstr>
      <vt:lpstr>Calibri</vt:lpstr>
      <vt:lpstr>Times New Roman</vt:lpstr>
      <vt:lpstr>Wingdings</vt:lpstr>
      <vt:lpstr>Blank</vt:lpstr>
      <vt:lpstr>Contemporary Issues in the Law of the Internal Market 2024/2025</vt:lpstr>
      <vt:lpstr>Lecture Overview</vt:lpstr>
      <vt:lpstr>Dir 2004/38 - derogations</vt:lpstr>
      <vt:lpstr>Dir 2004/38 – Art 27</vt:lpstr>
      <vt:lpstr>Dir 2004/38 – Public policy/security measures (art 27)</vt:lpstr>
      <vt:lpstr>Public policy/security measures</vt:lpstr>
      <vt:lpstr>Public policy/security measures</vt:lpstr>
      <vt:lpstr>Public policy/security measures</vt:lpstr>
      <vt:lpstr>Public policy/security measures</vt:lpstr>
      <vt:lpstr>Dir 2004/38 – Increased protection against expulsions (Art 28)</vt:lpstr>
      <vt:lpstr>Dir 2004/38 – Increased protection against expulsions (Art 28)</vt:lpstr>
      <vt:lpstr>Dir 2004/38 – Public policy/security measures</vt:lpstr>
      <vt:lpstr>Dir 2004/38 – Public Health </vt:lpstr>
      <vt:lpstr>Dir 2004/38 – Public Health </vt:lpstr>
      <vt:lpstr>Case C-128/22 Nordic Info</vt:lpstr>
      <vt:lpstr>Dir 2004/38 – abuse of rights/fraud</vt:lpstr>
      <vt:lpstr>Fraud (Art 35)</vt:lpstr>
      <vt:lpstr>Abuse of rights (Art 35)</vt:lpstr>
    </vt:vector>
  </TitlesOfParts>
  <Company>MUFC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Heading style for title slide</dc:title>
  <dc:creator>Eric</dc:creator>
  <cp:lastModifiedBy>TSANG, AGNES H.L. (Student)</cp:lastModifiedBy>
  <cp:revision>220</cp:revision>
  <cp:lastPrinted>2020-12-07T12:06:31Z</cp:lastPrinted>
  <dcterms:created xsi:type="dcterms:W3CDTF">2005-05-25T16:21:13Z</dcterms:created>
  <dcterms:modified xsi:type="dcterms:W3CDTF">2025-01-30T18:21:06Z</dcterms:modified>
</cp:coreProperties>
</file>