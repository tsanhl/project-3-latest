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handoutMasterIdLst>
    <p:handoutMasterId r:id="rId23"/>
  </p:handoutMasterIdLst>
  <p:sldIdLst>
    <p:sldId id="288" r:id="rId5"/>
    <p:sldId id="289" r:id="rId6"/>
    <p:sldId id="290" r:id="rId7"/>
    <p:sldId id="291" r:id="rId8"/>
    <p:sldId id="304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5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135A"/>
    <a:srgbClr val="00AEEF"/>
    <a:srgbClr val="109DEC"/>
    <a:srgbClr val="0A91C3"/>
    <a:srgbClr val="68246D"/>
    <a:srgbClr val="AF0822"/>
    <a:srgbClr val="002A41"/>
    <a:srgbClr val="FFCE2D"/>
    <a:srgbClr val="9F9B4F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B7696F-6DDD-0F43-B1CC-16E80BD1546F}" v="70" dt="2024-09-24T12:06:21.9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36" autoAdjust="0"/>
    <p:restoredTop sz="95988" autoAdjust="0"/>
  </p:normalViewPr>
  <p:slideViewPr>
    <p:cSldViewPr snapToGrid="0" snapToObjects="1">
      <p:cViewPr varScale="1">
        <p:scale>
          <a:sx n="87" d="100"/>
          <a:sy n="87" d="100"/>
        </p:scale>
        <p:origin x="888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ma Milne" userId="4a39f72de45081c2" providerId="LiveId" clId="{B1B7696F-6DDD-0F43-B1CC-16E80BD1546F}"/>
    <pc:docChg chg="undo redo custSel addSld delSld modSld addMainMaster delMainMaster modMainMaster">
      <pc:chgData name="Emma Milne" userId="4a39f72de45081c2" providerId="LiveId" clId="{B1B7696F-6DDD-0F43-B1CC-16E80BD1546F}" dt="2024-09-24T12:07:03.997" v="570" actId="5793"/>
      <pc:docMkLst>
        <pc:docMk/>
      </pc:docMkLst>
      <pc:sldChg chg="del">
        <pc:chgData name="Emma Milne" userId="4a39f72de45081c2" providerId="LiveId" clId="{B1B7696F-6DDD-0F43-B1CC-16E80BD1546F}" dt="2024-09-24T11:42:03.488" v="0" actId="2696"/>
        <pc:sldMkLst>
          <pc:docMk/>
          <pc:sldMk cId="196663018" sldId="265"/>
        </pc:sldMkLst>
      </pc:sldChg>
      <pc:sldChg chg="del">
        <pc:chgData name="Emma Milne" userId="4a39f72de45081c2" providerId="LiveId" clId="{B1B7696F-6DDD-0F43-B1CC-16E80BD1546F}" dt="2024-09-24T11:42:13.783" v="1" actId="2696"/>
        <pc:sldMkLst>
          <pc:docMk/>
          <pc:sldMk cId="3434680896" sldId="266"/>
        </pc:sldMkLst>
      </pc:sldChg>
      <pc:sldChg chg="del">
        <pc:chgData name="Emma Milne" userId="4a39f72de45081c2" providerId="LiveId" clId="{B1B7696F-6DDD-0F43-B1CC-16E80BD1546F}" dt="2024-09-24T11:42:13.783" v="1" actId="2696"/>
        <pc:sldMkLst>
          <pc:docMk/>
          <pc:sldMk cId="569908045" sldId="267"/>
        </pc:sldMkLst>
      </pc:sldChg>
      <pc:sldChg chg="del">
        <pc:chgData name="Emma Milne" userId="4a39f72de45081c2" providerId="LiveId" clId="{B1B7696F-6DDD-0F43-B1CC-16E80BD1546F}" dt="2024-09-24T11:42:13.783" v="1" actId="2696"/>
        <pc:sldMkLst>
          <pc:docMk/>
          <pc:sldMk cId="2611761825" sldId="268"/>
        </pc:sldMkLst>
      </pc:sldChg>
      <pc:sldChg chg="del">
        <pc:chgData name="Emma Milne" userId="4a39f72de45081c2" providerId="LiveId" clId="{B1B7696F-6DDD-0F43-B1CC-16E80BD1546F}" dt="2024-09-24T11:42:13.783" v="1" actId="2696"/>
        <pc:sldMkLst>
          <pc:docMk/>
          <pc:sldMk cId="1444429133" sldId="269"/>
        </pc:sldMkLst>
      </pc:sldChg>
      <pc:sldChg chg="modSp del mod">
        <pc:chgData name="Emma Milne" userId="4a39f72de45081c2" providerId="LiveId" clId="{B1B7696F-6DDD-0F43-B1CC-16E80BD1546F}" dt="2024-09-24T11:51:29.042" v="148" actId="2696"/>
        <pc:sldMkLst>
          <pc:docMk/>
          <pc:sldMk cId="3634512390" sldId="280"/>
        </pc:sldMkLst>
        <pc:spChg chg="mod">
          <ac:chgData name="Emma Milne" userId="4a39f72de45081c2" providerId="LiveId" clId="{B1B7696F-6DDD-0F43-B1CC-16E80BD1546F}" dt="2024-09-24T11:51:22.348" v="147" actId="14100"/>
          <ac:spMkLst>
            <pc:docMk/>
            <pc:sldMk cId="3634512390" sldId="280"/>
            <ac:spMk id="3" creationId="{00000000-0000-0000-0000-000000000000}"/>
          </ac:spMkLst>
        </pc:spChg>
      </pc:sldChg>
      <pc:sldChg chg="delSp del mod">
        <pc:chgData name="Emma Milne" userId="4a39f72de45081c2" providerId="LiveId" clId="{B1B7696F-6DDD-0F43-B1CC-16E80BD1546F}" dt="2024-09-24T11:51:29.447" v="149" actId="2696"/>
        <pc:sldMkLst>
          <pc:docMk/>
          <pc:sldMk cId="3398639553" sldId="281"/>
        </pc:sldMkLst>
        <pc:spChg chg="del">
          <ac:chgData name="Emma Milne" userId="4a39f72de45081c2" providerId="LiveId" clId="{B1B7696F-6DDD-0F43-B1CC-16E80BD1546F}" dt="2024-09-24T11:48:47.988" v="105" actId="478"/>
          <ac:spMkLst>
            <pc:docMk/>
            <pc:sldMk cId="3398639553" sldId="281"/>
            <ac:spMk id="2" creationId="{00000000-0000-0000-0000-000000000000}"/>
          </ac:spMkLst>
        </pc:spChg>
      </pc:sldChg>
      <pc:sldChg chg="del">
        <pc:chgData name="Emma Milne" userId="4a39f72de45081c2" providerId="LiveId" clId="{B1B7696F-6DDD-0F43-B1CC-16E80BD1546F}" dt="2024-09-24T11:51:29.851" v="150" actId="2696"/>
        <pc:sldMkLst>
          <pc:docMk/>
          <pc:sldMk cId="3999633409" sldId="283"/>
        </pc:sldMkLst>
      </pc:sldChg>
      <pc:sldChg chg="del">
        <pc:chgData name="Emma Milne" userId="4a39f72de45081c2" providerId="LiveId" clId="{B1B7696F-6DDD-0F43-B1CC-16E80BD1546F}" dt="2024-09-24T11:51:30.418" v="151" actId="2696"/>
        <pc:sldMkLst>
          <pc:docMk/>
          <pc:sldMk cId="335917156" sldId="284"/>
        </pc:sldMkLst>
      </pc:sldChg>
      <pc:sldChg chg="del">
        <pc:chgData name="Emma Milne" userId="4a39f72de45081c2" providerId="LiveId" clId="{B1B7696F-6DDD-0F43-B1CC-16E80BD1546F}" dt="2024-09-24T11:51:31.184" v="152" actId="2696"/>
        <pc:sldMkLst>
          <pc:docMk/>
          <pc:sldMk cId="4221588198" sldId="285"/>
        </pc:sldMkLst>
      </pc:sldChg>
      <pc:sldChg chg="del">
        <pc:chgData name="Emma Milne" userId="4a39f72de45081c2" providerId="LiveId" clId="{B1B7696F-6DDD-0F43-B1CC-16E80BD1546F}" dt="2024-09-24T11:51:32.379" v="154" actId="2696"/>
        <pc:sldMkLst>
          <pc:docMk/>
          <pc:sldMk cId="2794636060" sldId="286"/>
        </pc:sldMkLst>
      </pc:sldChg>
      <pc:sldChg chg="del">
        <pc:chgData name="Emma Milne" userId="4a39f72de45081c2" providerId="LiveId" clId="{B1B7696F-6DDD-0F43-B1CC-16E80BD1546F}" dt="2024-09-24T11:51:31.859" v="153" actId="2696"/>
        <pc:sldMkLst>
          <pc:docMk/>
          <pc:sldMk cId="1358851050" sldId="287"/>
        </pc:sldMkLst>
      </pc:sldChg>
      <pc:sldChg chg="addSp delSp modSp mod">
        <pc:chgData name="Emma Milne" userId="4a39f72de45081c2" providerId="LiveId" clId="{B1B7696F-6DDD-0F43-B1CC-16E80BD1546F}" dt="2024-09-24T12:03:03.983" v="424" actId="20577"/>
        <pc:sldMkLst>
          <pc:docMk/>
          <pc:sldMk cId="3433382789" sldId="288"/>
        </pc:sldMkLst>
        <pc:spChg chg="del">
          <ac:chgData name="Emma Milne" userId="4a39f72de45081c2" providerId="LiveId" clId="{B1B7696F-6DDD-0F43-B1CC-16E80BD1546F}" dt="2024-09-24T11:53:34.466" v="180"/>
          <ac:spMkLst>
            <pc:docMk/>
            <pc:sldMk cId="3433382789" sldId="288"/>
            <ac:spMk id="2" creationId="{00000000-0000-0000-0000-000000000000}"/>
          </ac:spMkLst>
        </pc:spChg>
        <pc:spChg chg="mod">
          <ac:chgData name="Emma Milne" userId="4a39f72de45081c2" providerId="LiveId" clId="{B1B7696F-6DDD-0F43-B1CC-16E80BD1546F}" dt="2024-09-24T12:02:39.089" v="399" actId="14100"/>
          <ac:spMkLst>
            <pc:docMk/>
            <pc:sldMk cId="3433382789" sldId="288"/>
            <ac:spMk id="3" creationId="{00000000-0000-0000-0000-000000000000}"/>
          </ac:spMkLst>
        </pc:spChg>
        <pc:spChg chg="add mod">
          <ac:chgData name="Emma Milne" userId="4a39f72de45081c2" providerId="LiveId" clId="{B1B7696F-6DDD-0F43-B1CC-16E80BD1546F}" dt="2024-09-24T12:03:03.983" v="424" actId="20577"/>
          <ac:spMkLst>
            <pc:docMk/>
            <pc:sldMk cId="3433382789" sldId="288"/>
            <ac:spMk id="4" creationId="{9A606C88-2B97-820A-B558-EAFB98C8012A}"/>
          </ac:spMkLst>
        </pc:spChg>
      </pc:sldChg>
      <pc:sldChg chg="new del">
        <pc:chgData name="Emma Milne" userId="4a39f72de45081c2" providerId="LiveId" clId="{B1B7696F-6DDD-0F43-B1CC-16E80BD1546F}" dt="2024-09-24T11:49:15.886" v="109" actId="2696"/>
        <pc:sldMkLst>
          <pc:docMk/>
          <pc:sldMk cId="2499690404" sldId="289"/>
        </pc:sldMkLst>
      </pc:sldChg>
      <pc:sldChg chg="del">
        <pc:chgData name="Emma Milne" userId="4a39f72de45081c2" providerId="LiveId" clId="{B1B7696F-6DDD-0F43-B1CC-16E80BD1546F}" dt="2024-09-24T11:42:13.783" v="1" actId="2696"/>
        <pc:sldMkLst>
          <pc:docMk/>
          <pc:sldMk cId="3065760807" sldId="289"/>
        </pc:sldMkLst>
      </pc:sldChg>
      <pc:sldChg chg="modSp new mod">
        <pc:chgData name="Emma Milne" userId="4a39f72de45081c2" providerId="LiveId" clId="{B1B7696F-6DDD-0F43-B1CC-16E80BD1546F}" dt="2024-09-24T12:07:03.997" v="570" actId="5793"/>
        <pc:sldMkLst>
          <pc:docMk/>
          <pc:sldMk cId="3175747568" sldId="289"/>
        </pc:sldMkLst>
        <pc:spChg chg="mod">
          <ac:chgData name="Emma Milne" userId="4a39f72de45081c2" providerId="LiveId" clId="{B1B7696F-6DDD-0F43-B1CC-16E80BD1546F}" dt="2024-09-24T12:03:42.123" v="485" actId="14100"/>
          <ac:spMkLst>
            <pc:docMk/>
            <pc:sldMk cId="3175747568" sldId="289"/>
            <ac:spMk id="2" creationId="{06AD207C-8C0D-4108-7CD4-241A12570FE8}"/>
          </ac:spMkLst>
        </pc:spChg>
        <pc:spChg chg="mod">
          <ac:chgData name="Emma Milne" userId="4a39f72de45081c2" providerId="LiveId" clId="{B1B7696F-6DDD-0F43-B1CC-16E80BD1546F}" dt="2024-09-24T12:07:03.997" v="570" actId="5793"/>
          <ac:spMkLst>
            <pc:docMk/>
            <pc:sldMk cId="3175747568" sldId="289"/>
            <ac:spMk id="3" creationId="{8B645541-0F83-A06E-23A9-6756D65750CD}"/>
          </ac:spMkLst>
        </pc:spChg>
      </pc:sldChg>
      <pc:sldChg chg="new del">
        <pc:chgData name="Emma Milne" userId="4a39f72de45081c2" providerId="LiveId" clId="{B1B7696F-6DDD-0F43-B1CC-16E80BD1546F}" dt="2024-09-24T11:51:11.803" v="145" actId="2696"/>
        <pc:sldMkLst>
          <pc:docMk/>
          <pc:sldMk cId="1586667229" sldId="290"/>
        </pc:sldMkLst>
      </pc:sldChg>
      <pc:sldChg chg="del">
        <pc:chgData name="Emma Milne" userId="4a39f72de45081c2" providerId="LiveId" clId="{B1B7696F-6DDD-0F43-B1CC-16E80BD1546F}" dt="2024-09-24T11:42:13.783" v="1" actId="2696"/>
        <pc:sldMkLst>
          <pc:docMk/>
          <pc:sldMk cId="3788468593" sldId="290"/>
        </pc:sldMkLst>
      </pc:sldChg>
      <pc:sldChg chg="modSp new mod">
        <pc:chgData name="Emma Milne" userId="4a39f72de45081c2" providerId="LiveId" clId="{B1B7696F-6DDD-0F43-B1CC-16E80BD1546F}" dt="2024-09-24T12:03:53.740" v="501" actId="20577"/>
        <pc:sldMkLst>
          <pc:docMk/>
          <pc:sldMk cId="3802769497" sldId="290"/>
        </pc:sldMkLst>
        <pc:spChg chg="mod">
          <ac:chgData name="Emma Milne" userId="4a39f72de45081c2" providerId="LiveId" clId="{B1B7696F-6DDD-0F43-B1CC-16E80BD1546F}" dt="2024-09-24T12:03:53.740" v="501" actId="20577"/>
          <ac:spMkLst>
            <pc:docMk/>
            <pc:sldMk cId="3802769497" sldId="290"/>
            <ac:spMk id="2" creationId="{65F3807B-1C0C-ABB6-21BE-3BEA7F8F234C}"/>
          </ac:spMkLst>
        </pc:spChg>
        <pc:spChg chg="mod">
          <ac:chgData name="Emma Milne" userId="4a39f72de45081c2" providerId="LiveId" clId="{B1B7696F-6DDD-0F43-B1CC-16E80BD1546F}" dt="2024-09-24T12:03:50.851" v="494" actId="20577"/>
          <ac:spMkLst>
            <pc:docMk/>
            <pc:sldMk cId="3802769497" sldId="290"/>
            <ac:spMk id="3" creationId="{AD2922CB-79E9-C5E3-4AF2-D34C70EDD879}"/>
          </ac:spMkLst>
        </pc:spChg>
      </pc:sldChg>
      <pc:sldChg chg="addSp delSp modSp new del mod">
        <pc:chgData name="Emma Milne" userId="4a39f72de45081c2" providerId="LiveId" clId="{B1B7696F-6DDD-0F43-B1CC-16E80BD1546F}" dt="2024-09-24T11:51:12.665" v="146" actId="2696"/>
        <pc:sldMkLst>
          <pc:docMk/>
          <pc:sldMk cId="1157792891" sldId="291"/>
        </pc:sldMkLst>
        <pc:spChg chg="add del mod">
          <ac:chgData name="Emma Milne" userId="4a39f72de45081c2" providerId="LiveId" clId="{B1B7696F-6DDD-0F43-B1CC-16E80BD1546F}" dt="2024-09-24T11:51:08.790" v="144" actId="5793"/>
          <ac:spMkLst>
            <pc:docMk/>
            <pc:sldMk cId="1157792891" sldId="291"/>
            <ac:spMk id="2" creationId="{958A3335-CF61-080B-6781-A1579BEA3844}"/>
          </ac:spMkLst>
        </pc:spChg>
        <pc:picChg chg="add del mod ord">
          <ac:chgData name="Emma Milne" userId="4a39f72de45081c2" providerId="LiveId" clId="{B1B7696F-6DDD-0F43-B1CC-16E80BD1546F}" dt="2024-09-24T11:50:49.654" v="123" actId="34307"/>
          <ac:picMkLst>
            <pc:docMk/>
            <pc:sldMk cId="1157792891" sldId="291"/>
            <ac:picMk id="5" creationId="{531981A6-087F-E4F9-F14D-EB3246C48F0E}"/>
          </ac:picMkLst>
        </pc:picChg>
      </pc:sldChg>
      <pc:sldChg chg="modSp new mod">
        <pc:chgData name="Emma Milne" userId="4a39f72de45081c2" providerId="LiveId" clId="{B1B7696F-6DDD-0F43-B1CC-16E80BD1546F}" dt="2024-09-24T12:04:06.535" v="517" actId="20577"/>
        <pc:sldMkLst>
          <pc:docMk/>
          <pc:sldMk cId="1603794358" sldId="291"/>
        </pc:sldMkLst>
        <pc:spChg chg="mod">
          <ac:chgData name="Emma Milne" userId="4a39f72de45081c2" providerId="LiveId" clId="{B1B7696F-6DDD-0F43-B1CC-16E80BD1546F}" dt="2024-09-24T12:04:03.567" v="513" actId="20577"/>
          <ac:spMkLst>
            <pc:docMk/>
            <pc:sldMk cId="1603794358" sldId="291"/>
            <ac:spMk id="2" creationId="{93C52F56-FDED-DB81-278D-61539F430C51}"/>
          </ac:spMkLst>
        </pc:spChg>
        <pc:spChg chg="mod">
          <ac:chgData name="Emma Milne" userId="4a39f72de45081c2" providerId="LiveId" clId="{B1B7696F-6DDD-0F43-B1CC-16E80BD1546F}" dt="2024-09-24T12:04:06.535" v="517" actId="20577"/>
          <ac:spMkLst>
            <pc:docMk/>
            <pc:sldMk cId="1603794358" sldId="291"/>
            <ac:spMk id="3" creationId="{45F9A173-07EE-4086-FAF9-9C93121D2BE1}"/>
          </ac:spMkLst>
        </pc:spChg>
        <pc:spChg chg="mod">
          <ac:chgData name="Emma Milne" userId="4a39f72de45081c2" providerId="LiveId" clId="{B1B7696F-6DDD-0F43-B1CC-16E80BD1546F}" dt="2024-09-24T12:04:01.087" v="509" actId="20577"/>
          <ac:spMkLst>
            <pc:docMk/>
            <pc:sldMk cId="1603794358" sldId="291"/>
            <ac:spMk id="4" creationId="{1B04B499-E4DB-88C9-8DEC-C867011A0708}"/>
          </ac:spMkLst>
        </pc:spChg>
      </pc:sldChg>
      <pc:sldChg chg="del">
        <pc:chgData name="Emma Milne" userId="4a39f72de45081c2" providerId="LiveId" clId="{B1B7696F-6DDD-0F43-B1CC-16E80BD1546F}" dt="2024-09-24T11:42:13.783" v="1" actId="2696"/>
        <pc:sldMkLst>
          <pc:docMk/>
          <pc:sldMk cId="3875404793" sldId="291"/>
        </pc:sldMkLst>
      </pc:sldChg>
      <pc:sldChg chg="del">
        <pc:chgData name="Emma Milne" userId="4a39f72de45081c2" providerId="LiveId" clId="{B1B7696F-6DDD-0F43-B1CC-16E80BD1546F}" dt="2024-09-24T11:42:13.783" v="1" actId="2696"/>
        <pc:sldMkLst>
          <pc:docMk/>
          <pc:sldMk cId="3050363853" sldId="292"/>
        </pc:sldMkLst>
      </pc:sldChg>
      <pc:sldMasterChg chg="addSp delSp modSp mod modSldLayout">
        <pc:chgData name="Emma Milne" userId="4a39f72de45081c2" providerId="LiveId" clId="{B1B7696F-6DDD-0F43-B1CC-16E80BD1546F}" dt="2024-09-24T12:06:29.929" v="540" actId="478"/>
        <pc:sldMasterMkLst>
          <pc:docMk/>
          <pc:sldMasterMk cId="713788537" sldId="2147483648"/>
        </pc:sldMasterMkLst>
        <pc:spChg chg="add del mod">
          <ac:chgData name="Emma Milne" userId="4a39f72de45081c2" providerId="LiveId" clId="{B1B7696F-6DDD-0F43-B1CC-16E80BD1546F}" dt="2024-09-24T11:55:27.349" v="202" actId="108"/>
          <ac:spMkLst>
            <pc:docMk/>
            <pc:sldMasterMk cId="713788537" sldId="2147483648"/>
            <ac:spMk id="2" creationId="{00000000-0000-0000-0000-000000000000}"/>
          </ac:spMkLst>
        </pc:spChg>
        <pc:spChg chg="add del mod">
          <ac:chgData name="Emma Milne" userId="4a39f72de45081c2" providerId="LiveId" clId="{B1B7696F-6DDD-0F43-B1CC-16E80BD1546F}" dt="2024-09-24T11:54:50.028" v="201" actId="12"/>
          <ac:spMkLst>
            <pc:docMk/>
            <pc:sldMasterMk cId="713788537" sldId="2147483648"/>
            <ac:spMk id="3" creationId="{00000000-0000-0000-0000-000000000000}"/>
          </ac:spMkLst>
        </pc:spChg>
        <pc:spChg chg="add del">
          <ac:chgData name="Emma Milne" userId="4a39f72de45081c2" providerId="LiveId" clId="{B1B7696F-6DDD-0F43-B1CC-16E80BD1546F}" dt="2024-09-24T11:52:45.176" v="163" actId="478"/>
          <ac:spMkLst>
            <pc:docMk/>
            <pc:sldMasterMk cId="713788537" sldId="2147483648"/>
            <ac:spMk id="4" creationId="{00000000-0000-0000-0000-000000000000}"/>
          </ac:spMkLst>
        </pc:spChg>
        <pc:spChg chg="add del">
          <ac:chgData name="Emma Milne" userId="4a39f72de45081c2" providerId="LiveId" clId="{B1B7696F-6DDD-0F43-B1CC-16E80BD1546F}" dt="2024-09-24T11:52:46.507" v="164" actId="478"/>
          <ac:spMkLst>
            <pc:docMk/>
            <pc:sldMasterMk cId="713788537" sldId="2147483648"/>
            <ac:spMk id="5" creationId="{00000000-0000-0000-0000-000000000000}"/>
          </ac:spMkLst>
        </pc:spChg>
        <pc:spChg chg="add del">
          <ac:chgData name="Emma Milne" userId="4a39f72de45081c2" providerId="LiveId" clId="{B1B7696F-6DDD-0F43-B1CC-16E80BD1546F}" dt="2024-09-24T11:52:47.389" v="165" actId="478"/>
          <ac:spMkLst>
            <pc:docMk/>
            <pc:sldMasterMk cId="713788537" sldId="2147483648"/>
            <ac:spMk id="6" creationId="{00000000-0000-0000-0000-000000000000}"/>
          </ac:spMkLst>
        </pc:spChg>
        <pc:spChg chg="add mod">
          <ac:chgData name="Emma Milne" userId="4a39f72de45081c2" providerId="LiveId" clId="{B1B7696F-6DDD-0F43-B1CC-16E80BD1546F}" dt="2024-09-24T11:48:28.136" v="104"/>
          <ac:spMkLst>
            <pc:docMk/>
            <pc:sldMasterMk cId="713788537" sldId="2147483648"/>
            <ac:spMk id="7" creationId="{AC1A4C06-B693-4ABA-B8ED-403B1CE92502}"/>
          </ac:spMkLst>
        </pc:spChg>
        <pc:spChg chg="add mod">
          <ac:chgData name="Emma Milne" userId="4a39f72de45081c2" providerId="LiveId" clId="{B1B7696F-6DDD-0F43-B1CC-16E80BD1546F}" dt="2024-09-24T11:48:24.021" v="98"/>
          <ac:spMkLst>
            <pc:docMk/>
            <pc:sldMasterMk cId="713788537" sldId="2147483648"/>
            <ac:spMk id="8" creationId="{8616C1A9-4A9D-3DE9-6AEC-8E9DC69B37A1}"/>
          </ac:spMkLst>
        </pc:spChg>
        <pc:picChg chg="add mod">
          <ac:chgData name="Emma Milne" userId="4a39f72de45081c2" providerId="LiveId" clId="{B1B7696F-6DDD-0F43-B1CC-16E80BD1546F}" dt="2024-09-24T11:47:30.739" v="95"/>
          <ac:picMkLst>
            <pc:docMk/>
            <pc:sldMasterMk cId="713788537" sldId="2147483648"/>
            <ac:picMk id="9" creationId="{1CBC8DBA-C918-888C-E56E-C961CFF9583B}"/>
          </ac:picMkLst>
        </pc:picChg>
        <pc:sldLayoutChg chg="addSp delSp modSp mod">
          <pc:chgData name="Emma Milne" userId="4a39f72de45081c2" providerId="LiveId" clId="{B1B7696F-6DDD-0F43-B1CC-16E80BD1546F}" dt="2024-09-24T12:06:29.929" v="540" actId="478"/>
          <pc:sldLayoutMkLst>
            <pc:docMk/>
            <pc:sldMasterMk cId="713788537" sldId="2147483648"/>
            <pc:sldLayoutMk cId="1449196509" sldId="2147483652"/>
          </pc:sldLayoutMkLst>
          <pc:spChg chg="mod">
            <ac:chgData name="Emma Milne" userId="4a39f72de45081c2" providerId="LiveId" clId="{B1B7696F-6DDD-0F43-B1CC-16E80BD1546F}" dt="2024-09-24T11:49:02.528" v="106" actId="1076"/>
            <ac:spMkLst>
              <pc:docMk/>
              <pc:sldMasterMk cId="713788537" sldId="2147483648"/>
              <pc:sldLayoutMk cId="1449196509" sldId="2147483652"/>
              <ac:spMk id="2" creationId="{00000000-0000-0000-0000-000000000000}"/>
            </ac:spMkLst>
          </pc:spChg>
          <pc:spChg chg="mod">
            <ac:chgData name="Emma Milne" userId="4a39f72de45081c2" providerId="LiveId" clId="{B1B7696F-6DDD-0F43-B1CC-16E80BD1546F}" dt="2024-09-24T12:06:26.131" v="539" actId="14100"/>
            <ac:spMkLst>
              <pc:docMk/>
              <pc:sldMasterMk cId="713788537" sldId="2147483648"/>
              <pc:sldLayoutMk cId="1449196509" sldId="2147483652"/>
              <ac:spMk id="4" creationId="{00000000-0000-0000-0000-000000000000}"/>
            </ac:spMkLst>
          </pc:spChg>
          <pc:spChg chg="add del mod">
            <ac:chgData name="Emma Milne" userId="4a39f72de45081c2" providerId="LiveId" clId="{B1B7696F-6DDD-0F43-B1CC-16E80BD1546F}" dt="2024-09-24T12:06:29.929" v="540" actId="478"/>
            <ac:spMkLst>
              <pc:docMk/>
              <pc:sldMasterMk cId="713788537" sldId="2147483648"/>
              <pc:sldLayoutMk cId="1449196509" sldId="2147483652"/>
              <ac:spMk id="5" creationId="{2D6118E5-6F14-D1FB-E855-59ED88D72361}"/>
            </ac:spMkLst>
          </pc:spChg>
          <pc:picChg chg="add mod">
            <ac:chgData name="Emma Milne" userId="4a39f72de45081c2" providerId="LiveId" clId="{B1B7696F-6DDD-0F43-B1CC-16E80BD1546F}" dt="2024-09-24T11:43:53.667" v="29" actId="1076"/>
            <ac:picMkLst>
              <pc:docMk/>
              <pc:sldMasterMk cId="713788537" sldId="2147483648"/>
              <pc:sldLayoutMk cId="1449196509" sldId="2147483652"/>
              <ac:picMk id="3" creationId="{73DFC01F-CFF2-0DDA-B477-1BCE3C32C064}"/>
            </ac:picMkLst>
          </pc:picChg>
          <pc:picChg chg="del">
            <ac:chgData name="Emma Milne" userId="4a39f72de45081c2" providerId="LiveId" clId="{B1B7696F-6DDD-0F43-B1CC-16E80BD1546F}" dt="2024-09-24T11:43:46.721" v="27" actId="478"/>
            <ac:picMkLst>
              <pc:docMk/>
              <pc:sldMasterMk cId="713788537" sldId="2147483648"/>
              <pc:sldLayoutMk cId="1449196509" sldId="2147483652"/>
              <ac:picMk id="7" creationId="{00000000-0000-0000-0000-000000000000}"/>
            </ac:picMkLst>
          </pc:picChg>
        </pc:sldLayoutChg>
        <pc:sldLayoutChg chg="addSp delSp modSp mod">
          <pc:chgData name="Emma Milne" userId="4a39f72de45081c2" providerId="LiveId" clId="{B1B7696F-6DDD-0F43-B1CC-16E80BD1546F}" dt="2024-09-24T11:54:21.582" v="196" actId="122"/>
          <pc:sldLayoutMkLst>
            <pc:docMk/>
            <pc:sldMasterMk cId="713788537" sldId="2147483648"/>
            <pc:sldLayoutMk cId="3032838578" sldId="2147483653"/>
          </pc:sldLayoutMkLst>
          <pc:spChg chg="mod">
            <ac:chgData name="Emma Milne" userId="4a39f72de45081c2" providerId="LiveId" clId="{B1B7696F-6DDD-0F43-B1CC-16E80BD1546F}" dt="2024-09-24T11:54:21.582" v="196" actId="122"/>
            <ac:spMkLst>
              <pc:docMk/>
              <pc:sldMasterMk cId="713788537" sldId="2147483648"/>
              <pc:sldLayoutMk cId="3032838578" sldId="2147483653"/>
              <ac:spMk id="2" creationId="{00000000-0000-0000-0000-000000000000}"/>
            </ac:spMkLst>
          </pc:spChg>
          <pc:spChg chg="mod">
            <ac:chgData name="Emma Milne" userId="4a39f72de45081c2" providerId="LiveId" clId="{B1B7696F-6DDD-0F43-B1CC-16E80BD1546F}" dt="2024-09-24T11:53:10.476" v="170" actId="242"/>
            <ac:spMkLst>
              <pc:docMk/>
              <pc:sldMasterMk cId="713788537" sldId="2147483648"/>
              <pc:sldLayoutMk cId="3032838578" sldId="2147483653"/>
              <ac:spMk id="3" creationId="{00000000-0000-0000-0000-000000000000}"/>
            </ac:spMkLst>
          </pc:spChg>
          <pc:picChg chg="add mod">
            <ac:chgData name="Emma Milne" userId="4a39f72de45081c2" providerId="LiveId" clId="{B1B7696F-6DDD-0F43-B1CC-16E80BD1546F}" dt="2024-09-24T11:43:17.817" v="16" actId="1076"/>
            <ac:picMkLst>
              <pc:docMk/>
              <pc:sldMasterMk cId="713788537" sldId="2147483648"/>
              <pc:sldLayoutMk cId="3032838578" sldId="2147483653"/>
              <ac:picMk id="5" creationId="{F5BEC502-5565-F0E1-3C95-602230A5A0B7}"/>
            </ac:picMkLst>
          </pc:picChg>
          <pc:picChg chg="del mod">
            <ac:chgData name="Emma Milne" userId="4a39f72de45081c2" providerId="LiveId" clId="{B1B7696F-6DDD-0F43-B1CC-16E80BD1546F}" dt="2024-09-24T11:43:04.795" v="13" actId="478"/>
            <ac:picMkLst>
              <pc:docMk/>
              <pc:sldMasterMk cId="713788537" sldId="2147483648"/>
              <pc:sldLayoutMk cId="3032838578" sldId="2147483653"/>
              <ac:picMk id="12" creationId="{00000000-0000-0000-0000-000000000000}"/>
            </ac:picMkLst>
          </pc:picChg>
        </pc:sldLayoutChg>
        <pc:sldLayoutChg chg="addSp delSp modSp mod">
          <pc:chgData name="Emma Milne" userId="4a39f72de45081c2" providerId="LiveId" clId="{B1B7696F-6DDD-0F43-B1CC-16E80BD1546F}" dt="2024-09-24T11:56:17.271" v="247"/>
          <pc:sldLayoutMkLst>
            <pc:docMk/>
            <pc:sldMasterMk cId="713788537" sldId="2147483648"/>
            <pc:sldLayoutMk cId="602078584" sldId="2147483654"/>
          </pc:sldLayoutMkLst>
          <pc:spChg chg="del">
            <ac:chgData name="Emma Milne" userId="4a39f72de45081c2" providerId="LiveId" clId="{B1B7696F-6DDD-0F43-B1CC-16E80BD1546F}" dt="2024-09-24T11:53:14.477" v="171" actId="478"/>
            <ac:spMkLst>
              <pc:docMk/>
              <pc:sldMasterMk cId="713788537" sldId="2147483648"/>
              <pc:sldLayoutMk cId="602078584" sldId="2147483654"/>
              <ac:spMk id="2" creationId="{00000000-0000-0000-0000-000000000000}"/>
            </ac:spMkLst>
          </pc:spChg>
          <pc:spChg chg="del">
            <ac:chgData name="Emma Milne" userId="4a39f72de45081c2" providerId="LiveId" clId="{B1B7696F-6DDD-0F43-B1CC-16E80BD1546F}" dt="2024-09-24T11:56:17" v="246" actId="478"/>
            <ac:spMkLst>
              <pc:docMk/>
              <pc:sldMasterMk cId="713788537" sldId="2147483648"/>
              <pc:sldLayoutMk cId="602078584" sldId="2147483654"/>
              <ac:spMk id="3" creationId="{00000000-0000-0000-0000-000000000000}"/>
            </ac:spMkLst>
          </pc:spChg>
          <pc:spChg chg="add mod">
            <ac:chgData name="Emma Milne" userId="4a39f72de45081c2" providerId="LiveId" clId="{B1B7696F-6DDD-0F43-B1CC-16E80BD1546F}" dt="2024-09-24T11:54:23.646" v="197" actId="122"/>
            <ac:spMkLst>
              <pc:docMk/>
              <pc:sldMasterMk cId="713788537" sldId="2147483648"/>
              <pc:sldLayoutMk cId="602078584" sldId="2147483654"/>
              <ac:spMk id="6" creationId="{119A59A8-15C2-09E7-24D4-1C1E20BB92CD}"/>
            </ac:spMkLst>
          </pc:spChg>
          <pc:spChg chg="add mod">
            <ac:chgData name="Emma Milne" userId="4a39f72de45081c2" providerId="LiveId" clId="{B1B7696F-6DDD-0F43-B1CC-16E80BD1546F}" dt="2024-09-24T11:56:17.271" v="247"/>
            <ac:spMkLst>
              <pc:docMk/>
              <pc:sldMasterMk cId="713788537" sldId="2147483648"/>
              <pc:sldLayoutMk cId="602078584" sldId="2147483654"/>
              <ac:spMk id="7" creationId="{47163384-453E-DB67-EBB2-242AC18CC2F5}"/>
            </ac:spMkLst>
          </pc:spChg>
          <pc:picChg chg="mod">
            <ac:chgData name="Emma Milne" userId="4a39f72de45081c2" providerId="LiveId" clId="{B1B7696F-6DDD-0F43-B1CC-16E80BD1546F}" dt="2024-09-24T11:56:14.729" v="245" actId="1076"/>
            <ac:picMkLst>
              <pc:docMk/>
              <pc:sldMasterMk cId="713788537" sldId="2147483648"/>
              <pc:sldLayoutMk cId="602078584" sldId="2147483654"/>
              <ac:picMk id="4" creationId="{00000000-0000-0000-0000-000000000000}"/>
            </ac:picMkLst>
          </pc:picChg>
          <pc:picChg chg="add mod">
            <ac:chgData name="Emma Milne" userId="4a39f72de45081c2" providerId="LiveId" clId="{B1B7696F-6DDD-0F43-B1CC-16E80BD1546F}" dt="2024-09-24T11:43:26.332" v="18"/>
            <ac:picMkLst>
              <pc:docMk/>
              <pc:sldMasterMk cId="713788537" sldId="2147483648"/>
              <pc:sldLayoutMk cId="602078584" sldId="2147483654"/>
              <ac:picMk id="5" creationId="{3F83FA74-DE85-8271-7C1E-9386351D7EE1}"/>
            </ac:picMkLst>
          </pc:picChg>
          <pc:picChg chg="del">
            <ac:chgData name="Emma Milne" userId="4a39f72de45081c2" providerId="LiveId" clId="{B1B7696F-6DDD-0F43-B1CC-16E80BD1546F}" dt="2024-09-24T11:43:25.978" v="17" actId="478"/>
            <ac:picMkLst>
              <pc:docMk/>
              <pc:sldMasterMk cId="713788537" sldId="2147483648"/>
              <pc:sldLayoutMk cId="602078584" sldId="2147483654"/>
              <ac:picMk id="18" creationId="{00000000-0000-0000-0000-000000000000}"/>
            </ac:picMkLst>
          </pc:picChg>
        </pc:sldLayoutChg>
        <pc:sldLayoutChg chg="addSp delSp modSp mod">
          <pc:chgData name="Emma Milne" userId="4a39f72de45081c2" providerId="LiveId" clId="{B1B7696F-6DDD-0F43-B1CC-16E80BD1546F}" dt="2024-09-24T11:56:19.834" v="249"/>
          <pc:sldLayoutMkLst>
            <pc:docMk/>
            <pc:sldMasterMk cId="713788537" sldId="2147483648"/>
            <pc:sldLayoutMk cId="2568941733" sldId="2147483655"/>
          </pc:sldLayoutMkLst>
          <pc:spChg chg="del">
            <ac:chgData name="Emma Milne" userId="4a39f72de45081c2" providerId="LiveId" clId="{B1B7696F-6DDD-0F43-B1CC-16E80BD1546F}" dt="2024-09-24T11:53:17.906" v="173" actId="478"/>
            <ac:spMkLst>
              <pc:docMk/>
              <pc:sldMasterMk cId="713788537" sldId="2147483648"/>
              <pc:sldLayoutMk cId="2568941733" sldId="2147483655"/>
              <ac:spMk id="2" creationId="{00000000-0000-0000-0000-000000000000}"/>
            </ac:spMkLst>
          </pc:spChg>
          <pc:spChg chg="del">
            <ac:chgData name="Emma Milne" userId="4a39f72de45081c2" providerId="LiveId" clId="{B1B7696F-6DDD-0F43-B1CC-16E80BD1546F}" dt="2024-09-24T11:56:19.584" v="248" actId="478"/>
            <ac:spMkLst>
              <pc:docMk/>
              <pc:sldMasterMk cId="713788537" sldId="2147483648"/>
              <pc:sldLayoutMk cId="2568941733" sldId="2147483655"/>
              <ac:spMk id="3" creationId="{00000000-0000-0000-0000-000000000000}"/>
            </ac:spMkLst>
          </pc:spChg>
          <pc:spChg chg="add mod">
            <ac:chgData name="Emma Milne" userId="4a39f72de45081c2" providerId="LiveId" clId="{B1B7696F-6DDD-0F43-B1CC-16E80BD1546F}" dt="2024-09-24T11:54:25.814" v="198" actId="122"/>
            <ac:spMkLst>
              <pc:docMk/>
              <pc:sldMasterMk cId="713788537" sldId="2147483648"/>
              <pc:sldLayoutMk cId="2568941733" sldId="2147483655"/>
              <ac:spMk id="6" creationId="{70AC9268-4297-7709-ABB4-ED539B193C4D}"/>
            </ac:spMkLst>
          </pc:spChg>
          <pc:spChg chg="add mod">
            <ac:chgData name="Emma Milne" userId="4a39f72de45081c2" providerId="LiveId" clId="{B1B7696F-6DDD-0F43-B1CC-16E80BD1546F}" dt="2024-09-24T11:56:19.834" v="249"/>
            <ac:spMkLst>
              <pc:docMk/>
              <pc:sldMasterMk cId="713788537" sldId="2147483648"/>
              <pc:sldLayoutMk cId="2568941733" sldId="2147483655"/>
              <ac:spMk id="7" creationId="{42F41C18-6F8D-982E-7344-7BEADBE7F0B1}"/>
            </ac:spMkLst>
          </pc:spChg>
          <pc:picChg chg="add mod">
            <ac:chgData name="Emma Milne" userId="4a39f72de45081c2" providerId="LiveId" clId="{B1B7696F-6DDD-0F43-B1CC-16E80BD1546F}" dt="2024-09-24T11:43:29.625" v="20"/>
            <ac:picMkLst>
              <pc:docMk/>
              <pc:sldMasterMk cId="713788537" sldId="2147483648"/>
              <pc:sldLayoutMk cId="2568941733" sldId="2147483655"/>
              <ac:picMk id="5" creationId="{23B3A82C-430A-088C-3A30-BDF0AE675860}"/>
            </ac:picMkLst>
          </pc:picChg>
          <pc:picChg chg="del">
            <ac:chgData name="Emma Milne" userId="4a39f72de45081c2" providerId="LiveId" clId="{B1B7696F-6DDD-0F43-B1CC-16E80BD1546F}" dt="2024-09-24T11:43:28.652" v="19" actId="478"/>
            <ac:picMkLst>
              <pc:docMk/>
              <pc:sldMasterMk cId="713788537" sldId="2147483648"/>
              <pc:sldLayoutMk cId="2568941733" sldId="2147483655"/>
              <ac:picMk id="17" creationId="{00000000-0000-0000-0000-000000000000}"/>
            </ac:picMkLst>
          </pc:picChg>
        </pc:sldLayoutChg>
        <pc:sldLayoutChg chg="addSp delSp modSp mod">
          <pc:chgData name="Emma Milne" userId="4a39f72de45081c2" providerId="LiveId" clId="{B1B7696F-6DDD-0F43-B1CC-16E80BD1546F}" dt="2024-09-24T11:56:22.350" v="251"/>
          <pc:sldLayoutMkLst>
            <pc:docMk/>
            <pc:sldMasterMk cId="713788537" sldId="2147483648"/>
            <pc:sldLayoutMk cId="1488312296" sldId="2147483656"/>
          </pc:sldLayoutMkLst>
          <pc:spChg chg="del mod">
            <ac:chgData name="Emma Milne" userId="4a39f72de45081c2" providerId="LiveId" clId="{B1B7696F-6DDD-0F43-B1CC-16E80BD1546F}" dt="2024-09-24T11:53:23.006" v="176" actId="478"/>
            <ac:spMkLst>
              <pc:docMk/>
              <pc:sldMasterMk cId="713788537" sldId="2147483648"/>
              <pc:sldLayoutMk cId="1488312296" sldId="2147483656"/>
              <ac:spMk id="2" creationId="{00000000-0000-0000-0000-000000000000}"/>
            </ac:spMkLst>
          </pc:spChg>
          <pc:spChg chg="del">
            <ac:chgData name="Emma Milne" userId="4a39f72de45081c2" providerId="LiveId" clId="{B1B7696F-6DDD-0F43-B1CC-16E80BD1546F}" dt="2024-09-24T11:56:22.104" v="250" actId="478"/>
            <ac:spMkLst>
              <pc:docMk/>
              <pc:sldMasterMk cId="713788537" sldId="2147483648"/>
              <pc:sldLayoutMk cId="1488312296" sldId="2147483656"/>
              <ac:spMk id="3" creationId="{00000000-0000-0000-0000-000000000000}"/>
            </ac:spMkLst>
          </pc:spChg>
          <pc:spChg chg="add mod">
            <ac:chgData name="Emma Milne" userId="4a39f72de45081c2" providerId="LiveId" clId="{B1B7696F-6DDD-0F43-B1CC-16E80BD1546F}" dt="2024-09-24T11:54:29.598" v="199" actId="122"/>
            <ac:spMkLst>
              <pc:docMk/>
              <pc:sldMasterMk cId="713788537" sldId="2147483648"/>
              <pc:sldLayoutMk cId="1488312296" sldId="2147483656"/>
              <ac:spMk id="6" creationId="{2E539EC0-AD59-684D-E1D4-504CA6FACB40}"/>
            </ac:spMkLst>
          </pc:spChg>
          <pc:spChg chg="add mod">
            <ac:chgData name="Emma Milne" userId="4a39f72de45081c2" providerId="LiveId" clId="{B1B7696F-6DDD-0F43-B1CC-16E80BD1546F}" dt="2024-09-24T11:56:22.350" v="251"/>
            <ac:spMkLst>
              <pc:docMk/>
              <pc:sldMasterMk cId="713788537" sldId="2147483648"/>
              <pc:sldLayoutMk cId="1488312296" sldId="2147483656"/>
              <ac:spMk id="7" creationId="{4E9DB416-5463-07A6-2B43-B3734665E527}"/>
            </ac:spMkLst>
          </pc:spChg>
          <pc:picChg chg="add mod">
            <ac:chgData name="Emma Milne" userId="4a39f72de45081c2" providerId="LiveId" clId="{B1B7696F-6DDD-0F43-B1CC-16E80BD1546F}" dt="2024-09-24T11:43:32.998" v="22"/>
            <ac:picMkLst>
              <pc:docMk/>
              <pc:sldMasterMk cId="713788537" sldId="2147483648"/>
              <pc:sldLayoutMk cId="1488312296" sldId="2147483656"/>
              <ac:picMk id="4" creationId="{2DC25D9F-7D13-98A6-558A-EA5ECCD56FA8}"/>
            </ac:picMkLst>
          </pc:picChg>
          <pc:picChg chg="del">
            <ac:chgData name="Emma Milne" userId="4a39f72de45081c2" providerId="LiveId" clId="{B1B7696F-6DDD-0F43-B1CC-16E80BD1546F}" dt="2024-09-24T11:43:32.389" v="21" actId="478"/>
            <ac:picMkLst>
              <pc:docMk/>
              <pc:sldMasterMk cId="713788537" sldId="2147483648"/>
              <pc:sldLayoutMk cId="1488312296" sldId="2147483656"/>
              <ac:picMk id="16" creationId="{00000000-0000-0000-0000-000000000000}"/>
            </ac:picMkLst>
          </pc:picChg>
        </pc:sldLayoutChg>
        <pc:sldLayoutChg chg="addSp delSp modSp mod">
          <pc:chgData name="Emma Milne" userId="4a39f72de45081c2" providerId="LiveId" clId="{B1B7696F-6DDD-0F43-B1CC-16E80BD1546F}" dt="2024-09-24T11:56:25.073" v="253"/>
          <pc:sldLayoutMkLst>
            <pc:docMk/>
            <pc:sldMasterMk cId="713788537" sldId="2147483648"/>
            <pc:sldLayoutMk cId="2247780353" sldId="2147483657"/>
          </pc:sldLayoutMkLst>
          <pc:spChg chg="del">
            <ac:chgData name="Emma Milne" userId="4a39f72de45081c2" providerId="LiveId" clId="{B1B7696F-6DDD-0F43-B1CC-16E80BD1546F}" dt="2024-09-24T11:53:26.712" v="178" actId="478"/>
            <ac:spMkLst>
              <pc:docMk/>
              <pc:sldMasterMk cId="713788537" sldId="2147483648"/>
              <pc:sldLayoutMk cId="2247780353" sldId="2147483657"/>
              <ac:spMk id="2" creationId="{00000000-0000-0000-0000-000000000000}"/>
            </ac:spMkLst>
          </pc:spChg>
          <pc:spChg chg="del">
            <ac:chgData name="Emma Milne" userId="4a39f72de45081c2" providerId="LiveId" clId="{B1B7696F-6DDD-0F43-B1CC-16E80BD1546F}" dt="2024-09-24T11:56:24.782" v="252" actId="478"/>
            <ac:spMkLst>
              <pc:docMk/>
              <pc:sldMasterMk cId="713788537" sldId="2147483648"/>
              <pc:sldLayoutMk cId="2247780353" sldId="2147483657"/>
              <ac:spMk id="3" creationId="{00000000-0000-0000-0000-000000000000}"/>
            </ac:spMkLst>
          </pc:spChg>
          <pc:spChg chg="add mod">
            <ac:chgData name="Emma Milne" userId="4a39f72de45081c2" providerId="LiveId" clId="{B1B7696F-6DDD-0F43-B1CC-16E80BD1546F}" dt="2024-09-24T11:54:32.148" v="200" actId="122"/>
            <ac:spMkLst>
              <pc:docMk/>
              <pc:sldMasterMk cId="713788537" sldId="2147483648"/>
              <pc:sldLayoutMk cId="2247780353" sldId="2147483657"/>
              <ac:spMk id="6" creationId="{0FD7B1E3-CA8E-AD39-8755-93CE0B128401}"/>
            </ac:spMkLst>
          </pc:spChg>
          <pc:spChg chg="add mod">
            <ac:chgData name="Emma Milne" userId="4a39f72de45081c2" providerId="LiveId" clId="{B1B7696F-6DDD-0F43-B1CC-16E80BD1546F}" dt="2024-09-24T11:56:25.073" v="253"/>
            <ac:spMkLst>
              <pc:docMk/>
              <pc:sldMasterMk cId="713788537" sldId="2147483648"/>
              <pc:sldLayoutMk cId="2247780353" sldId="2147483657"/>
              <ac:spMk id="7" creationId="{1B23C0AC-0EC8-7F09-7B0D-9C7B5FA59390}"/>
            </ac:spMkLst>
          </pc:spChg>
          <pc:picChg chg="add mod">
            <ac:chgData name="Emma Milne" userId="4a39f72de45081c2" providerId="LiveId" clId="{B1B7696F-6DDD-0F43-B1CC-16E80BD1546F}" dt="2024-09-24T11:43:36.604" v="24"/>
            <ac:picMkLst>
              <pc:docMk/>
              <pc:sldMasterMk cId="713788537" sldId="2147483648"/>
              <pc:sldLayoutMk cId="2247780353" sldId="2147483657"/>
              <ac:picMk id="5" creationId="{0C0E696D-949B-4D00-8723-391FD806DEE1}"/>
            </ac:picMkLst>
          </pc:picChg>
          <pc:picChg chg="del">
            <ac:chgData name="Emma Milne" userId="4a39f72de45081c2" providerId="LiveId" clId="{B1B7696F-6DDD-0F43-B1CC-16E80BD1546F}" dt="2024-09-24T11:43:35.786" v="23" actId="478"/>
            <ac:picMkLst>
              <pc:docMk/>
              <pc:sldMasterMk cId="713788537" sldId="2147483648"/>
              <pc:sldLayoutMk cId="2247780353" sldId="2147483657"/>
              <ac:picMk id="14" creationId="{00000000-0000-0000-0000-000000000000}"/>
            </ac:picMkLst>
          </pc:picChg>
        </pc:sldLayoutChg>
        <pc:sldLayoutChg chg="addSp delSp modSp mod">
          <pc:chgData name="Emma Milne" userId="4a39f72de45081c2" providerId="LiveId" clId="{B1B7696F-6DDD-0F43-B1CC-16E80BD1546F}" dt="2024-09-24T11:47:00.148" v="87"/>
          <pc:sldLayoutMkLst>
            <pc:docMk/>
            <pc:sldMasterMk cId="713788537" sldId="2147483648"/>
            <pc:sldLayoutMk cId="2946740732" sldId="2147483658"/>
          </pc:sldLayoutMkLst>
          <pc:picChg chg="add mod">
            <ac:chgData name="Emma Milne" userId="4a39f72de45081c2" providerId="LiveId" clId="{B1B7696F-6DDD-0F43-B1CC-16E80BD1546F}" dt="2024-09-24T11:47:00.148" v="87"/>
            <ac:picMkLst>
              <pc:docMk/>
              <pc:sldMasterMk cId="713788537" sldId="2147483648"/>
              <pc:sldLayoutMk cId="2946740732" sldId="2147483658"/>
              <ac:picMk id="2" creationId="{4F352945-9AE0-8E4E-F4BB-6173CDC2D3BB}"/>
            </ac:picMkLst>
          </pc:picChg>
          <pc:picChg chg="del">
            <ac:chgData name="Emma Milne" userId="4a39f72de45081c2" providerId="LiveId" clId="{B1B7696F-6DDD-0F43-B1CC-16E80BD1546F}" dt="2024-09-24T11:46:59.869" v="86" actId="478"/>
            <ac:picMkLst>
              <pc:docMk/>
              <pc:sldMasterMk cId="713788537" sldId="2147483648"/>
              <pc:sldLayoutMk cId="2946740732" sldId="2147483658"/>
              <ac:picMk id="11" creationId="{00000000-0000-0000-0000-000000000000}"/>
            </ac:picMkLst>
          </pc:picChg>
        </pc:sldLayoutChg>
        <pc:sldLayoutChg chg="addSp delSp modSp mod">
          <pc:chgData name="Emma Milne" userId="4a39f72de45081c2" providerId="LiveId" clId="{B1B7696F-6DDD-0F43-B1CC-16E80BD1546F}" dt="2024-09-24T12:06:08.244" v="536" actId="478"/>
          <pc:sldLayoutMkLst>
            <pc:docMk/>
            <pc:sldMasterMk cId="713788537" sldId="2147483648"/>
            <pc:sldLayoutMk cId="2770916380" sldId="2147483659"/>
          </pc:sldLayoutMkLst>
          <pc:spChg chg="del">
            <ac:chgData name="Emma Milne" userId="4a39f72de45081c2" providerId="LiveId" clId="{B1B7696F-6DDD-0F43-B1CC-16E80BD1546F}" dt="2024-09-24T11:45:22.600" v="51" actId="478"/>
            <ac:spMkLst>
              <pc:docMk/>
              <pc:sldMasterMk cId="713788537" sldId="2147483648"/>
              <pc:sldLayoutMk cId="2770916380" sldId="2147483659"/>
              <ac:spMk id="2" creationId="{00000000-0000-0000-0000-000000000000}"/>
            </ac:spMkLst>
          </pc:spChg>
          <pc:spChg chg="add del mod">
            <ac:chgData name="Emma Milne" userId="4a39f72de45081c2" providerId="LiveId" clId="{B1B7696F-6DDD-0F43-B1CC-16E80BD1546F}" dt="2024-09-24T12:06:08.244" v="536" actId="478"/>
            <ac:spMkLst>
              <pc:docMk/>
              <pc:sldMasterMk cId="713788537" sldId="2147483648"/>
              <pc:sldLayoutMk cId="2770916380" sldId="2147483659"/>
              <ac:spMk id="2" creationId="{37741175-774C-A7B8-F643-BD7DF419894D}"/>
            </ac:spMkLst>
          </pc:spChg>
          <pc:spChg chg="add del mod">
            <ac:chgData name="Emma Milne" userId="4a39f72de45081c2" providerId="LiveId" clId="{B1B7696F-6DDD-0F43-B1CC-16E80BD1546F}" dt="2024-09-24T11:49:27.900" v="111" actId="478"/>
            <ac:spMkLst>
              <pc:docMk/>
              <pc:sldMasterMk cId="713788537" sldId="2147483648"/>
              <pc:sldLayoutMk cId="2770916380" sldId="2147483659"/>
              <ac:spMk id="5" creationId="{BA96919B-6320-12CE-4E54-0BC50D826931}"/>
            </ac:spMkLst>
          </pc:spChg>
          <pc:spChg chg="add mod">
            <ac:chgData name="Emma Milne" userId="4a39f72de45081c2" providerId="LiveId" clId="{B1B7696F-6DDD-0F43-B1CC-16E80BD1546F}" dt="2024-09-24T11:49:24.926" v="110"/>
            <ac:spMkLst>
              <pc:docMk/>
              <pc:sldMasterMk cId="713788537" sldId="2147483648"/>
              <pc:sldLayoutMk cId="2770916380" sldId="2147483659"/>
              <ac:spMk id="6" creationId="{6E39888B-DB17-3C55-47F4-17FDB5735F65}"/>
            </ac:spMkLst>
          </pc:spChg>
          <pc:spChg chg="add mod">
            <ac:chgData name="Emma Milne" userId="4a39f72de45081c2" providerId="LiveId" clId="{B1B7696F-6DDD-0F43-B1CC-16E80BD1546F}" dt="2024-09-24T11:49:28.802" v="112"/>
            <ac:spMkLst>
              <pc:docMk/>
              <pc:sldMasterMk cId="713788537" sldId="2147483648"/>
              <pc:sldLayoutMk cId="2770916380" sldId="2147483659"/>
              <ac:spMk id="8" creationId="{10692A5F-90A0-00FC-AEBE-06A194FABC1F}"/>
            </ac:spMkLst>
          </pc:spChg>
          <pc:spChg chg="mod">
            <ac:chgData name="Emma Milne" userId="4a39f72de45081c2" providerId="LiveId" clId="{B1B7696F-6DDD-0F43-B1CC-16E80BD1546F}" dt="2024-09-24T12:05:30.229" v="529" actId="14100"/>
            <ac:spMkLst>
              <pc:docMk/>
              <pc:sldMasterMk cId="713788537" sldId="2147483648"/>
              <pc:sldLayoutMk cId="2770916380" sldId="2147483659"/>
              <ac:spMk id="10" creationId="{00000000-0000-0000-0000-000000000000}"/>
            </ac:spMkLst>
          </pc:spChg>
          <pc:spChg chg="mod">
            <ac:chgData name="Emma Milne" userId="4a39f72de45081c2" providerId="LiveId" clId="{B1B7696F-6DDD-0F43-B1CC-16E80BD1546F}" dt="2024-09-24T12:05:31.979" v="530" actId="14100"/>
            <ac:spMkLst>
              <pc:docMk/>
              <pc:sldMasterMk cId="713788537" sldId="2147483648"/>
              <pc:sldLayoutMk cId="2770916380" sldId="2147483659"/>
              <ac:spMk id="12" creationId="{00000000-0000-0000-0000-000000000000}"/>
            </ac:spMkLst>
          </pc:spChg>
          <pc:picChg chg="add del mod">
            <ac:chgData name="Emma Milne" userId="4a39f72de45081c2" providerId="LiveId" clId="{B1B7696F-6DDD-0F43-B1CC-16E80BD1546F}" dt="2024-09-24T11:45:04.527" v="44" actId="478"/>
            <ac:picMkLst>
              <pc:docMk/>
              <pc:sldMasterMk cId="713788537" sldId="2147483648"/>
              <pc:sldLayoutMk cId="2770916380" sldId="2147483659"/>
              <ac:picMk id="3" creationId="{AEB02008-53BC-F0CB-5B14-ADB717ECA85A}"/>
            </ac:picMkLst>
          </pc:picChg>
          <pc:picChg chg="add mod">
            <ac:chgData name="Emma Milne" userId="4a39f72de45081c2" providerId="LiveId" clId="{B1B7696F-6DDD-0F43-B1CC-16E80BD1546F}" dt="2024-09-24T11:45:07.587" v="45"/>
            <ac:picMkLst>
              <pc:docMk/>
              <pc:sldMasterMk cId="713788537" sldId="2147483648"/>
              <pc:sldLayoutMk cId="2770916380" sldId="2147483659"/>
              <ac:picMk id="4" creationId="{A8645453-13D3-880F-0905-60CAF886470A}"/>
            </ac:picMkLst>
          </pc:picChg>
          <pc:picChg chg="del">
            <ac:chgData name="Emma Milne" userId="4a39f72de45081c2" providerId="LiveId" clId="{B1B7696F-6DDD-0F43-B1CC-16E80BD1546F}" dt="2024-09-24T11:45:00.818" v="41" actId="478"/>
            <ac:picMkLst>
              <pc:docMk/>
              <pc:sldMasterMk cId="713788537" sldId="2147483648"/>
              <pc:sldLayoutMk cId="2770916380" sldId="2147483659"/>
              <ac:picMk id="7" creationId="{00000000-0000-0000-0000-000000000000}"/>
            </ac:picMkLst>
          </pc:picChg>
        </pc:sldLayoutChg>
        <pc:sldLayoutChg chg="addSp delSp modSp mod">
          <pc:chgData name="Emma Milne" userId="4a39f72de45081c2" providerId="LiveId" clId="{B1B7696F-6DDD-0F43-B1CC-16E80BD1546F}" dt="2024-09-24T11:46:52" v="85" actId="403"/>
          <pc:sldLayoutMkLst>
            <pc:docMk/>
            <pc:sldMasterMk cId="713788537" sldId="2147483648"/>
            <pc:sldLayoutMk cId="354770624" sldId="2147483660"/>
          </pc:sldLayoutMkLst>
          <pc:spChg chg="del">
            <ac:chgData name="Emma Milne" userId="4a39f72de45081c2" providerId="LiveId" clId="{B1B7696F-6DDD-0F43-B1CC-16E80BD1546F}" dt="2024-09-24T11:46:07.269" v="62" actId="478"/>
            <ac:spMkLst>
              <pc:docMk/>
              <pc:sldMasterMk cId="713788537" sldId="2147483648"/>
              <pc:sldLayoutMk cId="354770624" sldId="2147483660"/>
              <ac:spMk id="2" creationId="{00000000-0000-0000-0000-000000000000}"/>
            </ac:spMkLst>
          </pc:spChg>
          <pc:spChg chg="add mod">
            <ac:chgData name="Emma Milne" userId="4a39f72de45081c2" providerId="LiveId" clId="{B1B7696F-6DDD-0F43-B1CC-16E80BD1546F}" dt="2024-09-24T11:46:07.637" v="63"/>
            <ac:spMkLst>
              <pc:docMk/>
              <pc:sldMasterMk cId="713788537" sldId="2147483648"/>
              <pc:sldLayoutMk cId="354770624" sldId="2147483660"/>
              <ac:spMk id="4" creationId="{FE003AAB-4C59-BE99-437B-40936FE2FC89}"/>
            </ac:spMkLst>
          </pc:spChg>
          <pc:spChg chg="mod">
            <ac:chgData name="Emma Milne" userId="4a39f72de45081c2" providerId="LiveId" clId="{B1B7696F-6DDD-0F43-B1CC-16E80BD1546F}" dt="2024-09-24T11:46:39.168" v="76" actId="403"/>
            <ac:spMkLst>
              <pc:docMk/>
              <pc:sldMasterMk cId="713788537" sldId="2147483648"/>
              <pc:sldLayoutMk cId="354770624" sldId="2147483660"/>
              <ac:spMk id="12" creationId="{00000000-0000-0000-0000-000000000000}"/>
            </ac:spMkLst>
          </pc:spChg>
          <pc:spChg chg="mod">
            <ac:chgData name="Emma Milne" userId="4a39f72de45081c2" providerId="LiveId" clId="{B1B7696F-6DDD-0F43-B1CC-16E80BD1546F}" dt="2024-09-24T11:46:45.049" v="81" actId="403"/>
            <ac:spMkLst>
              <pc:docMk/>
              <pc:sldMasterMk cId="713788537" sldId="2147483648"/>
              <pc:sldLayoutMk cId="354770624" sldId="2147483660"/>
              <ac:spMk id="14" creationId="{00000000-0000-0000-0000-000000000000}"/>
            </ac:spMkLst>
          </pc:spChg>
          <pc:spChg chg="mod">
            <ac:chgData name="Emma Milne" userId="4a39f72de45081c2" providerId="LiveId" clId="{B1B7696F-6DDD-0F43-B1CC-16E80BD1546F}" dt="2024-09-24T11:46:52" v="85" actId="403"/>
            <ac:spMkLst>
              <pc:docMk/>
              <pc:sldMasterMk cId="713788537" sldId="2147483648"/>
              <pc:sldLayoutMk cId="354770624" sldId="2147483660"/>
              <ac:spMk id="15" creationId="{00000000-0000-0000-0000-000000000000}"/>
            </ac:spMkLst>
          </pc:spChg>
          <pc:picChg chg="add mod">
            <ac:chgData name="Emma Milne" userId="4a39f72de45081c2" providerId="LiveId" clId="{B1B7696F-6DDD-0F43-B1CC-16E80BD1546F}" dt="2024-09-24T11:45:10.596" v="47"/>
            <ac:picMkLst>
              <pc:docMk/>
              <pc:sldMasterMk cId="713788537" sldId="2147483648"/>
              <pc:sldLayoutMk cId="354770624" sldId="2147483660"/>
              <ac:picMk id="3" creationId="{DE447622-2BCC-BD28-3DE6-63C6E9F5494A}"/>
            </ac:picMkLst>
          </pc:picChg>
          <pc:picChg chg="del">
            <ac:chgData name="Emma Milne" userId="4a39f72de45081c2" providerId="LiveId" clId="{B1B7696F-6DDD-0F43-B1CC-16E80BD1546F}" dt="2024-09-24T11:45:09.625" v="46" actId="478"/>
            <ac:picMkLst>
              <pc:docMk/>
              <pc:sldMasterMk cId="713788537" sldId="2147483648"/>
              <pc:sldLayoutMk cId="354770624" sldId="2147483660"/>
              <ac:picMk id="7" creationId="{00000000-0000-0000-0000-000000000000}"/>
            </ac:picMkLst>
          </pc:picChg>
        </pc:sldLayoutChg>
      </pc:sldMasterChg>
      <pc:sldMasterChg chg="new del mod addSldLayout delSldLayout">
        <pc:chgData name="Emma Milne" userId="4a39f72de45081c2" providerId="LiveId" clId="{B1B7696F-6DDD-0F43-B1CC-16E80BD1546F}" dt="2024-09-24T11:48:04.527" v="97" actId="6938"/>
        <pc:sldMasterMkLst>
          <pc:docMk/>
          <pc:sldMasterMk cId="322994807" sldId="2147483661"/>
        </pc:sldMasterMkLst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1458390779" sldId="2147483662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4173326541" sldId="2147483663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2728670214" sldId="2147483664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1359815922" sldId="2147483665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3101934831" sldId="2147483666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3212202710" sldId="2147483667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2992393306" sldId="2147483668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181548688" sldId="2147483669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4113382547" sldId="2147483670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1831355259" sldId="2147483671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2735466854" sldId="2147483672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5ACD56-CA7D-3A42-9B42-9FD56464B91C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38D3B8-2EC2-4F46-B8AF-ABD68D9214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774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7754" y="1254162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85000"/>
              </a:lnSpc>
              <a:defRPr sz="2800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7754" y="2571749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rgbClr val="002A4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5" name="Picture 4" descr="A logo with text on it&#10;&#10;Description automatically generated">
            <a:extLst>
              <a:ext uri="{FF2B5EF4-FFF2-40B4-BE49-F238E27FC236}">
                <a16:creationId xmlns:a16="http://schemas.microsoft.com/office/drawing/2014/main" id="{F5BEC502-5565-F0E1-3C95-602230A5A0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955712" cy="101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</p:spPr>
      </p:pic>
      <p:pic>
        <p:nvPicPr>
          <p:cNvPr id="5" name="Picture 4" descr="A logo with text on it&#10;&#10;Description automatically generated">
            <a:extLst>
              <a:ext uri="{FF2B5EF4-FFF2-40B4-BE49-F238E27FC236}">
                <a16:creationId xmlns:a16="http://schemas.microsoft.com/office/drawing/2014/main" id="{3F83FA74-DE85-8271-7C1E-9386351D7E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955712" cy="101697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19A59A8-15C2-09E7-24D4-1C1E20BB9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754" y="1254162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85000"/>
              </a:lnSpc>
              <a:defRPr sz="2800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7163384-453E-DB67-EBB2-242AC18CC2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7754" y="2571749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rgbClr val="002A4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</p:spPr>
      </p:pic>
      <p:pic>
        <p:nvPicPr>
          <p:cNvPr id="5" name="Picture 4" descr="A logo with text on it&#10;&#10;Description automatically generated">
            <a:extLst>
              <a:ext uri="{FF2B5EF4-FFF2-40B4-BE49-F238E27FC236}">
                <a16:creationId xmlns:a16="http://schemas.microsoft.com/office/drawing/2014/main" id="{23B3A82C-430A-088C-3A30-BDF0AE67586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955712" cy="101697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0AC9268-4297-7709-ABB4-ED539B193C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754" y="1254162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85000"/>
              </a:lnSpc>
              <a:defRPr sz="2800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F41C18-6F8D-982E-7344-7BEADBE7F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7754" y="2571749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rgbClr val="002A4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</p:spPr>
      </p:pic>
      <p:pic>
        <p:nvPicPr>
          <p:cNvPr id="4" name="Picture 3" descr="A logo with text on it&#10;&#10;Description automatically generated">
            <a:extLst>
              <a:ext uri="{FF2B5EF4-FFF2-40B4-BE49-F238E27FC236}">
                <a16:creationId xmlns:a16="http://schemas.microsoft.com/office/drawing/2014/main" id="{2DC25D9F-7D13-98A6-558A-EA5ECCD56F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955712" cy="101697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E539EC0-AD59-684D-E1D4-504CA6FAC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754" y="1254162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85000"/>
              </a:lnSpc>
              <a:defRPr sz="2800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E9DB416-5463-07A6-2B43-B3734665E5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7754" y="2571749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rgbClr val="002A4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</p:spPr>
      </p:pic>
      <p:pic>
        <p:nvPicPr>
          <p:cNvPr id="5" name="Picture 4" descr="A logo with text on it&#10;&#10;Description automatically generated">
            <a:extLst>
              <a:ext uri="{FF2B5EF4-FFF2-40B4-BE49-F238E27FC236}">
                <a16:creationId xmlns:a16="http://schemas.microsoft.com/office/drawing/2014/main" id="{0C0E696D-949B-4D00-8723-391FD806DE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955712" cy="101697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FD7B1E3-CA8E-AD39-8755-93CE0B1284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754" y="1254162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85000"/>
              </a:lnSpc>
              <a:defRPr sz="2800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B23C0AC-0EC8-7F09-7B0D-9C7B5FA593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7754" y="2571749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rgbClr val="002A4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552" y="206711"/>
            <a:ext cx="7902388" cy="61703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28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621553" y="956731"/>
            <a:ext cx="7902388" cy="367154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spcBef>
                <a:spcPts val="800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800"/>
              </a:spcBef>
              <a:buClr>
                <a:srgbClr val="68246D"/>
              </a:buClr>
              <a:buFont typeface="Arial"/>
              <a:buChar char="•"/>
              <a:defRPr sz="2000">
                <a:solidFill>
                  <a:srgbClr val="002A41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800"/>
              </a:spcBef>
              <a:buFont typeface="Lucida Grande"/>
              <a:buChar char="–"/>
              <a:defRPr sz="20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3" name="Picture 2" descr="A logo with text on it&#10;&#10;Description automatically generated">
            <a:extLst>
              <a:ext uri="{FF2B5EF4-FFF2-40B4-BE49-F238E27FC236}">
                <a16:creationId xmlns:a16="http://schemas.microsoft.com/office/drawing/2014/main" id="{73DFC01F-CFF2-0DDA-B477-1BCE3C32C0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4353" y="4628272"/>
            <a:ext cx="91440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1553" y="956732"/>
            <a:ext cx="3807190" cy="367153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spcBef>
                <a:spcPts val="800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800"/>
              </a:spcBef>
              <a:buClr>
                <a:srgbClr val="68246D"/>
              </a:buClr>
              <a:buFont typeface="Arial"/>
              <a:buChar char="•"/>
              <a:defRPr sz="2000">
                <a:solidFill>
                  <a:srgbClr val="002A41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800"/>
              </a:spcBef>
              <a:buFont typeface="Lucida Grande"/>
              <a:buChar char="–"/>
              <a:defRPr sz="20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 hasCustomPrompt="1"/>
          </p:nvPr>
        </p:nvSpPr>
        <p:spPr>
          <a:xfrm>
            <a:off x="4716751" y="956731"/>
            <a:ext cx="3807190" cy="367153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spcBef>
                <a:spcPts val="800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800"/>
              </a:spcBef>
              <a:buClr>
                <a:srgbClr val="68246D"/>
              </a:buClr>
              <a:buFont typeface="Arial"/>
              <a:buChar char="•"/>
              <a:defRPr sz="2000">
                <a:solidFill>
                  <a:srgbClr val="002A41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800"/>
              </a:spcBef>
              <a:buFont typeface="Lucida Grande"/>
              <a:buChar char="–"/>
              <a:defRPr sz="20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4" name="Picture 3" descr="A logo with text on it&#10;&#10;Description automatically generated">
            <a:extLst>
              <a:ext uri="{FF2B5EF4-FFF2-40B4-BE49-F238E27FC236}">
                <a16:creationId xmlns:a16="http://schemas.microsoft.com/office/drawing/2014/main" id="{A8645453-13D3-880F-0905-60CAF88647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4353" y="4628272"/>
            <a:ext cx="914400" cy="47548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0692A5F-90A0-00FC-AEBE-06A194FAB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552" y="206711"/>
            <a:ext cx="7902388" cy="61703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28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1553" y="921833"/>
            <a:ext cx="2435053" cy="370643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2000">
                <a:solidFill>
                  <a:srgbClr val="002A41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400"/>
              </a:spcBef>
              <a:buClr>
                <a:srgbClr val="68246D"/>
              </a:buClr>
              <a:buFont typeface="Arial"/>
              <a:buChar char="•"/>
              <a:defRPr sz="1800">
                <a:solidFill>
                  <a:srgbClr val="002A41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400"/>
              </a:spcBef>
              <a:buFont typeface="Lucida Grande"/>
              <a:buChar char="–"/>
              <a:defRPr sz="18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3355221" y="921833"/>
            <a:ext cx="2435053" cy="370643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2000">
                <a:solidFill>
                  <a:srgbClr val="002A41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400"/>
              </a:spcBef>
              <a:buClr>
                <a:srgbClr val="68246D"/>
              </a:buClr>
              <a:buFont typeface="Arial"/>
              <a:buChar char="•"/>
              <a:defRPr sz="1800">
                <a:solidFill>
                  <a:srgbClr val="002A41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400"/>
              </a:spcBef>
              <a:buFont typeface="Lucida Grande"/>
              <a:buChar char="–"/>
              <a:defRPr sz="18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6088888" y="921833"/>
            <a:ext cx="2435053" cy="370643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1800">
                <a:solidFill>
                  <a:srgbClr val="002A41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400"/>
              </a:spcBef>
              <a:buClr>
                <a:srgbClr val="68246D"/>
              </a:buClr>
              <a:buFont typeface="Arial"/>
              <a:buChar char="•"/>
              <a:defRPr sz="1800">
                <a:solidFill>
                  <a:srgbClr val="002A41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400"/>
              </a:spcBef>
              <a:buFont typeface="Lucida Grande"/>
              <a:buChar char="–"/>
              <a:defRPr sz="18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3" name="Picture 2" descr="A logo with text on it&#10;&#10;Description automatically generated">
            <a:extLst>
              <a:ext uri="{FF2B5EF4-FFF2-40B4-BE49-F238E27FC236}">
                <a16:creationId xmlns:a16="http://schemas.microsoft.com/office/drawing/2014/main" id="{DE447622-2BCC-BD28-3DE6-63C6E9F549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4353" y="4628272"/>
            <a:ext cx="914400" cy="47548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E003AAB-4C59-BE99-437B-40936FE2F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553" y="193288"/>
            <a:ext cx="7902388" cy="61703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28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133494" y="1224708"/>
            <a:ext cx="5168900" cy="29146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54145A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1000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54145A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1000"/>
              </a:spcBef>
              <a:buFont typeface="Lucida Grande"/>
              <a:buChar char="–"/>
              <a:defRPr sz="24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2" name="Picture 1" descr="A logo with text on it&#10;&#10;Description automatically generated">
            <a:extLst>
              <a:ext uri="{FF2B5EF4-FFF2-40B4-BE49-F238E27FC236}">
                <a16:creationId xmlns:a16="http://schemas.microsoft.com/office/drawing/2014/main" id="{4F352945-9AE0-8E4E-F4BB-6173CDC2D3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4353" y="4628272"/>
            <a:ext cx="91440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</p:sldLayoutIdLst>
  <p:txStyles>
    <p:titleStyle>
      <a:lvl1pPr algn="l" defTabSz="457200" rtl="0" eaLnBrk="1" latinLnBrk="0" hangingPunct="1">
        <a:spcBef>
          <a:spcPct val="0"/>
        </a:spcBef>
        <a:buNone/>
        <a:defRPr lang="en-US" sz="2800" b="1" kern="1200" dirty="0">
          <a:solidFill>
            <a:srgbClr val="54145A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54135A"/>
        </a:buClr>
        <a:buFont typeface="Arial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54135A"/>
        </a:buClr>
        <a:buFont typeface="Arial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54135A"/>
        </a:buClr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54135A"/>
        </a:buClr>
        <a:buFont typeface="Arial"/>
        <a:buChar char="–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54135A"/>
        </a:buClr>
        <a:buFont typeface="Arial"/>
        <a:buChar char="»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7754" y="2571749"/>
            <a:ext cx="4446814" cy="2384812"/>
          </a:xfrm>
        </p:spPr>
        <p:txBody>
          <a:bodyPr/>
          <a:lstStyle/>
          <a:p>
            <a:r>
              <a:rPr lang="en-US" dirty="0"/>
              <a:t>Dr Andrew Beetham</a:t>
            </a:r>
          </a:p>
          <a:p>
            <a:r>
              <a:rPr lang="en-US" dirty="0"/>
              <a:t>andrew.beetham@durham.ac.uk</a:t>
            </a:r>
          </a:p>
          <a:p>
            <a:endParaRPr lang="en-US" dirty="0"/>
          </a:p>
          <a:p>
            <a:r>
              <a:rPr lang="en-US" dirty="0"/>
              <a:t>Academic Support &amp; Feedback Hours: Thursday 11.00-13.00</a:t>
            </a:r>
          </a:p>
          <a:p>
            <a:r>
              <a:rPr lang="en-US" dirty="0"/>
              <a:t>PCL 181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A606C88-2B97-820A-B558-EAFB98C801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lnSpc>
                <a:spcPct val="85000"/>
              </a:lnSpc>
              <a:defRPr sz="2800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pPr algn="ctr"/>
            <a:r>
              <a:rPr lang="en-US" dirty="0"/>
              <a:t>Homicide 4 – Homicide in Context</a:t>
            </a:r>
          </a:p>
        </p:txBody>
      </p:sp>
    </p:spTree>
    <p:extLst>
      <p:ext uri="{BB962C8B-B14F-4D97-AF65-F5344CB8AC3E}">
        <p14:creationId xmlns:p14="http://schemas.microsoft.com/office/powerpoint/2010/main" val="3433382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D207C-8C0D-4108-7CD4-241A12570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552" y="206710"/>
            <a:ext cx="7902388" cy="861513"/>
          </a:xfrm>
        </p:spPr>
        <p:txBody>
          <a:bodyPr/>
          <a:lstStyle/>
          <a:p>
            <a:r>
              <a:rPr lang="en-GB" dirty="0"/>
              <a:t>By the end of this lecture, you should be able to: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45541-0F83-A06E-23A9-6756D65750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1552" y="1264778"/>
            <a:ext cx="7964887" cy="3363494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Understand the context of homicide offences in the criminal law</a:t>
            </a:r>
          </a:p>
          <a:p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Understand the impact of homicide offences regarding sentence and release</a:t>
            </a:r>
          </a:p>
          <a:p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Provide an explanation of the context of homicide offences in the criminal law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5747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3807B-1C0C-ABB6-21BE-3BEA7F8F2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Recap…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922CB-79E9-C5E3-4AF2-D34C70EDD87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/>
              <a:t>Homicide 1 – Murder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/>
              <a:t>Homicide 2 – Voluntary Manslaughter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600" dirty="0"/>
              <a:t>Loss of Control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600" dirty="0"/>
              <a:t>Diminished Responsibility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600" dirty="0"/>
              <a:t>Suicide Pact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/>
              <a:t>Homicide 3 – Involuntary Manslaughter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600" dirty="0"/>
              <a:t>Unlawful act manslaughter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600" dirty="0"/>
              <a:t>Gross negligence manslaughter</a:t>
            </a:r>
          </a:p>
        </p:txBody>
      </p:sp>
    </p:spTree>
    <p:extLst>
      <p:ext uri="{BB962C8B-B14F-4D97-AF65-F5344CB8AC3E}">
        <p14:creationId xmlns:p14="http://schemas.microsoft.com/office/powerpoint/2010/main" val="3802769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CE946-8D12-32F0-132B-2638BC600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Homicide Flow Chart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27D453C-4B97-AE57-F275-0D185CE778D7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9479" y="957263"/>
            <a:ext cx="4206629" cy="367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9957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745B8-A587-17E6-A404-5064671CF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Homicide Offences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56DDA-2C08-1442-F200-70163A97B7C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Corporate manslaughter (Corporate Manslaughter Act 2007)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Driving, includes death by dangerous driving (Road Traffic Act 1988, s. 1), by careless driving (RTA 1988, s. 2B) or under influence (RTA 1988, s. 3A)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Infanticide (Infanticide Act 1938)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Child destruction (Infant Life (Preservation) Act 1929)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7622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62E9B-83C7-BA89-6CA6-A5FB24AD4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Homicide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3DD5C-72CA-3A0C-0FFE-B34CB6CEF5C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/>
              <a:t>April 2022-March 2023: 590 recorded homicides (down from 684)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/>
              <a:t>Homicide rate per million population: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600" dirty="0"/>
              <a:t>9.9 overall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600" dirty="0"/>
              <a:t>14.2 for males compared to 6.0 for females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600" dirty="0"/>
              <a:t>63 in US / 3.9 in Malta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/>
              <a:t>51 victims between age 13-19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600" dirty="0"/>
              <a:t>82% with a knife or sharp instrument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/>
              <a:t>100 domestic homicides (17%)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600" dirty="0"/>
              <a:t>70 female victims / 30 male victims</a:t>
            </a:r>
            <a:endParaRPr lang="en-GB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941264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5D696-58A2-A055-BF84-7BB15407F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Long term trends</a:t>
            </a:r>
          </a:p>
        </p:txBody>
      </p:sp>
      <p:pic>
        <p:nvPicPr>
          <p:cNvPr id="5" name="Content Placeholder 4" descr="A graph of a crime&#10;&#10;Description automatically generated">
            <a:extLst>
              <a:ext uri="{FF2B5EF4-FFF2-40B4-BE49-F238E27FC236}">
                <a16:creationId xmlns:a16="http://schemas.microsoft.com/office/drawing/2014/main" id="{DBFA4792-AE02-5C4F-91F6-AEF442896E26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2232894" y="957263"/>
            <a:ext cx="4679799" cy="3670300"/>
          </a:xfrm>
        </p:spPr>
      </p:pic>
    </p:spTree>
    <p:extLst>
      <p:ext uri="{BB962C8B-B14F-4D97-AF65-F5344CB8AC3E}">
        <p14:creationId xmlns:p14="http://schemas.microsoft.com/office/powerpoint/2010/main" val="1737700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32A77-5F0E-D2BD-CEBC-3086B4BC6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 kills whom?</a:t>
            </a:r>
          </a:p>
        </p:txBody>
      </p:sp>
      <p:pic>
        <p:nvPicPr>
          <p:cNvPr id="5" name="Content Placeholder 4" descr="A graph of a crime&#10;&#10;Description automatically generated with medium confidence">
            <a:extLst>
              <a:ext uri="{FF2B5EF4-FFF2-40B4-BE49-F238E27FC236}">
                <a16:creationId xmlns:a16="http://schemas.microsoft.com/office/drawing/2014/main" id="{00946A76-E7DF-E3EF-074F-13946405015D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2232894" y="957263"/>
            <a:ext cx="4679799" cy="3670300"/>
          </a:xfrm>
        </p:spPr>
      </p:pic>
    </p:spTree>
    <p:extLst>
      <p:ext uri="{BB962C8B-B14F-4D97-AF65-F5344CB8AC3E}">
        <p14:creationId xmlns:p14="http://schemas.microsoft.com/office/powerpoint/2010/main" val="3301679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D0CD0-236E-A9F2-3563-D80314B3A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And how?</a:t>
            </a:r>
          </a:p>
        </p:txBody>
      </p:sp>
      <p:pic>
        <p:nvPicPr>
          <p:cNvPr id="5" name="Content Placeholder 4" descr="A graph of a person with a sharp instrument&#10;&#10;Description automatically generated with medium confidence">
            <a:extLst>
              <a:ext uri="{FF2B5EF4-FFF2-40B4-BE49-F238E27FC236}">
                <a16:creationId xmlns:a16="http://schemas.microsoft.com/office/drawing/2014/main" id="{7D20FFD5-3674-1AB8-83E3-88A4BAEAB2A0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2689209" y="957263"/>
            <a:ext cx="3767170" cy="3670300"/>
          </a:xfrm>
        </p:spPr>
      </p:pic>
    </p:spTree>
    <p:extLst>
      <p:ext uri="{BB962C8B-B14F-4D97-AF65-F5344CB8AC3E}">
        <p14:creationId xmlns:p14="http://schemas.microsoft.com/office/powerpoint/2010/main" val="553425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3A75C-FB6E-699B-F38C-039A7C354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And where?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651AEE-1A42-3960-0CD6-57C7768787C7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2689209" y="957263"/>
            <a:ext cx="3767170" cy="3670300"/>
          </a:xfrm>
        </p:spPr>
      </p:pic>
    </p:spTree>
    <p:extLst>
      <p:ext uri="{BB962C8B-B14F-4D97-AF65-F5344CB8AC3E}">
        <p14:creationId xmlns:p14="http://schemas.microsoft.com/office/powerpoint/2010/main" val="1149058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4B2A4-68C0-7164-74BB-F94C50B74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Sentencing for Homicide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6618A-7719-F475-D5C2-4FD3D43AA5B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Murder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Under 18: Detention at His Majesty’s Pleasure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18-21: Custody for life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21+: mandatory life sentence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Manslaughter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Maximum: life imprisonment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Discretionary</a:t>
            </a:r>
          </a:p>
        </p:txBody>
      </p:sp>
    </p:spTree>
    <p:extLst>
      <p:ext uri="{BB962C8B-B14F-4D97-AF65-F5344CB8AC3E}">
        <p14:creationId xmlns:p14="http://schemas.microsoft.com/office/powerpoint/2010/main" val="488313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6C0FF-9198-51B6-5C9F-CF1E3B41F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Murder: length of minimum term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14CD1-92EE-9283-27BE-79C603A9888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Before 2003 was decided by Home Secretary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Since 2003 was set by trial judge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High Court “reset” pre-2003 mandatory life sentences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“Minimum”</a:t>
            </a:r>
          </a:p>
        </p:txBody>
      </p:sp>
    </p:spTree>
    <p:extLst>
      <p:ext uri="{BB962C8B-B14F-4D97-AF65-F5344CB8AC3E}">
        <p14:creationId xmlns:p14="http://schemas.microsoft.com/office/powerpoint/2010/main" val="1902824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AEC67-C4C3-5898-8B47-4CFBC8404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Starting Points for Murder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7437A-8238-9F42-9986-ACC783F9F1B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Sentencing Act 2020, Sch. 21: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Whole life order: 21+ and “</a:t>
            </a:r>
            <a:r>
              <a:rPr lang="en-GB" i="1" dirty="0"/>
              <a:t>exceptionally high</a:t>
            </a:r>
            <a:r>
              <a:rPr lang="en-GB" dirty="0"/>
              <a:t>” (para. 2)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30 years: 18+ and “</a:t>
            </a:r>
            <a:r>
              <a:rPr lang="en-GB" i="1" dirty="0"/>
              <a:t>particularly high</a:t>
            </a:r>
            <a:r>
              <a:rPr lang="en-GB" dirty="0"/>
              <a:t>” (para. 3)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25 years: 18+ with a knife or other weapon (para. 4)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15 years: 18+ and not within the above (para. 5)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12 years: under 18 (para. 6)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Can result in any length with aggravating and mitigating factors (para. 8)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907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F5C27-F682-C460-5143-51802ACA1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Young Offenders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250736A-BC8E-D815-15E0-DE21CCCB9942}"/>
              </a:ext>
            </a:extLst>
          </p:cNvPr>
          <p:cNvGraphicFramePr>
            <a:graphicFrameLocks noGrp="1"/>
          </p:cNvGraphicFramePr>
          <p:nvPr>
            <p:ph sz="quarter" idx="11"/>
          </p:nvPr>
        </p:nvGraphicFramePr>
        <p:xfrm>
          <a:off x="622300" y="1522553"/>
          <a:ext cx="7900988" cy="2539720"/>
        </p:xfrm>
        <a:graphic>
          <a:graphicData uri="http://schemas.openxmlformats.org/drawingml/2006/table">
            <a:tbl>
              <a:tblPr/>
              <a:tblGrid>
                <a:gridCol w="1975247">
                  <a:extLst>
                    <a:ext uri="{9D8B030D-6E8A-4147-A177-3AD203B41FA5}">
                      <a16:colId xmlns:a16="http://schemas.microsoft.com/office/drawing/2014/main" val="2674740133"/>
                    </a:ext>
                  </a:extLst>
                </a:gridCol>
                <a:gridCol w="1975247">
                  <a:extLst>
                    <a:ext uri="{9D8B030D-6E8A-4147-A177-3AD203B41FA5}">
                      <a16:colId xmlns:a16="http://schemas.microsoft.com/office/drawing/2014/main" val="4029788887"/>
                    </a:ext>
                  </a:extLst>
                </a:gridCol>
                <a:gridCol w="1975247">
                  <a:extLst>
                    <a:ext uri="{9D8B030D-6E8A-4147-A177-3AD203B41FA5}">
                      <a16:colId xmlns:a16="http://schemas.microsoft.com/office/drawing/2014/main" val="1603299706"/>
                    </a:ext>
                  </a:extLst>
                </a:gridCol>
                <a:gridCol w="1975247">
                  <a:extLst>
                    <a:ext uri="{9D8B030D-6E8A-4147-A177-3AD203B41FA5}">
                      <a16:colId xmlns:a16="http://schemas.microsoft.com/office/drawing/2014/main" val="358181670"/>
                    </a:ext>
                  </a:extLst>
                </a:gridCol>
              </a:tblGrid>
              <a:tr h="360130">
                <a:tc>
                  <a:txBody>
                    <a:bodyPr/>
                    <a:lstStyle/>
                    <a:p>
                      <a:pPr algn="ctr" fontAlgn="t"/>
                      <a:r>
                        <a:rPr lang="en-GB" sz="1600" b="0" i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8900" marR="58900" marT="58900" marB="58900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600" b="0" i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8900" marR="58900" marT="58900" marB="589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600" b="0" i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8900" marR="58900" marT="58900" marB="589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600" b="0" i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8900" marR="58900" marT="58900" marB="589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481157"/>
                  </a:ext>
                </a:extLst>
              </a:tr>
              <a:tr h="1087122">
                <a:tc>
                  <a:txBody>
                    <a:bodyPr/>
                    <a:lstStyle/>
                    <a:p>
                      <a:pPr algn="ctr" fontAlgn="t"/>
                      <a:r>
                        <a:rPr lang="en-GB" sz="1600" b="0" i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Age of offender when offence committed</a:t>
                      </a:r>
                    </a:p>
                  </a:txBody>
                  <a:tcPr marL="58900" marR="58900" marT="58900" marB="58900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600" b="0" i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Starting point supplied by paragraph 3(1) had offender been 18</a:t>
                      </a:r>
                    </a:p>
                  </a:txBody>
                  <a:tcPr marL="58900" marR="58900" marT="58900" marB="589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600" b="0" i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Starting point supplied by paragraph 4(1) had offender been 18</a:t>
                      </a:r>
                    </a:p>
                  </a:txBody>
                  <a:tcPr marL="58900" marR="58900" marT="58900" marB="589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600" b="0" i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Starting point supplied by paragraph 5 had offender been 18</a:t>
                      </a:r>
                    </a:p>
                  </a:txBody>
                  <a:tcPr marL="58900" marR="58900" marT="58900" marB="589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058803"/>
                  </a:ext>
                </a:extLst>
              </a:tr>
              <a:tr h="360130"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b="0" i="1">
                          <a:effectLst/>
                          <a:latin typeface="arial" panose="020B0604020202020204" pitchFamily="34" charset="0"/>
                        </a:rPr>
                        <a:t>17</a:t>
                      </a:r>
                      <a:endParaRPr lang="en-GB" sz="16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900" marR="58900" marT="58900" marB="58900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b="0" i="0">
                          <a:effectLst/>
                          <a:latin typeface="arial" panose="020B0604020202020204" pitchFamily="34" charset="0"/>
                        </a:rPr>
                        <a:t>27 years</a:t>
                      </a:r>
                    </a:p>
                  </a:txBody>
                  <a:tcPr marL="58900" marR="58900" marT="58900" marB="589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b="0" i="0">
                          <a:effectLst/>
                          <a:latin typeface="arial" panose="020B0604020202020204" pitchFamily="34" charset="0"/>
                        </a:rPr>
                        <a:t>23 years</a:t>
                      </a:r>
                    </a:p>
                  </a:txBody>
                  <a:tcPr marL="58900" marR="58900" marT="58900" marB="589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b="0" i="0">
                          <a:effectLst/>
                          <a:latin typeface="arial" panose="020B0604020202020204" pitchFamily="34" charset="0"/>
                        </a:rPr>
                        <a:t>14 years</a:t>
                      </a:r>
                    </a:p>
                  </a:txBody>
                  <a:tcPr marL="58900" marR="58900" marT="58900" marB="589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231957"/>
                  </a:ext>
                </a:extLst>
              </a:tr>
              <a:tr h="360130"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b="0" i="1">
                          <a:effectLst/>
                          <a:latin typeface="arial" panose="020B0604020202020204" pitchFamily="34" charset="0"/>
                        </a:rPr>
                        <a:t>15 or 16</a:t>
                      </a:r>
                      <a:endParaRPr lang="en-GB" sz="16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900" marR="58900" marT="58900" marB="58900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b="0" i="0">
                          <a:effectLst/>
                          <a:latin typeface="arial" panose="020B0604020202020204" pitchFamily="34" charset="0"/>
                        </a:rPr>
                        <a:t>20 years</a:t>
                      </a:r>
                    </a:p>
                  </a:txBody>
                  <a:tcPr marL="58900" marR="58900" marT="58900" marB="589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b="0" i="0">
                          <a:effectLst/>
                          <a:latin typeface="arial" panose="020B0604020202020204" pitchFamily="34" charset="0"/>
                        </a:rPr>
                        <a:t>17 years</a:t>
                      </a:r>
                    </a:p>
                  </a:txBody>
                  <a:tcPr marL="58900" marR="58900" marT="58900" marB="589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b="0" i="0">
                          <a:effectLst/>
                          <a:latin typeface="arial" panose="020B0604020202020204" pitchFamily="34" charset="0"/>
                        </a:rPr>
                        <a:t>10 years</a:t>
                      </a:r>
                    </a:p>
                  </a:txBody>
                  <a:tcPr marL="58900" marR="58900" marT="58900" marB="589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529696"/>
                  </a:ext>
                </a:extLst>
              </a:tr>
              <a:tr h="360130"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b="0" i="1">
                          <a:effectLst/>
                          <a:latin typeface="arial" panose="020B0604020202020204" pitchFamily="34" charset="0"/>
                        </a:rPr>
                        <a:t>14 or under</a:t>
                      </a:r>
                      <a:endParaRPr lang="en-GB" sz="1600" b="0" i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900" marR="58900" marT="58900" marB="58900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b="0" i="0">
                          <a:effectLst/>
                          <a:latin typeface="arial" panose="020B0604020202020204" pitchFamily="34" charset="0"/>
                        </a:rPr>
                        <a:t>15 years</a:t>
                      </a:r>
                    </a:p>
                  </a:txBody>
                  <a:tcPr marL="58900" marR="58900" marT="58900" marB="589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b="0" i="0">
                          <a:effectLst/>
                          <a:latin typeface="arial" panose="020B0604020202020204" pitchFamily="34" charset="0"/>
                        </a:rPr>
                        <a:t>13 years</a:t>
                      </a:r>
                    </a:p>
                  </a:txBody>
                  <a:tcPr marL="58900" marR="58900" marT="58900" marB="589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b="0" i="0" dirty="0">
                          <a:effectLst/>
                          <a:latin typeface="arial" panose="020B0604020202020204" pitchFamily="34" charset="0"/>
                        </a:rPr>
                        <a:t>8 years</a:t>
                      </a:r>
                    </a:p>
                  </a:txBody>
                  <a:tcPr marL="58900" marR="58900" marT="58900" marB="589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518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898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92E35-5CA2-2C9C-F223-C7A093A15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Release of Life Sentence Prisoners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D4BE8-9B14-400A-D8A1-C8994FE755D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Parole Board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No longer necessary for the protection of the public that remain confined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Life licence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Recall to prison</a:t>
            </a:r>
          </a:p>
        </p:txBody>
      </p:sp>
    </p:spTree>
    <p:extLst>
      <p:ext uri="{BB962C8B-B14F-4D97-AF65-F5344CB8AC3E}">
        <p14:creationId xmlns:p14="http://schemas.microsoft.com/office/powerpoint/2010/main" val="2544037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DC343-6022-28D0-E8D4-8AB19FA3E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Reform of Homicide Offences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03329-BB2A-9A8C-3DB3-E9A7A2AF7EF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Mandatory life sentence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800" dirty="0"/>
              <a:t>Political compromise given the alternative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800" dirty="0"/>
              <a:t>Draconian given the existence of possibility for release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800" dirty="0"/>
              <a:t>Broad spectrum of murderers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800" dirty="0"/>
              <a:t>No judicial discretion, only upon minimum term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Partial defences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800" dirty="0"/>
              <a:t>Gender bias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800" dirty="0"/>
              <a:t>Qualifying triggers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800" dirty="0"/>
              <a:t>Justice seen to be done?</a:t>
            </a:r>
          </a:p>
        </p:txBody>
      </p:sp>
    </p:spTree>
    <p:extLst>
      <p:ext uri="{BB962C8B-B14F-4D97-AF65-F5344CB8AC3E}">
        <p14:creationId xmlns:p14="http://schemas.microsoft.com/office/powerpoint/2010/main" val="1540384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5CB05-4CC8-7878-312A-44A0F18A9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8544C-85F9-B5E5-0062-2C2252F9223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Mitigation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800" dirty="0"/>
              <a:t>Extenuating circumstances to prevent mandatory life sentence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Intention to cause GBH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800" dirty="0"/>
              <a:t>Fair label as a murderer?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Laddering of offences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800" dirty="0"/>
              <a:t>Degrees of murder and manslaughter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Law Commission report 2006 (</a:t>
            </a:r>
            <a:r>
              <a:rPr lang="en-GB" sz="2200" dirty="0" err="1"/>
              <a:t>LawCom</a:t>
            </a:r>
            <a:r>
              <a:rPr lang="en-GB" sz="2200" dirty="0"/>
              <a:t> 304)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6116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54E6B-C260-3530-A7C8-0F15CFF63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time…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7FAB6-F071-31DA-BF3F-48F368DC893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/>
              <a:t>Theft Offences</a:t>
            </a: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2250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CE951B1D604F47AD4EB98F3F9810DA" ma:contentTypeVersion="27" ma:contentTypeDescription="Create a new document." ma:contentTypeScope="" ma:versionID="c86e2fcf5a2629d4de2018db3c3a5d05">
  <xsd:schema xmlns:xsd="http://www.w3.org/2001/XMLSchema" xmlns:xs="http://www.w3.org/2001/XMLSchema" xmlns:p="http://schemas.microsoft.com/office/2006/metadata/properties" xmlns:ns2="674d51e3-3ba6-45e1-9e5a-18c440d6de5a" xmlns:ns3="8f612c8a-2dfb-4a1a-9050-5ffbd886e57b" xmlns:ns4="3bf6d2de-cfb7-466c-825b-051a8e3c8b7d" targetNamespace="http://schemas.microsoft.com/office/2006/metadata/properties" ma:root="true" ma:fieldsID="a0ea3a93053499daa7c372dbfd9d7c59" ns2:_="" ns3:_="" ns4:_="">
    <xsd:import namespace="674d51e3-3ba6-45e1-9e5a-18c440d6de5a"/>
    <xsd:import namespace="8f612c8a-2dfb-4a1a-9050-5ffbd886e57b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Checked_x003f_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Image" minOccurs="0"/>
                <xsd:element ref="ns2:Rankings" minOccurs="0"/>
                <xsd:element ref="ns2:MediaServiceObjectDetectorVersions" minOccurs="0"/>
                <xsd:element ref="ns2:Thumbnai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4d51e3-3ba6-45e1-9e5a-18c440d6de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Checked_x003f_" ma:index="20" nillable="true" ma:displayName="Checked?" ma:default="1" ma:format="Dropdown" ma:internalName="Checked_x003f_">
      <xsd:simpleType>
        <xsd:restriction base="dms:Boolean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Image" ma:index="25" nillable="true" ma:displayName="Image" ma:format="Thumbnail" ma:internalName="Image">
      <xsd:simpleType>
        <xsd:restriction base="dms:Unknown"/>
      </xsd:simpleType>
    </xsd:element>
    <xsd:element name="Rankings" ma:index="26" nillable="true" ma:displayName="Rankings" ma:format="Dropdown" ma:internalName="Rankings">
      <xsd:simpleType>
        <xsd:restriction base="dms:Choice">
          <xsd:enumeration value="Choice 1"/>
          <xsd:enumeration value="Choice 2"/>
          <xsd:enumeration value="Choice 3"/>
        </xsd:restriction>
      </xsd:simple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Thumbnail" ma:index="28" nillable="true" ma:displayName="Thumbnail" ma:format="Thumbnail" ma:internalName="Thumbnail">
      <xsd:simpleType>
        <xsd:restriction base="dms:Unknow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612c8a-2dfb-4a1a-9050-5ffbd886e57b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4" nillable="true" ma:displayName="Taxonomy Catch All Column" ma:hidden="true" ma:list="{3fba56ad-7498-4c7f-b5a6-dab056f02876}" ma:internalName="TaxCatchAll" ma:showField="CatchAllData" ma:web="8f612c8a-2dfb-4a1a-9050-5ffbd886e57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mage xmlns="674d51e3-3ba6-45e1-9e5a-18c440d6de5a" xsi:nil="true"/>
    <lcf76f155ced4ddcb4097134ff3c332f xmlns="674d51e3-3ba6-45e1-9e5a-18c440d6de5a">
      <Terms xmlns="http://schemas.microsoft.com/office/infopath/2007/PartnerControls"/>
    </lcf76f155ced4ddcb4097134ff3c332f>
    <Checked_x003f_ xmlns="674d51e3-3ba6-45e1-9e5a-18c440d6de5a">true</Checked_x003f_>
    <Rankings xmlns="674d51e3-3ba6-45e1-9e5a-18c440d6de5a" xsi:nil="true"/>
    <TaxCatchAll xmlns="3bf6d2de-cfb7-466c-825b-051a8e3c8b7d" xsi:nil="true"/>
    <Thumbnail xmlns="674d51e3-3ba6-45e1-9e5a-18c440d6de5a" xsi:nil="true"/>
    <SharedWithUsers xmlns="8f612c8a-2dfb-4a1a-9050-5ffbd886e57b">
      <UserInfo>
        <DisplayName>WILLIAMS, ASHLEIGH</DisplayName>
        <AccountId>22577</AccountId>
        <AccountType/>
      </UserInfo>
      <UserInfo>
        <DisplayName>HUNTER, CLAIRE L.</DisplayName>
        <AccountId>910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DE1632DD-C57A-4449-86BC-061DB82E8C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74d51e3-3ba6-45e1-9e5a-18c440d6de5a"/>
    <ds:schemaRef ds:uri="8f612c8a-2dfb-4a1a-9050-5ffbd886e57b"/>
    <ds:schemaRef ds:uri="3bf6d2de-cfb7-466c-825b-051a8e3c8b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92A46E8-E1F1-4337-B47E-59BACB0570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73F50C3-625F-4387-85F6-F8762EB49D72}">
  <ds:schemaRefs>
    <ds:schemaRef ds:uri="http://purl.org/dc/terms/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www.w3.org/XML/1998/namespace"/>
    <ds:schemaRef ds:uri="3bf6d2de-cfb7-466c-825b-051a8e3c8b7d"/>
    <ds:schemaRef ds:uri="8f612c8a-2dfb-4a1a-9050-5ffbd886e57b"/>
    <ds:schemaRef ds:uri="674d51e3-3ba6-45e1-9e5a-18c440d6de5a"/>
    <ds:schemaRef ds:uri="http://schemas.microsoft.com/office/2006/documentManagement/types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Durham University_powerpoint 29.08.19 FINAL</Template>
  <TotalTime>124</TotalTime>
  <Words>584</Words>
  <Application>Microsoft Office PowerPoint</Application>
  <PresentationFormat>On-screen Show (16:9)</PresentationFormat>
  <Paragraphs>123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Arial</vt:lpstr>
      <vt:lpstr>Calibri</vt:lpstr>
      <vt:lpstr>Lucida Grande</vt:lpstr>
      <vt:lpstr>Office Theme</vt:lpstr>
      <vt:lpstr>Homicide 4 – Homicide in Context</vt:lpstr>
      <vt:lpstr>By the end of this lecture, you should be able to:</vt:lpstr>
      <vt:lpstr>Recap…</vt:lpstr>
      <vt:lpstr>Homicide Flow Chart</vt:lpstr>
      <vt:lpstr>Other Homicide Offences</vt:lpstr>
      <vt:lpstr>Homicide Statistics</vt:lpstr>
      <vt:lpstr>Long term trends</vt:lpstr>
      <vt:lpstr>Who kills whom?</vt:lpstr>
      <vt:lpstr>And how?</vt:lpstr>
      <vt:lpstr>And where?</vt:lpstr>
      <vt:lpstr>Sentencing for Homicide</vt:lpstr>
      <vt:lpstr>Murder: length of minimum term</vt:lpstr>
      <vt:lpstr>Starting Points for Murder</vt:lpstr>
      <vt:lpstr>Young Offenders</vt:lpstr>
      <vt:lpstr>Release of Life Sentence Prisoners</vt:lpstr>
      <vt:lpstr>Reform of Homicide Offences</vt:lpstr>
      <vt:lpstr>PowerPoint Presentation</vt:lpstr>
      <vt:lpstr>Next time…</vt:lpstr>
    </vt:vector>
  </TitlesOfParts>
  <Company>Durham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DAWSON, STEPH</dc:creator>
  <cp:lastModifiedBy>Andrew Beetham</cp:lastModifiedBy>
  <cp:revision>75</cp:revision>
  <dcterms:created xsi:type="dcterms:W3CDTF">2019-09-04T13:17:49Z</dcterms:created>
  <dcterms:modified xsi:type="dcterms:W3CDTF">2024-11-28T14:41:03Z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0x0101003BCE951B1D604F47AD4EB98F3F9810DA</vt:lpwstr>
  </property>
  <property fmtid="{D5CDD505-2E9C-101B-9397-08002B2CF9AE}" pid="3" name="MediaServiceImageTags">
    <vt:lpwstr/>
  </property>
</Properties>
</file>