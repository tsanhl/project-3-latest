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31"/>
  </p:handoutMasterIdLst>
  <p:sldIdLst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8" r:id="rId13"/>
    <p:sldId id="299" r:id="rId14"/>
    <p:sldId id="296" r:id="rId15"/>
    <p:sldId id="297" r:id="rId16"/>
    <p:sldId id="300" r:id="rId17"/>
    <p:sldId id="313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4" r:id="rId29"/>
    <p:sldId id="312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135A"/>
    <a:srgbClr val="00AEEF"/>
    <a:srgbClr val="109DEC"/>
    <a:srgbClr val="0A91C3"/>
    <a:srgbClr val="68246D"/>
    <a:srgbClr val="AF0822"/>
    <a:srgbClr val="002A41"/>
    <a:srgbClr val="FFCE2D"/>
    <a:srgbClr val="9F9B4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B7696F-6DDD-0F43-B1CC-16E80BD1546F}" v="70" dt="2024-09-24T12:06:21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6" autoAdjust="0"/>
    <p:restoredTop sz="95988" autoAdjust="0"/>
  </p:normalViewPr>
  <p:slideViewPr>
    <p:cSldViewPr snapToGrid="0" snapToObjects="1">
      <p:cViewPr varScale="1">
        <p:scale>
          <a:sx n="144" d="100"/>
          <a:sy n="144" d="100"/>
        </p:scale>
        <p:origin x="630" y="12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Milne" userId="4a39f72de45081c2" providerId="LiveId" clId="{B1B7696F-6DDD-0F43-B1CC-16E80BD1546F}"/>
    <pc:docChg chg="undo redo custSel addSld delSld modSld addMainMaster delMainMaster modMainMaster">
      <pc:chgData name="Emma Milne" userId="4a39f72de45081c2" providerId="LiveId" clId="{B1B7696F-6DDD-0F43-B1CC-16E80BD1546F}" dt="2024-09-24T12:07:03.997" v="570" actId="5793"/>
      <pc:docMkLst>
        <pc:docMk/>
      </pc:docMkLst>
      <pc:sldChg chg="del">
        <pc:chgData name="Emma Milne" userId="4a39f72de45081c2" providerId="LiveId" clId="{B1B7696F-6DDD-0F43-B1CC-16E80BD1546F}" dt="2024-09-24T11:42:03.488" v="0" actId="2696"/>
        <pc:sldMkLst>
          <pc:docMk/>
          <pc:sldMk cId="196663018" sldId="265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434680896" sldId="266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569908045" sldId="267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2611761825" sldId="268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1444429133" sldId="269"/>
        </pc:sldMkLst>
      </pc:sldChg>
      <pc:sldChg chg="modSp del mod">
        <pc:chgData name="Emma Milne" userId="4a39f72de45081c2" providerId="LiveId" clId="{B1B7696F-6DDD-0F43-B1CC-16E80BD1546F}" dt="2024-09-24T11:51:29.042" v="148" actId="2696"/>
        <pc:sldMkLst>
          <pc:docMk/>
          <pc:sldMk cId="3634512390" sldId="280"/>
        </pc:sldMkLst>
        <pc:spChg chg="mod">
          <ac:chgData name="Emma Milne" userId="4a39f72de45081c2" providerId="LiveId" clId="{B1B7696F-6DDD-0F43-B1CC-16E80BD1546F}" dt="2024-09-24T11:51:22.348" v="147" actId="14100"/>
          <ac:spMkLst>
            <pc:docMk/>
            <pc:sldMk cId="3634512390" sldId="280"/>
            <ac:spMk id="3" creationId="{00000000-0000-0000-0000-000000000000}"/>
          </ac:spMkLst>
        </pc:spChg>
      </pc:sldChg>
      <pc:sldChg chg="delSp del mod">
        <pc:chgData name="Emma Milne" userId="4a39f72de45081c2" providerId="LiveId" clId="{B1B7696F-6DDD-0F43-B1CC-16E80BD1546F}" dt="2024-09-24T11:51:29.447" v="149" actId="2696"/>
        <pc:sldMkLst>
          <pc:docMk/>
          <pc:sldMk cId="3398639553" sldId="281"/>
        </pc:sldMkLst>
        <pc:spChg chg="del">
          <ac:chgData name="Emma Milne" userId="4a39f72de45081c2" providerId="LiveId" clId="{B1B7696F-6DDD-0F43-B1CC-16E80BD1546F}" dt="2024-09-24T11:48:47.988" v="105" actId="478"/>
          <ac:spMkLst>
            <pc:docMk/>
            <pc:sldMk cId="3398639553" sldId="281"/>
            <ac:spMk id="2" creationId="{00000000-0000-0000-0000-000000000000}"/>
          </ac:spMkLst>
        </pc:spChg>
      </pc:sldChg>
      <pc:sldChg chg="del">
        <pc:chgData name="Emma Milne" userId="4a39f72de45081c2" providerId="LiveId" clId="{B1B7696F-6DDD-0F43-B1CC-16E80BD1546F}" dt="2024-09-24T11:51:29.851" v="150" actId="2696"/>
        <pc:sldMkLst>
          <pc:docMk/>
          <pc:sldMk cId="3999633409" sldId="283"/>
        </pc:sldMkLst>
      </pc:sldChg>
      <pc:sldChg chg="del">
        <pc:chgData name="Emma Milne" userId="4a39f72de45081c2" providerId="LiveId" clId="{B1B7696F-6DDD-0F43-B1CC-16E80BD1546F}" dt="2024-09-24T11:51:30.418" v="151" actId="2696"/>
        <pc:sldMkLst>
          <pc:docMk/>
          <pc:sldMk cId="335917156" sldId="284"/>
        </pc:sldMkLst>
      </pc:sldChg>
      <pc:sldChg chg="del">
        <pc:chgData name="Emma Milne" userId="4a39f72de45081c2" providerId="LiveId" clId="{B1B7696F-6DDD-0F43-B1CC-16E80BD1546F}" dt="2024-09-24T11:51:31.184" v="152" actId="2696"/>
        <pc:sldMkLst>
          <pc:docMk/>
          <pc:sldMk cId="4221588198" sldId="285"/>
        </pc:sldMkLst>
      </pc:sldChg>
      <pc:sldChg chg="del">
        <pc:chgData name="Emma Milne" userId="4a39f72de45081c2" providerId="LiveId" clId="{B1B7696F-6DDD-0F43-B1CC-16E80BD1546F}" dt="2024-09-24T11:51:32.379" v="154" actId="2696"/>
        <pc:sldMkLst>
          <pc:docMk/>
          <pc:sldMk cId="2794636060" sldId="286"/>
        </pc:sldMkLst>
      </pc:sldChg>
      <pc:sldChg chg="del">
        <pc:chgData name="Emma Milne" userId="4a39f72de45081c2" providerId="LiveId" clId="{B1B7696F-6DDD-0F43-B1CC-16E80BD1546F}" dt="2024-09-24T11:51:31.859" v="153" actId="2696"/>
        <pc:sldMkLst>
          <pc:docMk/>
          <pc:sldMk cId="1358851050" sldId="287"/>
        </pc:sldMkLst>
      </pc:sldChg>
      <pc:sldChg chg="addSp delSp modSp mod">
        <pc:chgData name="Emma Milne" userId="4a39f72de45081c2" providerId="LiveId" clId="{B1B7696F-6DDD-0F43-B1CC-16E80BD1546F}" dt="2024-09-24T12:03:03.983" v="424" actId="20577"/>
        <pc:sldMkLst>
          <pc:docMk/>
          <pc:sldMk cId="3433382789" sldId="288"/>
        </pc:sldMkLst>
        <pc:spChg chg="del">
          <ac:chgData name="Emma Milne" userId="4a39f72de45081c2" providerId="LiveId" clId="{B1B7696F-6DDD-0F43-B1CC-16E80BD1546F}" dt="2024-09-24T11:53:34.466" v="180"/>
          <ac:spMkLst>
            <pc:docMk/>
            <pc:sldMk cId="3433382789" sldId="288"/>
            <ac:spMk id="2" creationId="{00000000-0000-0000-0000-000000000000}"/>
          </ac:spMkLst>
        </pc:spChg>
        <pc:spChg chg="mod">
          <ac:chgData name="Emma Milne" userId="4a39f72de45081c2" providerId="LiveId" clId="{B1B7696F-6DDD-0F43-B1CC-16E80BD1546F}" dt="2024-09-24T12:02:39.089" v="399" actId="14100"/>
          <ac:spMkLst>
            <pc:docMk/>
            <pc:sldMk cId="3433382789" sldId="288"/>
            <ac:spMk id="3" creationId="{00000000-0000-0000-0000-000000000000}"/>
          </ac:spMkLst>
        </pc:spChg>
        <pc:spChg chg="add mod">
          <ac:chgData name="Emma Milne" userId="4a39f72de45081c2" providerId="LiveId" clId="{B1B7696F-6DDD-0F43-B1CC-16E80BD1546F}" dt="2024-09-24T12:03:03.983" v="424" actId="20577"/>
          <ac:spMkLst>
            <pc:docMk/>
            <pc:sldMk cId="3433382789" sldId="288"/>
            <ac:spMk id="4" creationId="{9A606C88-2B97-820A-B558-EAFB98C8012A}"/>
          </ac:spMkLst>
        </pc:spChg>
      </pc:sldChg>
      <pc:sldChg chg="new del">
        <pc:chgData name="Emma Milne" userId="4a39f72de45081c2" providerId="LiveId" clId="{B1B7696F-6DDD-0F43-B1CC-16E80BD1546F}" dt="2024-09-24T11:49:15.886" v="109" actId="2696"/>
        <pc:sldMkLst>
          <pc:docMk/>
          <pc:sldMk cId="2499690404" sldId="289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065760807" sldId="289"/>
        </pc:sldMkLst>
      </pc:sldChg>
      <pc:sldChg chg="modSp new mod">
        <pc:chgData name="Emma Milne" userId="4a39f72de45081c2" providerId="LiveId" clId="{B1B7696F-6DDD-0F43-B1CC-16E80BD1546F}" dt="2024-09-24T12:07:03.997" v="570" actId="5793"/>
        <pc:sldMkLst>
          <pc:docMk/>
          <pc:sldMk cId="3175747568" sldId="289"/>
        </pc:sldMkLst>
        <pc:spChg chg="mod">
          <ac:chgData name="Emma Milne" userId="4a39f72de45081c2" providerId="LiveId" clId="{B1B7696F-6DDD-0F43-B1CC-16E80BD1546F}" dt="2024-09-24T12:03:42.123" v="485" actId="14100"/>
          <ac:spMkLst>
            <pc:docMk/>
            <pc:sldMk cId="3175747568" sldId="289"/>
            <ac:spMk id="2" creationId="{06AD207C-8C0D-4108-7CD4-241A12570FE8}"/>
          </ac:spMkLst>
        </pc:spChg>
        <pc:spChg chg="mod">
          <ac:chgData name="Emma Milne" userId="4a39f72de45081c2" providerId="LiveId" clId="{B1B7696F-6DDD-0F43-B1CC-16E80BD1546F}" dt="2024-09-24T12:07:03.997" v="570" actId="5793"/>
          <ac:spMkLst>
            <pc:docMk/>
            <pc:sldMk cId="3175747568" sldId="289"/>
            <ac:spMk id="3" creationId="{8B645541-0F83-A06E-23A9-6756D65750CD}"/>
          </ac:spMkLst>
        </pc:spChg>
      </pc:sldChg>
      <pc:sldChg chg="new del">
        <pc:chgData name="Emma Milne" userId="4a39f72de45081c2" providerId="LiveId" clId="{B1B7696F-6DDD-0F43-B1CC-16E80BD1546F}" dt="2024-09-24T11:51:11.803" v="145" actId="2696"/>
        <pc:sldMkLst>
          <pc:docMk/>
          <pc:sldMk cId="1586667229" sldId="290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788468593" sldId="290"/>
        </pc:sldMkLst>
      </pc:sldChg>
      <pc:sldChg chg="modSp new mod">
        <pc:chgData name="Emma Milne" userId="4a39f72de45081c2" providerId="LiveId" clId="{B1B7696F-6DDD-0F43-B1CC-16E80BD1546F}" dt="2024-09-24T12:03:53.740" v="501" actId="20577"/>
        <pc:sldMkLst>
          <pc:docMk/>
          <pc:sldMk cId="3802769497" sldId="290"/>
        </pc:sldMkLst>
        <pc:spChg chg="mod">
          <ac:chgData name="Emma Milne" userId="4a39f72de45081c2" providerId="LiveId" clId="{B1B7696F-6DDD-0F43-B1CC-16E80BD1546F}" dt="2024-09-24T12:03:53.740" v="501" actId="20577"/>
          <ac:spMkLst>
            <pc:docMk/>
            <pc:sldMk cId="3802769497" sldId="290"/>
            <ac:spMk id="2" creationId="{65F3807B-1C0C-ABB6-21BE-3BEA7F8F234C}"/>
          </ac:spMkLst>
        </pc:spChg>
        <pc:spChg chg="mod">
          <ac:chgData name="Emma Milne" userId="4a39f72de45081c2" providerId="LiveId" clId="{B1B7696F-6DDD-0F43-B1CC-16E80BD1546F}" dt="2024-09-24T12:03:50.851" v="494" actId="20577"/>
          <ac:spMkLst>
            <pc:docMk/>
            <pc:sldMk cId="3802769497" sldId="290"/>
            <ac:spMk id="3" creationId="{AD2922CB-79E9-C5E3-4AF2-D34C70EDD879}"/>
          </ac:spMkLst>
        </pc:spChg>
      </pc:sldChg>
      <pc:sldChg chg="addSp delSp modSp new del mod">
        <pc:chgData name="Emma Milne" userId="4a39f72de45081c2" providerId="LiveId" clId="{B1B7696F-6DDD-0F43-B1CC-16E80BD1546F}" dt="2024-09-24T11:51:12.665" v="146" actId="2696"/>
        <pc:sldMkLst>
          <pc:docMk/>
          <pc:sldMk cId="1157792891" sldId="291"/>
        </pc:sldMkLst>
        <pc:spChg chg="add del mod">
          <ac:chgData name="Emma Milne" userId="4a39f72de45081c2" providerId="LiveId" clId="{B1B7696F-6DDD-0F43-B1CC-16E80BD1546F}" dt="2024-09-24T11:51:08.790" v="144" actId="5793"/>
          <ac:spMkLst>
            <pc:docMk/>
            <pc:sldMk cId="1157792891" sldId="291"/>
            <ac:spMk id="2" creationId="{958A3335-CF61-080B-6781-A1579BEA3844}"/>
          </ac:spMkLst>
        </pc:spChg>
        <pc:picChg chg="add del mod ord">
          <ac:chgData name="Emma Milne" userId="4a39f72de45081c2" providerId="LiveId" clId="{B1B7696F-6DDD-0F43-B1CC-16E80BD1546F}" dt="2024-09-24T11:50:49.654" v="123" actId="34307"/>
          <ac:picMkLst>
            <pc:docMk/>
            <pc:sldMk cId="1157792891" sldId="291"/>
            <ac:picMk id="5" creationId="{531981A6-087F-E4F9-F14D-EB3246C48F0E}"/>
          </ac:picMkLst>
        </pc:picChg>
      </pc:sldChg>
      <pc:sldChg chg="modSp new mod">
        <pc:chgData name="Emma Milne" userId="4a39f72de45081c2" providerId="LiveId" clId="{B1B7696F-6DDD-0F43-B1CC-16E80BD1546F}" dt="2024-09-24T12:04:06.535" v="517" actId="20577"/>
        <pc:sldMkLst>
          <pc:docMk/>
          <pc:sldMk cId="1603794358" sldId="291"/>
        </pc:sldMkLst>
        <pc:spChg chg="mod">
          <ac:chgData name="Emma Milne" userId="4a39f72de45081c2" providerId="LiveId" clId="{B1B7696F-6DDD-0F43-B1CC-16E80BD1546F}" dt="2024-09-24T12:04:03.567" v="513" actId="20577"/>
          <ac:spMkLst>
            <pc:docMk/>
            <pc:sldMk cId="1603794358" sldId="291"/>
            <ac:spMk id="2" creationId="{93C52F56-FDED-DB81-278D-61539F430C51}"/>
          </ac:spMkLst>
        </pc:spChg>
        <pc:spChg chg="mod">
          <ac:chgData name="Emma Milne" userId="4a39f72de45081c2" providerId="LiveId" clId="{B1B7696F-6DDD-0F43-B1CC-16E80BD1546F}" dt="2024-09-24T12:04:06.535" v="517" actId="20577"/>
          <ac:spMkLst>
            <pc:docMk/>
            <pc:sldMk cId="1603794358" sldId="291"/>
            <ac:spMk id="3" creationId="{45F9A173-07EE-4086-FAF9-9C93121D2BE1}"/>
          </ac:spMkLst>
        </pc:spChg>
        <pc:spChg chg="mod">
          <ac:chgData name="Emma Milne" userId="4a39f72de45081c2" providerId="LiveId" clId="{B1B7696F-6DDD-0F43-B1CC-16E80BD1546F}" dt="2024-09-24T12:04:01.087" v="509" actId="20577"/>
          <ac:spMkLst>
            <pc:docMk/>
            <pc:sldMk cId="1603794358" sldId="291"/>
            <ac:spMk id="4" creationId="{1B04B499-E4DB-88C9-8DEC-C867011A0708}"/>
          </ac:spMkLst>
        </pc:spChg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875404793" sldId="291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050363853" sldId="292"/>
        </pc:sldMkLst>
      </pc:sldChg>
      <pc:sldMasterChg chg="addSp delSp modSp mod modSldLayout">
        <pc:chgData name="Emma Milne" userId="4a39f72de45081c2" providerId="LiveId" clId="{B1B7696F-6DDD-0F43-B1CC-16E80BD1546F}" dt="2024-09-24T12:06:29.929" v="540" actId="478"/>
        <pc:sldMasterMkLst>
          <pc:docMk/>
          <pc:sldMasterMk cId="713788537" sldId="2147483648"/>
        </pc:sldMasterMkLst>
        <pc:spChg chg="add del mod">
          <ac:chgData name="Emma Milne" userId="4a39f72de45081c2" providerId="LiveId" clId="{B1B7696F-6DDD-0F43-B1CC-16E80BD1546F}" dt="2024-09-24T11:55:27.349" v="202" actId="108"/>
          <ac:spMkLst>
            <pc:docMk/>
            <pc:sldMasterMk cId="713788537" sldId="2147483648"/>
            <ac:spMk id="2" creationId="{00000000-0000-0000-0000-000000000000}"/>
          </ac:spMkLst>
        </pc:spChg>
        <pc:spChg chg="add del mod">
          <ac:chgData name="Emma Milne" userId="4a39f72de45081c2" providerId="LiveId" clId="{B1B7696F-6DDD-0F43-B1CC-16E80BD1546F}" dt="2024-09-24T11:54:50.028" v="201" actId="12"/>
          <ac:spMkLst>
            <pc:docMk/>
            <pc:sldMasterMk cId="713788537" sldId="2147483648"/>
            <ac:spMk id="3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5.176" v="163" actId="478"/>
          <ac:spMkLst>
            <pc:docMk/>
            <pc:sldMasterMk cId="713788537" sldId="2147483648"/>
            <ac:spMk id="4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6.507" v="164" actId="478"/>
          <ac:spMkLst>
            <pc:docMk/>
            <pc:sldMasterMk cId="713788537" sldId="2147483648"/>
            <ac:spMk id="5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7.389" v="165" actId="478"/>
          <ac:spMkLst>
            <pc:docMk/>
            <pc:sldMasterMk cId="713788537" sldId="2147483648"/>
            <ac:spMk id="6" creationId="{00000000-0000-0000-0000-000000000000}"/>
          </ac:spMkLst>
        </pc:spChg>
        <pc:spChg chg="add mod">
          <ac:chgData name="Emma Milne" userId="4a39f72de45081c2" providerId="LiveId" clId="{B1B7696F-6DDD-0F43-B1CC-16E80BD1546F}" dt="2024-09-24T11:48:28.136" v="104"/>
          <ac:spMkLst>
            <pc:docMk/>
            <pc:sldMasterMk cId="713788537" sldId="2147483648"/>
            <ac:spMk id="7" creationId="{AC1A4C06-B693-4ABA-B8ED-403B1CE92502}"/>
          </ac:spMkLst>
        </pc:spChg>
        <pc:spChg chg="add mod">
          <ac:chgData name="Emma Milne" userId="4a39f72de45081c2" providerId="LiveId" clId="{B1B7696F-6DDD-0F43-B1CC-16E80BD1546F}" dt="2024-09-24T11:48:24.021" v="98"/>
          <ac:spMkLst>
            <pc:docMk/>
            <pc:sldMasterMk cId="713788537" sldId="2147483648"/>
            <ac:spMk id="8" creationId="{8616C1A9-4A9D-3DE9-6AEC-8E9DC69B37A1}"/>
          </ac:spMkLst>
        </pc:spChg>
        <pc:picChg chg="add mod">
          <ac:chgData name="Emma Milne" userId="4a39f72de45081c2" providerId="LiveId" clId="{B1B7696F-6DDD-0F43-B1CC-16E80BD1546F}" dt="2024-09-24T11:47:30.739" v="95"/>
          <ac:picMkLst>
            <pc:docMk/>
            <pc:sldMasterMk cId="713788537" sldId="2147483648"/>
            <ac:picMk id="9" creationId="{1CBC8DBA-C918-888C-E56E-C961CFF9583B}"/>
          </ac:picMkLst>
        </pc:picChg>
        <pc:sldLayoutChg chg="addSp delSp modSp mod">
          <pc:chgData name="Emma Milne" userId="4a39f72de45081c2" providerId="LiveId" clId="{B1B7696F-6DDD-0F43-B1CC-16E80BD1546F}" dt="2024-09-24T12:06:29.929" v="540" actId="478"/>
          <pc:sldLayoutMkLst>
            <pc:docMk/>
            <pc:sldMasterMk cId="713788537" sldId="2147483648"/>
            <pc:sldLayoutMk cId="1449196509" sldId="2147483652"/>
          </pc:sldLayoutMkLst>
          <pc:spChg chg="mod">
            <ac:chgData name="Emma Milne" userId="4a39f72de45081c2" providerId="LiveId" clId="{B1B7696F-6DDD-0F43-B1CC-16E80BD1546F}" dt="2024-09-24T11:49:02.528" v="106" actId="1076"/>
            <ac:spMkLst>
              <pc:docMk/>
              <pc:sldMasterMk cId="713788537" sldId="2147483648"/>
              <pc:sldLayoutMk cId="1449196509" sldId="2147483652"/>
              <ac:spMk id="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2:06:26.131" v="539" actId="14100"/>
            <ac:spMkLst>
              <pc:docMk/>
              <pc:sldMasterMk cId="713788537" sldId="2147483648"/>
              <pc:sldLayoutMk cId="1449196509" sldId="2147483652"/>
              <ac:spMk id="4" creationId="{00000000-0000-0000-0000-000000000000}"/>
            </ac:spMkLst>
          </pc:spChg>
          <pc:spChg chg="add del mod">
            <ac:chgData name="Emma Milne" userId="4a39f72de45081c2" providerId="LiveId" clId="{B1B7696F-6DDD-0F43-B1CC-16E80BD1546F}" dt="2024-09-24T12:06:29.929" v="540" actId="478"/>
            <ac:spMkLst>
              <pc:docMk/>
              <pc:sldMasterMk cId="713788537" sldId="2147483648"/>
              <pc:sldLayoutMk cId="1449196509" sldId="2147483652"/>
              <ac:spMk id="5" creationId="{2D6118E5-6F14-D1FB-E855-59ED88D72361}"/>
            </ac:spMkLst>
          </pc:spChg>
          <pc:picChg chg="add mod">
            <ac:chgData name="Emma Milne" userId="4a39f72de45081c2" providerId="LiveId" clId="{B1B7696F-6DDD-0F43-B1CC-16E80BD1546F}" dt="2024-09-24T11:43:53.667" v="29" actId="1076"/>
            <ac:picMkLst>
              <pc:docMk/>
              <pc:sldMasterMk cId="713788537" sldId="2147483648"/>
              <pc:sldLayoutMk cId="1449196509" sldId="2147483652"/>
              <ac:picMk id="3" creationId="{73DFC01F-CFF2-0DDA-B477-1BCE3C32C064}"/>
            </ac:picMkLst>
          </pc:picChg>
          <pc:picChg chg="del">
            <ac:chgData name="Emma Milne" userId="4a39f72de45081c2" providerId="LiveId" clId="{B1B7696F-6DDD-0F43-B1CC-16E80BD1546F}" dt="2024-09-24T11:43:46.721" v="27" actId="478"/>
            <ac:picMkLst>
              <pc:docMk/>
              <pc:sldMasterMk cId="713788537" sldId="2147483648"/>
              <pc:sldLayoutMk cId="1449196509" sldId="2147483652"/>
              <ac:picMk id="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4:21.582" v="196" actId="122"/>
          <pc:sldLayoutMkLst>
            <pc:docMk/>
            <pc:sldMasterMk cId="713788537" sldId="2147483648"/>
            <pc:sldLayoutMk cId="3032838578" sldId="2147483653"/>
          </pc:sldLayoutMkLst>
          <pc:spChg chg="mod">
            <ac:chgData name="Emma Milne" userId="4a39f72de45081c2" providerId="LiveId" clId="{B1B7696F-6DDD-0F43-B1CC-16E80BD1546F}" dt="2024-09-24T11:54:21.582" v="196" actId="122"/>
            <ac:spMkLst>
              <pc:docMk/>
              <pc:sldMasterMk cId="713788537" sldId="2147483648"/>
              <pc:sldLayoutMk cId="3032838578" sldId="2147483653"/>
              <ac:spMk id="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53:10.476" v="170" actId="242"/>
            <ac:spMkLst>
              <pc:docMk/>
              <pc:sldMasterMk cId="713788537" sldId="2147483648"/>
              <pc:sldLayoutMk cId="3032838578" sldId="2147483653"/>
              <ac:spMk id="3" creationId="{00000000-0000-0000-0000-000000000000}"/>
            </ac:spMkLst>
          </pc:spChg>
          <pc:picChg chg="add mod">
            <ac:chgData name="Emma Milne" userId="4a39f72de45081c2" providerId="LiveId" clId="{B1B7696F-6DDD-0F43-B1CC-16E80BD1546F}" dt="2024-09-24T11:43:17.817" v="16" actId="1076"/>
            <ac:picMkLst>
              <pc:docMk/>
              <pc:sldMasterMk cId="713788537" sldId="2147483648"/>
              <pc:sldLayoutMk cId="3032838578" sldId="2147483653"/>
              <ac:picMk id="5" creationId="{F5BEC502-5565-F0E1-3C95-602230A5A0B7}"/>
            </ac:picMkLst>
          </pc:picChg>
          <pc:picChg chg="del mod">
            <ac:chgData name="Emma Milne" userId="4a39f72de45081c2" providerId="LiveId" clId="{B1B7696F-6DDD-0F43-B1CC-16E80BD1546F}" dt="2024-09-24T11:43:04.795" v="13" actId="478"/>
            <ac:picMkLst>
              <pc:docMk/>
              <pc:sldMasterMk cId="713788537" sldId="2147483648"/>
              <pc:sldLayoutMk cId="3032838578" sldId="2147483653"/>
              <ac:picMk id="12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17.271" v="247"/>
          <pc:sldLayoutMkLst>
            <pc:docMk/>
            <pc:sldMasterMk cId="713788537" sldId="2147483648"/>
            <pc:sldLayoutMk cId="602078584" sldId="2147483654"/>
          </pc:sldLayoutMkLst>
          <pc:spChg chg="del">
            <ac:chgData name="Emma Milne" userId="4a39f72de45081c2" providerId="LiveId" clId="{B1B7696F-6DDD-0F43-B1CC-16E80BD1546F}" dt="2024-09-24T11:53:14.477" v="171" actId="478"/>
            <ac:spMkLst>
              <pc:docMk/>
              <pc:sldMasterMk cId="713788537" sldId="2147483648"/>
              <pc:sldLayoutMk cId="602078584" sldId="2147483654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17" v="246" actId="478"/>
            <ac:spMkLst>
              <pc:docMk/>
              <pc:sldMasterMk cId="713788537" sldId="2147483648"/>
              <pc:sldLayoutMk cId="602078584" sldId="2147483654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3.646" v="197" actId="122"/>
            <ac:spMkLst>
              <pc:docMk/>
              <pc:sldMasterMk cId="713788537" sldId="2147483648"/>
              <pc:sldLayoutMk cId="602078584" sldId="2147483654"/>
              <ac:spMk id="6" creationId="{119A59A8-15C2-09E7-24D4-1C1E20BB92CD}"/>
            </ac:spMkLst>
          </pc:spChg>
          <pc:spChg chg="add mod">
            <ac:chgData name="Emma Milne" userId="4a39f72de45081c2" providerId="LiveId" clId="{B1B7696F-6DDD-0F43-B1CC-16E80BD1546F}" dt="2024-09-24T11:56:17.271" v="247"/>
            <ac:spMkLst>
              <pc:docMk/>
              <pc:sldMasterMk cId="713788537" sldId="2147483648"/>
              <pc:sldLayoutMk cId="602078584" sldId="2147483654"/>
              <ac:spMk id="7" creationId="{47163384-453E-DB67-EBB2-242AC18CC2F5}"/>
            </ac:spMkLst>
          </pc:spChg>
          <pc:picChg chg="mod">
            <ac:chgData name="Emma Milne" userId="4a39f72de45081c2" providerId="LiveId" clId="{B1B7696F-6DDD-0F43-B1CC-16E80BD1546F}" dt="2024-09-24T11:56:14.729" v="245" actId="1076"/>
            <ac:picMkLst>
              <pc:docMk/>
              <pc:sldMasterMk cId="713788537" sldId="2147483648"/>
              <pc:sldLayoutMk cId="602078584" sldId="2147483654"/>
              <ac:picMk id="4" creationId="{00000000-0000-0000-0000-000000000000}"/>
            </ac:picMkLst>
          </pc:picChg>
          <pc:picChg chg="add mod">
            <ac:chgData name="Emma Milne" userId="4a39f72de45081c2" providerId="LiveId" clId="{B1B7696F-6DDD-0F43-B1CC-16E80BD1546F}" dt="2024-09-24T11:43:26.332" v="18"/>
            <ac:picMkLst>
              <pc:docMk/>
              <pc:sldMasterMk cId="713788537" sldId="2147483648"/>
              <pc:sldLayoutMk cId="602078584" sldId="2147483654"/>
              <ac:picMk id="5" creationId="{3F83FA74-DE85-8271-7C1E-9386351D7EE1}"/>
            </ac:picMkLst>
          </pc:picChg>
          <pc:picChg chg="del">
            <ac:chgData name="Emma Milne" userId="4a39f72de45081c2" providerId="LiveId" clId="{B1B7696F-6DDD-0F43-B1CC-16E80BD1546F}" dt="2024-09-24T11:43:25.978" v="17" actId="478"/>
            <ac:picMkLst>
              <pc:docMk/>
              <pc:sldMasterMk cId="713788537" sldId="2147483648"/>
              <pc:sldLayoutMk cId="602078584" sldId="2147483654"/>
              <ac:picMk id="18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19.834" v="249"/>
          <pc:sldLayoutMkLst>
            <pc:docMk/>
            <pc:sldMasterMk cId="713788537" sldId="2147483648"/>
            <pc:sldLayoutMk cId="2568941733" sldId="2147483655"/>
          </pc:sldLayoutMkLst>
          <pc:spChg chg="del">
            <ac:chgData name="Emma Milne" userId="4a39f72de45081c2" providerId="LiveId" clId="{B1B7696F-6DDD-0F43-B1CC-16E80BD1546F}" dt="2024-09-24T11:53:17.906" v="173" actId="478"/>
            <ac:spMkLst>
              <pc:docMk/>
              <pc:sldMasterMk cId="713788537" sldId="2147483648"/>
              <pc:sldLayoutMk cId="2568941733" sldId="2147483655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19.584" v="248" actId="478"/>
            <ac:spMkLst>
              <pc:docMk/>
              <pc:sldMasterMk cId="713788537" sldId="2147483648"/>
              <pc:sldLayoutMk cId="2568941733" sldId="2147483655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5.814" v="198" actId="122"/>
            <ac:spMkLst>
              <pc:docMk/>
              <pc:sldMasterMk cId="713788537" sldId="2147483648"/>
              <pc:sldLayoutMk cId="2568941733" sldId="2147483655"/>
              <ac:spMk id="6" creationId="{70AC9268-4297-7709-ABB4-ED539B193C4D}"/>
            </ac:spMkLst>
          </pc:spChg>
          <pc:spChg chg="add mod">
            <ac:chgData name="Emma Milne" userId="4a39f72de45081c2" providerId="LiveId" clId="{B1B7696F-6DDD-0F43-B1CC-16E80BD1546F}" dt="2024-09-24T11:56:19.834" v="249"/>
            <ac:spMkLst>
              <pc:docMk/>
              <pc:sldMasterMk cId="713788537" sldId="2147483648"/>
              <pc:sldLayoutMk cId="2568941733" sldId="2147483655"/>
              <ac:spMk id="7" creationId="{42F41C18-6F8D-982E-7344-7BEADBE7F0B1}"/>
            </ac:spMkLst>
          </pc:spChg>
          <pc:picChg chg="add mod">
            <ac:chgData name="Emma Milne" userId="4a39f72de45081c2" providerId="LiveId" clId="{B1B7696F-6DDD-0F43-B1CC-16E80BD1546F}" dt="2024-09-24T11:43:29.625" v="20"/>
            <ac:picMkLst>
              <pc:docMk/>
              <pc:sldMasterMk cId="713788537" sldId="2147483648"/>
              <pc:sldLayoutMk cId="2568941733" sldId="2147483655"/>
              <ac:picMk id="5" creationId="{23B3A82C-430A-088C-3A30-BDF0AE675860}"/>
            </ac:picMkLst>
          </pc:picChg>
          <pc:picChg chg="del">
            <ac:chgData name="Emma Milne" userId="4a39f72de45081c2" providerId="LiveId" clId="{B1B7696F-6DDD-0F43-B1CC-16E80BD1546F}" dt="2024-09-24T11:43:28.652" v="19" actId="478"/>
            <ac:picMkLst>
              <pc:docMk/>
              <pc:sldMasterMk cId="713788537" sldId="2147483648"/>
              <pc:sldLayoutMk cId="2568941733" sldId="2147483655"/>
              <ac:picMk id="1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22.350" v="251"/>
          <pc:sldLayoutMkLst>
            <pc:docMk/>
            <pc:sldMasterMk cId="713788537" sldId="2147483648"/>
            <pc:sldLayoutMk cId="1488312296" sldId="2147483656"/>
          </pc:sldLayoutMkLst>
          <pc:spChg chg="del mod">
            <ac:chgData name="Emma Milne" userId="4a39f72de45081c2" providerId="LiveId" clId="{B1B7696F-6DDD-0F43-B1CC-16E80BD1546F}" dt="2024-09-24T11:53:23.006" v="176" actId="478"/>
            <ac:spMkLst>
              <pc:docMk/>
              <pc:sldMasterMk cId="713788537" sldId="2147483648"/>
              <pc:sldLayoutMk cId="1488312296" sldId="2147483656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22.104" v="250" actId="478"/>
            <ac:spMkLst>
              <pc:docMk/>
              <pc:sldMasterMk cId="713788537" sldId="2147483648"/>
              <pc:sldLayoutMk cId="1488312296" sldId="2147483656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9.598" v="199" actId="122"/>
            <ac:spMkLst>
              <pc:docMk/>
              <pc:sldMasterMk cId="713788537" sldId="2147483648"/>
              <pc:sldLayoutMk cId="1488312296" sldId="2147483656"/>
              <ac:spMk id="6" creationId="{2E539EC0-AD59-684D-E1D4-504CA6FACB40}"/>
            </ac:spMkLst>
          </pc:spChg>
          <pc:spChg chg="add mod">
            <ac:chgData name="Emma Milne" userId="4a39f72de45081c2" providerId="LiveId" clId="{B1B7696F-6DDD-0F43-B1CC-16E80BD1546F}" dt="2024-09-24T11:56:22.350" v="251"/>
            <ac:spMkLst>
              <pc:docMk/>
              <pc:sldMasterMk cId="713788537" sldId="2147483648"/>
              <pc:sldLayoutMk cId="1488312296" sldId="2147483656"/>
              <ac:spMk id="7" creationId="{4E9DB416-5463-07A6-2B43-B3734665E527}"/>
            </ac:spMkLst>
          </pc:spChg>
          <pc:picChg chg="add mod">
            <ac:chgData name="Emma Milne" userId="4a39f72de45081c2" providerId="LiveId" clId="{B1B7696F-6DDD-0F43-B1CC-16E80BD1546F}" dt="2024-09-24T11:43:32.998" v="22"/>
            <ac:picMkLst>
              <pc:docMk/>
              <pc:sldMasterMk cId="713788537" sldId="2147483648"/>
              <pc:sldLayoutMk cId="1488312296" sldId="2147483656"/>
              <ac:picMk id="4" creationId="{2DC25D9F-7D13-98A6-558A-EA5ECCD56FA8}"/>
            </ac:picMkLst>
          </pc:picChg>
          <pc:picChg chg="del">
            <ac:chgData name="Emma Milne" userId="4a39f72de45081c2" providerId="LiveId" clId="{B1B7696F-6DDD-0F43-B1CC-16E80BD1546F}" dt="2024-09-24T11:43:32.389" v="21" actId="478"/>
            <ac:picMkLst>
              <pc:docMk/>
              <pc:sldMasterMk cId="713788537" sldId="2147483648"/>
              <pc:sldLayoutMk cId="1488312296" sldId="2147483656"/>
              <ac:picMk id="16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25.073" v="253"/>
          <pc:sldLayoutMkLst>
            <pc:docMk/>
            <pc:sldMasterMk cId="713788537" sldId="2147483648"/>
            <pc:sldLayoutMk cId="2247780353" sldId="2147483657"/>
          </pc:sldLayoutMkLst>
          <pc:spChg chg="del">
            <ac:chgData name="Emma Milne" userId="4a39f72de45081c2" providerId="LiveId" clId="{B1B7696F-6DDD-0F43-B1CC-16E80BD1546F}" dt="2024-09-24T11:53:26.712" v="178" actId="478"/>
            <ac:spMkLst>
              <pc:docMk/>
              <pc:sldMasterMk cId="713788537" sldId="2147483648"/>
              <pc:sldLayoutMk cId="2247780353" sldId="2147483657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24.782" v="252" actId="478"/>
            <ac:spMkLst>
              <pc:docMk/>
              <pc:sldMasterMk cId="713788537" sldId="2147483648"/>
              <pc:sldLayoutMk cId="2247780353" sldId="2147483657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32.148" v="200" actId="122"/>
            <ac:spMkLst>
              <pc:docMk/>
              <pc:sldMasterMk cId="713788537" sldId="2147483648"/>
              <pc:sldLayoutMk cId="2247780353" sldId="2147483657"/>
              <ac:spMk id="6" creationId="{0FD7B1E3-CA8E-AD39-8755-93CE0B128401}"/>
            </ac:spMkLst>
          </pc:spChg>
          <pc:spChg chg="add mod">
            <ac:chgData name="Emma Milne" userId="4a39f72de45081c2" providerId="LiveId" clId="{B1B7696F-6DDD-0F43-B1CC-16E80BD1546F}" dt="2024-09-24T11:56:25.073" v="253"/>
            <ac:spMkLst>
              <pc:docMk/>
              <pc:sldMasterMk cId="713788537" sldId="2147483648"/>
              <pc:sldLayoutMk cId="2247780353" sldId="2147483657"/>
              <ac:spMk id="7" creationId="{1B23C0AC-0EC8-7F09-7B0D-9C7B5FA59390}"/>
            </ac:spMkLst>
          </pc:spChg>
          <pc:picChg chg="add mod">
            <ac:chgData name="Emma Milne" userId="4a39f72de45081c2" providerId="LiveId" clId="{B1B7696F-6DDD-0F43-B1CC-16E80BD1546F}" dt="2024-09-24T11:43:36.604" v="24"/>
            <ac:picMkLst>
              <pc:docMk/>
              <pc:sldMasterMk cId="713788537" sldId="2147483648"/>
              <pc:sldLayoutMk cId="2247780353" sldId="2147483657"/>
              <ac:picMk id="5" creationId="{0C0E696D-949B-4D00-8723-391FD806DEE1}"/>
            </ac:picMkLst>
          </pc:picChg>
          <pc:picChg chg="del">
            <ac:chgData name="Emma Milne" userId="4a39f72de45081c2" providerId="LiveId" clId="{B1B7696F-6DDD-0F43-B1CC-16E80BD1546F}" dt="2024-09-24T11:43:35.786" v="23" actId="478"/>
            <ac:picMkLst>
              <pc:docMk/>
              <pc:sldMasterMk cId="713788537" sldId="2147483648"/>
              <pc:sldLayoutMk cId="2247780353" sldId="2147483657"/>
              <ac:picMk id="14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47:00.148" v="87"/>
          <pc:sldLayoutMkLst>
            <pc:docMk/>
            <pc:sldMasterMk cId="713788537" sldId="2147483648"/>
            <pc:sldLayoutMk cId="2946740732" sldId="2147483658"/>
          </pc:sldLayoutMkLst>
          <pc:picChg chg="add mod">
            <ac:chgData name="Emma Milne" userId="4a39f72de45081c2" providerId="LiveId" clId="{B1B7696F-6DDD-0F43-B1CC-16E80BD1546F}" dt="2024-09-24T11:47:00.148" v="87"/>
            <ac:picMkLst>
              <pc:docMk/>
              <pc:sldMasterMk cId="713788537" sldId="2147483648"/>
              <pc:sldLayoutMk cId="2946740732" sldId="2147483658"/>
              <ac:picMk id="2" creationId="{4F352945-9AE0-8E4E-F4BB-6173CDC2D3BB}"/>
            </ac:picMkLst>
          </pc:picChg>
          <pc:picChg chg="del">
            <ac:chgData name="Emma Milne" userId="4a39f72de45081c2" providerId="LiveId" clId="{B1B7696F-6DDD-0F43-B1CC-16E80BD1546F}" dt="2024-09-24T11:46:59.869" v="86" actId="478"/>
            <ac:picMkLst>
              <pc:docMk/>
              <pc:sldMasterMk cId="713788537" sldId="2147483648"/>
              <pc:sldLayoutMk cId="2946740732" sldId="2147483658"/>
              <ac:picMk id="11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2:06:08.244" v="536" actId="478"/>
          <pc:sldLayoutMkLst>
            <pc:docMk/>
            <pc:sldMasterMk cId="713788537" sldId="2147483648"/>
            <pc:sldLayoutMk cId="2770916380" sldId="2147483659"/>
          </pc:sldLayoutMkLst>
          <pc:spChg chg="del">
            <ac:chgData name="Emma Milne" userId="4a39f72de45081c2" providerId="LiveId" clId="{B1B7696F-6DDD-0F43-B1CC-16E80BD1546F}" dt="2024-09-24T11:45:22.600" v="51" actId="478"/>
            <ac:spMkLst>
              <pc:docMk/>
              <pc:sldMasterMk cId="713788537" sldId="2147483648"/>
              <pc:sldLayoutMk cId="2770916380" sldId="2147483659"/>
              <ac:spMk id="2" creationId="{00000000-0000-0000-0000-000000000000}"/>
            </ac:spMkLst>
          </pc:spChg>
          <pc:spChg chg="add del mod">
            <ac:chgData name="Emma Milne" userId="4a39f72de45081c2" providerId="LiveId" clId="{B1B7696F-6DDD-0F43-B1CC-16E80BD1546F}" dt="2024-09-24T12:06:08.244" v="536" actId="478"/>
            <ac:spMkLst>
              <pc:docMk/>
              <pc:sldMasterMk cId="713788537" sldId="2147483648"/>
              <pc:sldLayoutMk cId="2770916380" sldId="2147483659"/>
              <ac:spMk id="2" creationId="{37741175-774C-A7B8-F643-BD7DF419894D}"/>
            </ac:spMkLst>
          </pc:spChg>
          <pc:spChg chg="add del mod">
            <ac:chgData name="Emma Milne" userId="4a39f72de45081c2" providerId="LiveId" clId="{B1B7696F-6DDD-0F43-B1CC-16E80BD1546F}" dt="2024-09-24T11:49:27.900" v="111" actId="478"/>
            <ac:spMkLst>
              <pc:docMk/>
              <pc:sldMasterMk cId="713788537" sldId="2147483648"/>
              <pc:sldLayoutMk cId="2770916380" sldId="2147483659"/>
              <ac:spMk id="5" creationId="{BA96919B-6320-12CE-4E54-0BC50D826931}"/>
            </ac:spMkLst>
          </pc:spChg>
          <pc:spChg chg="add mod">
            <ac:chgData name="Emma Milne" userId="4a39f72de45081c2" providerId="LiveId" clId="{B1B7696F-6DDD-0F43-B1CC-16E80BD1546F}" dt="2024-09-24T11:49:24.926" v="110"/>
            <ac:spMkLst>
              <pc:docMk/>
              <pc:sldMasterMk cId="713788537" sldId="2147483648"/>
              <pc:sldLayoutMk cId="2770916380" sldId="2147483659"/>
              <ac:spMk id="6" creationId="{6E39888B-DB17-3C55-47F4-17FDB5735F65}"/>
            </ac:spMkLst>
          </pc:spChg>
          <pc:spChg chg="add mod">
            <ac:chgData name="Emma Milne" userId="4a39f72de45081c2" providerId="LiveId" clId="{B1B7696F-6DDD-0F43-B1CC-16E80BD1546F}" dt="2024-09-24T11:49:28.802" v="112"/>
            <ac:spMkLst>
              <pc:docMk/>
              <pc:sldMasterMk cId="713788537" sldId="2147483648"/>
              <pc:sldLayoutMk cId="2770916380" sldId="2147483659"/>
              <ac:spMk id="8" creationId="{10692A5F-90A0-00FC-AEBE-06A194FABC1F}"/>
            </ac:spMkLst>
          </pc:spChg>
          <pc:spChg chg="mod">
            <ac:chgData name="Emma Milne" userId="4a39f72de45081c2" providerId="LiveId" clId="{B1B7696F-6DDD-0F43-B1CC-16E80BD1546F}" dt="2024-09-24T12:05:30.229" v="529" actId="14100"/>
            <ac:spMkLst>
              <pc:docMk/>
              <pc:sldMasterMk cId="713788537" sldId="2147483648"/>
              <pc:sldLayoutMk cId="2770916380" sldId="2147483659"/>
              <ac:spMk id="10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2:05:31.979" v="530" actId="14100"/>
            <ac:spMkLst>
              <pc:docMk/>
              <pc:sldMasterMk cId="713788537" sldId="2147483648"/>
              <pc:sldLayoutMk cId="2770916380" sldId="2147483659"/>
              <ac:spMk id="12" creationId="{00000000-0000-0000-0000-000000000000}"/>
            </ac:spMkLst>
          </pc:spChg>
          <pc:picChg chg="add del mod">
            <ac:chgData name="Emma Milne" userId="4a39f72de45081c2" providerId="LiveId" clId="{B1B7696F-6DDD-0F43-B1CC-16E80BD1546F}" dt="2024-09-24T11:45:04.527" v="44" actId="478"/>
            <ac:picMkLst>
              <pc:docMk/>
              <pc:sldMasterMk cId="713788537" sldId="2147483648"/>
              <pc:sldLayoutMk cId="2770916380" sldId="2147483659"/>
              <ac:picMk id="3" creationId="{AEB02008-53BC-F0CB-5B14-ADB717ECA85A}"/>
            </ac:picMkLst>
          </pc:picChg>
          <pc:picChg chg="add mod">
            <ac:chgData name="Emma Milne" userId="4a39f72de45081c2" providerId="LiveId" clId="{B1B7696F-6DDD-0F43-B1CC-16E80BD1546F}" dt="2024-09-24T11:45:07.587" v="45"/>
            <ac:picMkLst>
              <pc:docMk/>
              <pc:sldMasterMk cId="713788537" sldId="2147483648"/>
              <pc:sldLayoutMk cId="2770916380" sldId="2147483659"/>
              <ac:picMk id="4" creationId="{A8645453-13D3-880F-0905-60CAF886470A}"/>
            </ac:picMkLst>
          </pc:picChg>
          <pc:picChg chg="del">
            <ac:chgData name="Emma Milne" userId="4a39f72de45081c2" providerId="LiveId" clId="{B1B7696F-6DDD-0F43-B1CC-16E80BD1546F}" dt="2024-09-24T11:45:00.818" v="41" actId="478"/>
            <ac:picMkLst>
              <pc:docMk/>
              <pc:sldMasterMk cId="713788537" sldId="2147483648"/>
              <pc:sldLayoutMk cId="2770916380" sldId="2147483659"/>
              <ac:picMk id="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46:52" v="85" actId="403"/>
          <pc:sldLayoutMkLst>
            <pc:docMk/>
            <pc:sldMasterMk cId="713788537" sldId="2147483648"/>
            <pc:sldLayoutMk cId="354770624" sldId="2147483660"/>
          </pc:sldLayoutMkLst>
          <pc:spChg chg="del">
            <ac:chgData name="Emma Milne" userId="4a39f72de45081c2" providerId="LiveId" clId="{B1B7696F-6DDD-0F43-B1CC-16E80BD1546F}" dt="2024-09-24T11:46:07.269" v="62" actId="478"/>
            <ac:spMkLst>
              <pc:docMk/>
              <pc:sldMasterMk cId="713788537" sldId="2147483648"/>
              <pc:sldLayoutMk cId="354770624" sldId="2147483660"/>
              <ac:spMk id="2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46:07.637" v="63"/>
            <ac:spMkLst>
              <pc:docMk/>
              <pc:sldMasterMk cId="713788537" sldId="2147483648"/>
              <pc:sldLayoutMk cId="354770624" sldId="2147483660"/>
              <ac:spMk id="4" creationId="{FE003AAB-4C59-BE99-437B-40936FE2FC89}"/>
            </ac:spMkLst>
          </pc:spChg>
          <pc:spChg chg="mod">
            <ac:chgData name="Emma Milne" userId="4a39f72de45081c2" providerId="LiveId" clId="{B1B7696F-6DDD-0F43-B1CC-16E80BD1546F}" dt="2024-09-24T11:46:39.168" v="76" actId="403"/>
            <ac:spMkLst>
              <pc:docMk/>
              <pc:sldMasterMk cId="713788537" sldId="2147483648"/>
              <pc:sldLayoutMk cId="354770624" sldId="2147483660"/>
              <ac:spMk id="1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46:45.049" v="81" actId="403"/>
            <ac:spMkLst>
              <pc:docMk/>
              <pc:sldMasterMk cId="713788537" sldId="2147483648"/>
              <pc:sldLayoutMk cId="354770624" sldId="2147483660"/>
              <ac:spMk id="14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46:52" v="85" actId="403"/>
            <ac:spMkLst>
              <pc:docMk/>
              <pc:sldMasterMk cId="713788537" sldId="2147483648"/>
              <pc:sldLayoutMk cId="354770624" sldId="2147483660"/>
              <ac:spMk id="15" creationId="{00000000-0000-0000-0000-000000000000}"/>
            </ac:spMkLst>
          </pc:spChg>
          <pc:picChg chg="add mod">
            <ac:chgData name="Emma Milne" userId="4a39f72de45081c2" providerId="LiveId" clId="{B1B7696F-6DDD-0F43-B1CC-16E80BD1546F}" dt="2024-09-24T11:45:10.596" v="47"/>
            <ac:picMkLst>
              <pc:docMk/>
              <pc:sldMasterMk cId="713788537" sldId="2147483648"/>
              <pc:sldLayoutMk cId="354770624" sldId="2147483660"/>
              <ac:picMk id="3" creationId="{DE447622-2BCC-BD28-3DE6-63C6E9F5494A}"/>
            </ac:picMkLst>
          </pc:picChg>
          <pc:picChg chg="del">
            <ac:chgData name="Emma Milne" userId="4a39f72de45081c2" providerId="LiveId" clId="{B1B7696F-6DDD-0F43-B1CC-16E80BD1546F}" dt="2024-09-24T11:45:09.625" v="46" actId="478"/>
            <ac:picMkLst>
              <pc:docMk/>
              <pc:sldMasterMk cId="713788537" sldId="2147483648"/>
              <pc:sldLayoutMk cId="354770624" sldId="2147483660"/>
              <ac:picMk id="7" creationId="{00000000-0000-0000-0000-000000000000}"/>
            </ac:picMkLst>
          </pc:picChg>
        </pc:sldLayoutChg>
      </pc:sldMasterChg>
      <pc:sldMasterChg chg="new del mod addSldLayout delSldLayout">
        <pc:chgData name="Emma Milne" userId="4a39f72de45081c2" providerId="LiveId" clId="{B1B7696F-6DDD-0F43-B1CC-16E80BD1546F}" dt="2024-09-24T11:48:04.527" v="97" actId="6938"/>
        <pc:sldMasterMkLst>
          <pc:docMk/>
          <pc:sldMasterMk cId="322994807" sldId="2147483661"/>
        </pc:sldMasterMkLst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458390779" sldId="2147483662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4173326541" sldId="2147483663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728670214" sldId="2147483664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359815922" sldId="2147483665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3101934831" sldId="2147483666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3212202710" sldId="2147483667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992393306" sldId="2147483668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81548688" sldId="2147483669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4113382547" sldId="2147483670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831355259" sldId="2147483671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735466854" sldId="214748367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ACD56-CA7D-3A42-9B42-9FD56464B91C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8D3B8-2EC2-4F46-B8AF-ABD68D921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77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F5BEC502-5565-F0E1-3C95-602230A5A0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3F83FA74-DE85-8271-7C1E-9386351D7E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19A59A8-15C2-09E7-24D4-1C1E20BB9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7163384-453E-DB67-EBB2-242AC18CC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23B3A82C-430A-088C-3A30-BDF0AE6758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0AC9268-4297-7709-ABB4-ED539B193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F41C18-6F8D-982E-7344-7BEADBE7F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4" name="Picture 3" descr="A logo with text on it&#10;&#10;Description automatically generated">
            <a:extLst>
              <a:ext uri="{FF2B5EF4-FFF2-40B4-BE49-F238E27FC236}">
                <a16:creationId xmlns:a16="http://schemas.microsoft.com/office/drawing/2014/main" id="{2DC25D9F-7D13-98A6-558A-EA5ECCD56F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E539EC0-AD59-684D-E1D4-504CA6FAC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E9DB416-5463-07A6-2B43-B3734665E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0C0E696D-949B-4D00-8723-391FD806DE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FD7B1E3-CA8E-AD39-8755-93CE0B128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B23C0AC-0EC8-7F09-7B0D-9C7B5FA59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2" y="206711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621553" y="956731"/>
            <a:ext cx="7902388" cy="367154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73DFC01F-CFF2-0DDA-B477-1BCE3C32C0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1553" y="956732"/>
            <a:ext cx="3807190" cy="367153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4716751" y="956731"/>
            <a:ext cx="3807190" cy="367153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Picture 3" descr="A logo with text on it&#10;&#10;Description automatically generated">
            <a:extLst>
              <a:ext uri="{FF2B5EF4-FFF2-40B4-BE49-F238E27FC236}">
                <a16:creationId xmlns:a16="http://schemas.microsoft.com/office/drawing/2014/main" id="{A8645453-13D3-880F-0905-60CAF8864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0692A5F-90A0-00FC-AEBE-06A194FAB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2" y="206711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1553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3355221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6088888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DE447622-2BCC-BD28-3DE6-63C6E9F54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E003AAB-4C59-BE99-437B-40936FE2F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3" y="193288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133494" y="1224708"/>
            <a:ext cx="5168900" cy="2914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54145A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1000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54145A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1000"/>
              </a:spcBef>
              <a:buFont typeface="Lucida Grande"/>
              <a:buChar char="–"/>
              <a:defRPr sz="24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2" name="Picture 1" descr="A logo with text on it&#10;&#10;Description automatically generated">
            <a:extLst>
              <a:ext uri="{FF2B5EF4-FFF2-40B4-BE49-F238E27FC236}">
                <a16:creationId xmlns:a16="http://schemas.microsoft.com/office/drawing/2014/main" id="{4F352945-9AE0-8E4E-F4BB-6173CDC2D3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</p:sldLayoutIdLst>
  <p:txStyles>
    <p:titleStyle>
      <a:lvl1pPr algn="l" defTabSz="457200" rtl="0" eaLnBrk="1" latinLnBrk="0" hangingPunct="1">
        <a:spcBef>
          <a:spcPct val="0"/>
        </a:spcBef>
        <a:buNone/>
        <a:defRPr lang="en-US" sz="2800" b="1" kern="1200" dirty="0">
          <a:solidFill>
            <a:srgbClr val="54145A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»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4446814" cy="2384812"/>
          </a:xfrm>
        </p:spPr>
        <p:txBody>
          <a:bodyPr/>
          <a:lstStyle/>
          <a:p>
            <a:r>
              <a:rPr lang="en-US" dirty="0"/>
              <a:t>Dr Andrew Beetham</a:t>
            </a:r>
          </a:p>
          <a:p>
            <a:r>
              <a:rPr lang="en-US" dirty="0"/>
              <a:t>andrew.beetham@durham.ac.uk</a:t>
            </a:r>
          </a:p>
          <a:p>
            <a:endParaRPr lang="en-US" dirty="0"/>
          </a:p>
          <a:p>
            <a:r>
              <a:rPr lang="en-US" dirty="0"/>
              <a:t>Academic Support &amp; Feedback Hours: Thursday 11.00-13.00</a:t>
            </a:r>
          </a:p>
          <a:p>
            <a:r>
              <a:rPr lang="en-US" dirty="0"/>
              <a:t>PCL 181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606C88-2B97-820A-B558-EAFB98C80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pPr algn="ctr"/>
            <a:r>
              <a:rPr lang="en-US" dirty="0"/>
              <a:t>Homicide 3 – Involuntary Manslaughter</a:t>
            </a:r>
          </a:p>
        </p:txBody>
      </p:sp>
    </p:spTree>
    <p:extLst>
      <p:ext uri="{BB962C8B-B14F-4D97-AF65-F5344CB8AC3E}">
        <p14:creationId xmlns:p14="http://schemas.microsoft.com/office/powerpoint/2010/main" val="343338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207C-8C0D-4108-7CD4-241A1257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2" y="206710"/>
            <a:ext cx="7902388" cy="861513"/>
          </a:xfrm>
        </p:spPr>
        <p:txBody>
          <a:bodyPr/>
          <a:lstStyle/>
          <a:p>
            <a:r>
              <a:rPr lang="en-GB" dirty="0"/>
              <a:t>By the end of this lecture, you should be able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5541-0F83-A06E-23A9-6756D65750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2" y="1264778"/>
            <a:ext cx="7964887" cy="336349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Explain the meaning of involuntary manslaughter</a:t>
            </a:r>
          </a:p>
          <a:p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Explain the elements of the specific offences that make up involuntary manslaughter</a:t>
            </a:r>
          </a:p>
          <a:p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Apply the elements to a situation to determine if an offence has been committed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74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807B-1C0C-ABB6-21BE-3BEA7F8F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922CB-79E9-C5E3-4AF2-D34C70EDD87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Murder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Voluntary manslaughter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Partial defences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Voluntary v Involuntary</a:t>
            </a:r>
          </a:p>
        </p:txBody>
      </p:sp>
    </p:spTree>
    <p:extLst>
      <p:ext uri="{BB962C8B-B14F-4D97-AF65-F5344CB8AC3E}">
        <p14:creationId xmlns:p14="http://schemas.microsoft.com/office/powerpoint/2010/main" val="3802769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694C-81DF-C416-9024-48C6E3EF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Involuntary Manslaughter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DE541-51D3-E2FB-8FA0-4DE712CA1EA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Meaning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D has actus reus of causing a death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D does not have </a:t>
            </a:r>
            <a:r>
              <a:rPr lang="en-GB" dirty="0" err="1"/>
              <a:t>mens</a:t>
            </a:r>
            <a:r>
              <a:rPr lang="en-GB" dirty="0"/>
              <a:t> rea for murder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Spectrum of blameworthiness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Offences: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Unlawful act manslaughter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Gross negligence manslaughter</a:t>
            </a:r>
          </a:p>
        </p:txBody>
      </p:sp>
    </p:spTree>
    <p:extLst>
      <p:ext uri="{BB962C8B-B14F-4D97-AF65-F5344CB8AC3E}">
        <p14:creationId xmlns:p14="http://schemas.microsoft.com/office/powerpoint/2010/main" val="1965899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15B5-57DE-ED4D-0269-C6DFBAFDF3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Unlawful act manslaughter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4E523-CE28-100C-C85E-A7C9D5D9EA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051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83F1-4130-6AFB-4B8D-6C17161A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Alternative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E454-2873-A660-2CB8-1086CEC1196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Interchangeable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Unlawful act manslaughter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Unlawful and dangerous act manslaughter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Constructive act manslaughter</a:t>
            </a: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8861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C39F-81F1-5697-E7F4-7CB72729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F75DD-56BF-BC91-74D1-9CFFA397C90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 commits unlawful act manslaughter where:</a:t>
            </a:r>
          </a:p>
          <a:p>
            <a:pPr marL="745200" lvl="1" indent="-457200" algn="just">
              <a:buAutoNum type="arabicPeriod"/>
            </a:pPr>
            <a:r>
              <a:rPr lang="en-GB" dirty="0"/>
              <a:t>D has committed a base offence</a:t>
            </a:r>
          </a:p>
          <a:p>
            <a:pPr marL="745200" lvl="1" indent="-457200" algn="just">
              <a:buAutoNum type="arabicPeriod"/>
            </a:pPr>
            <a:r>
              <a:rPr lang="en-GB" dirty="0"/>
              <a:t>The base offence carries an objective risk of some harm to V</a:t>
            </a:r>
          </a:p>
          <a:p>
            <a:pPr marL="745200" lvl="1" indent="-457200" algn="just">
              <a:buAutoNum type="arabicPeriod"/>
            </a:pPr>
            <a:r>
              <a:rPr lang="en-GB" dirty="0"/>
              <a:t>V dies as a result</a:t>
            </a:r>
          </a:p>
          <a:p>
            <a:pPr marL="745200" lvl="1" indent="-457200" algn="just">
              <a:buAutoNum type="arabicPeriod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Constructive liability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No MR required as to dangerousness or death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Spectrum of blameworthiness</a:t>
            </a:r>
          </a:p>
          <a:p>
            <a:pPr lvl="1" indent="0" algn="r">
              <a:buNone/>
            </a:pPr>
            <a:r>
              <a:rPr lang="en-GB" sz="50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32185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CFA7-D75B-EE84-66A0-43F666A9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 has committed a base offence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5C50C-669D-D221-3E62-14E9EAAE454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Unlawful act manslaughter requires base offence</a:t>
            </a:r>
            <a:endParaRPr lang="en-GB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Base must be a </a:t>
            </a:r>
            <a:r>
              <a:rPr lang="en-GB" sz="2200" i="1" dirty="0"/>
              <a:t>criminal </a:t>
            </a:r>
            <a:r>
              <a:rPr lang="en-GB" sz="2200" dirty="0"/>
              <a:t>offence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Must be committed by D: </a:t>
            </a:r>
            <a:r>
              <a:rPr lang="en-GB" sz="1800" b="1" dirty="0"/>
              <a:t>Kennedy [2008] 1 AC 269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V need not be directed or targeted: </a:t>
            </a:r>
            <a:r>
              <a:rPr lang="en-GB" sz="1800" b="1" dirty="0"/>
              <a:t>Watson [1989] Crim LR 730</a:t>
            </a:r>
            <a:endParaRPr lang="en-GB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Must satisfy </a:t>
            </a:r>
            <a:r>
              <a:rPr lang="en-GB" sz="2200" b="1" dirty="0"/>
              <a:t>all </a:t>
            </a:r>
            <a:r>
              <a:rPr lang="en-GB" sz="2200" dirty="0"/>
              <a:t>elements of base offence and lacks a valid defence (</a:t>
            </a:r>
            <a:r>
              <a:rPr lang="en-GB" sz="2200" b="1" dirty="0"/>
              <a:t>Lamb [1967] 2 QB 981</a:t>
            </a:r>
            <a:r>
              <a:rPr lang="en-GB" sz="2200" dirty="0"/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326226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A72E1-67FC-D6F4-06A9-8FE7B82C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Restrictions upon type of base offence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5AB10-6FED-ED03-E460-A6FC8BAE6FC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Two important restrictions: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Base offence requires subjective MR:</a:t>
            </a:r>
          </a:p>
          <a:p>
            <a:pPr marL="918900" lvl="2" indent="-342900" algn="just">
              <a:buFont typeface="Arial" panose="020B0604020202020204" pitchFamily="34" charset="0"/>
              <a:buChar char="•"/>
            </a:pPr>
            <a:r>
              <a:rPr lang="en-GB" dirty="0"/>
              <a:t>Not negligence based (</a:t>
            </a:r>
            <a:r>
              <a:rPr lang="en-GB" b="1" dirty="0"/>
              <a:t>Andrews v DPP [1937] AC 576</a:t>
            </a:r>
            <a:r>
              <a:rPr lang="en-GB" dirty="0"/>
              <a:t>): gross negligence manslaughter more appropriate</a:t>
            </a:r>
          </a:p>
          <a:p>
            <a:pPr marL="918900" lvl="2" indent="-342900" algn="just">
              <a:buFont typeface="Arial" panose="020B0604020202020204" pitchFamily="34" charset="0"/>
              <a:buChar char="•"/>
            </a:pPr>
            <a:r>
              <a:rPr lang="en-GB" dirty="0"/>
              <a:t>Not strict liability (no authority but logically follows: SHO p198)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Act and not omission (</a:t>
            </a:r>
            <a:r>
              <a:rPr lang="en-GB" b="1" dirty="0"/>
              <a:t>Lowe [1973] QB 702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1759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4BE9-1C49-150F-6C32-3A2EE219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base offences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F8E6E-2A54-0516-C644-5824FC383F7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Common types of base offences: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Offences against the person e.g. one punch deaths or pranks/hazing (</a:t>
            </a:r>
            <a:r>
              <a:rPr lang="en-GB" b="1" dirty="0"/>
              <a:t>A (2005) CA unreported</a:t>
            </a:r>
            <a:r>
              <a:rPr lang="en-GB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Criminal damage e.g. fires (</a:t>
            </a:r>
            <a:r>
              <a:rPr lang="en-GB" b="1" dirty="0"/>
              <a:t>Farnon [2015] EWCA Crim 351</a:t>
            </a:r>
            <a:r>
              <a:rPr lang="en-GB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Offences against property e.g. burglary (</a:t>
            </a:r>
            <a:r>
              <a:rPr lang="en-GB" b="1" dirty="0"/>
              <a:t>Watson [1989] Crim LR 730</a:t>
            </a:r>
            <a:r>
              <a:rPr lang="en-GB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Immigration e.g. human trafficking (</a:t>
            </a:r>
            <a:r>
              <a:rPr lang="en-GB" b="1" dirty="0"/>
              <a:t>Nica [2021] EWCA Crim 1790</a:t>
            </a:r>
            <a:r>
              <a:rPr lang="en-GB" dirty="0"/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827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798B-4731-27C0-D9F1-C6786E055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The base offence carries an objective risk of some harm to 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7194D-A968-0EFD-B14E-FC19B57BD19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Dangerous act / strict liability: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Carrying </a:t>
            </a:r>
            <a:r>
              <a:rPr lang="en-GB" sz="1600" i="1" dirty="0"/>
              <a:t>some</a:t>
            </a:r>
            <a:r>
              <a:rPr lang="en-GB" sz="1600" dirty="0"/>
              <a:t> harm, not necessarily </a:t>
            </a:r>
            <a:r>
              <a:rPr lang="en-GB" sz="1600" i="1" dirty="0"/>
              <a:t>serious </a:t>
            </a:r>
            <a:r>
              <a:rPr lang="en-GB" sz="1600" dirty="0"/>
              <a:t>harm: </a:t>
            </a:r>
            <a:r>
              <a:rPr lang="en-GB" sz="1600" b="1" dirty="0"/>
              <a:t>Church [1966] 1 QB 59</a:t>
            </a:r>
            <a:endParaRPr lang="en-GB" sz="1600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Physical harm rather than emotional harm: </a:t>
            </a:r>
            <a:r>
              <a:rPr lang="en-GB" sz="1600" b="1" dirty="0"/>
              <a:t>Dhaliwal [2006] EWCA Crim 1139</a:t>
            </a:r>
            <a:endParaRPr lang="en-GB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Base offence subjective, but dangerous act is objective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Objective test: not what D foresaw but what reasonable person would foresee (</a:t>
            </a:r>
            <a:r>
              <a:rPr lang="en-GB" sz="2000" b="1" dirty="0"/>
              <a:t>DPP v Newbury [1977] AC 500</a:t>
            </a:r>
            <a:r>
              <a:rPr lang="en-GB" sz="2000" dirty="0"/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Risk not always foreseeable: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Special knowledge of risk that may not be apparent to a reasonable person (</a:t>
            </a:r>
            <a:r>
              <a:rPr lang="en-GB" sz="1600" b="1" dirty="0"/>
              <a:t>Dawson (1985) 81 Cr App R 150</a:t>
            </a:r>
            <a:r>
              <a:rPr lang="en-GB" sz="1600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600" dirty="0"/>
              <a:t>Risk a reasonable </a:t>
            </a:r>
            <a:r>
              <a:rPr lang="en-GB" sz="1600" i="1" dirty="0"/>
              <a:t>would </a:t>
            </a:r>
            <a:r>
              <a:rPr lang="en-GB" sz="1600" dirty="0"/>
              <a:t>have foreseen, not </a:t>
            </a:r>
            <a:r>
              <a:rPr lang="en-GB" sz="1600" i="1" dirty="0"/>
              <a:t>may </a:t>
            </a:r>
            <a:r>
              <a:rPr lang="en-GB" sz="1600" dirty="0"/>
              <a:t>have foreseen</a:t>
            </a:r>
          </a:p>
        </p:txBody>
      </p:sp>
    </p:spTree>
    <p:extLst>
      <p:ext uri="{BB962C8B-B14F-4D97-AF65-F5344CB8AC3E}">
        <p14:creationId xmlns:p14="http://schemas.microsoft.com/office/powerpoint/2010/main" val="1550235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8BC9-2309-C6B7-4C9B-2BA6C68D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V dies as a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36ADF-660D-9E0B-2F08-BA753D6CAA7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Must </a:t>
            </a:r>
            <a:r>
              <a:rPr lang="en-GB" i="1" dirty="0"/>
              <a:t>cause </a:t>
            </a:r>
            <a:r>
              <a:rPr lang="en-GB" dirty="0"/>
              <a:t>death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Strict liability: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no requirement for D to have intended, known, foreseen or had any MR whatsoever for result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b="1" dirty="0"/>
              <a:t>Attorney General’s Reference (No 3 of 1994) [1998] AC 245</a:t>
            </a:r>
          </a:p>
          <a:p>
            <a:pPr lvl="1" indent="0" algn="just">
              <a:buNone/>
            </a:pPr>
            <a:endParaRPr lang="en-GB" b="1" dirty="0"/>
          </a:p>
          <a:p>
            <a:pPr lvl="1" indent="0" algn="r">
              <a:buNone/>
            </a:pPr>
            <a:r>
              <a:rPr lang="en-GB" sz="5000" b="1" dirty="0">
                <a:solidFill>
                  <a:srgbClr val="FF0000"/>
                </a:solidFill>
              </a:rPr>
              <a:t>!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9127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5C00A-D874-5A52-C0D3-49674861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Breaking the Chain of Causation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70196-588F-F509-9B90-8C413C1E24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Principles of causation apply: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Factual and legal causation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Breaking the chain of causation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What </a:t>
            </a:r>
            <a:r>
              <a:rPr lang="en-GB" sz="2200" i="1" dirty="0"/>
              <a:t>could </a:t>
            </a:r>
            <a:r>
              <a:rPr lang="en-GB" sz="2200" dirty="0"/>
              <a:t>break the chain: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Fright and flight: fleeing scene of crime (</a:t>
            </a:r>
            <a:r>
              <a:rPr lang="en-GB" sz="1800" b="1" dirty="0"/>
              <a:t>Lewis [2010] EWCA Crim 151</a:t>
            </a:r>
            <a:r>
              <a:rPr lang="en-GB" sz="1800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Drug supply: V voluntary taking drugs supplied by D (</a:t>
            </a:r>
            <a:r>
              <a:rPr lang="en-GB" sz="1800" b="1" dirty="0"/>
              <a:t>Kennedy [2008] 1 AC 269</a:t>
            </a:r>
            <a:r>
              <a:rPr lang="en-GB" sz="1800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Suicide (</a:t>
            </a:r>
            <a:r>
              <a:rPr lang="en-GB" sz="1800" b="1" dirty="0"/>
              <a:t>Dhaliwal [2006] EWCA Crim 1139</a:t>
            </a:r>
            <a:r>
              <a:rPr lang="en-GB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6370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66F6C-800F-CE05-7FD3-B67EE975C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Mens</a:t>
            </a:r>
            <a:r>
              <a:rPr lang="en-GB" dirty="0"/>
              <a:t> 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30F94-D740-2553-1430-A0FD5C1CFF5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Required for base offence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Must satisfy </a:t>
            </a:r>
            <a:r>
              <a:rPr lang="en-GB" sz="2000" b="1" dirty="0"/>
              <a:t>all </a:t>
            </a:r>
            <a:r>
              <a:rPr lang="en-GB" sz="2000" dirty="0"/>
              <a:t>elements of base offence and lacks a valid defence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2000" b="1" dirty="0"/>
              <a:t>Lamb [1967] 2 QB 981</a:t>
            </a:r>
            <a:r>
              <a:rPr lang="en-GB" sz="2000" dirty="0"/>
              <a:t>: </a:t>
            </a:r>
            <a:r>
              <a:rPr lang="en-GB" dirty="0"/>
              <a:t>absence of </a:t>
            </a:r>
            <a:r>
              <a:rPr lang="en-GB" dirty="0" err="1"/>
              <a:t>mens</a:t>
            </a:r>
            <a:r>
              <a:rPr lang="en-GB" dirty="0"/>
              <a:t> rea for base offence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No</a:t>
            </a:r>
            <a:r>
              <a:rPr lang="en-GB" b="1" dirty="0"/>
              <a:t> </a:t>
            </a:r>
            <a:r>
              <a:rPr lang="en-GB" dirty="0"/>
              <a:t>specific </a:t>
            </a:r>
            <a:r>
              <a:rPr lang="en-GB" dirty="0" err="1"/>
              <a:t>mens</a:t>
            </a:r>
            <a:r>
              <a:rPr lang="en-GB" dirty="0"/>
              <a:t> rea required for the constructive offence</a:t>
            </a:r>
          </a:p>
        </p:txBody>
      </p:sp>
    </p:spTree>
    <p:extLst>
      <p:ext uri="{BB962C8B-B14F-4D97-AF65-F5344CB8AC3E}">
        <p14:creationId xmlns:p14="http://schemas.microsoft.com/office/powerpoint/2010/main" val="1337085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11B6-C159-8537-49BB-82E429D0CC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Gross Negligence Manslaughter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73847-2CD5-F6F1-1FB6-823B1B14A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144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A9C70-7384-2B55-97C2-44C9CD60F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04F30-F2A5-5BD2-1AF5-E1417FCF1B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D’s conduct is negligent and it causes death of V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Act or by omission e.g. a medical professional </a:t>
            </a:r>
            <a:r>
              <a:rPr lang="en-GB" i="1" dirty="0"/>
              <a:t>doing </a:t>
            </a:r>
            <a:r>
              <a:rPr lang="en-GB" dirty="0"/>
              <a:t>or </a:t>
            </a:r>
            <a:r>
              <a:rPr lang="en-GB" i="1" dirty="0"/>
              <a:t>not doing </a:t>
            </a:r>
            <a:r>
              <a:rPr lang="en-GB" dirty="0"/>
              <a:t>something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Lack of subjective MR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Six elements (</a:t>
            </a:r>
            <a:r>
              <a:rPr lang="en-GB" b="1" dirty="0" err="1"/>
              <a:t>Adamako</a:t>
            </a:r>
            <a:r>
              <a:rPr lang="en-GB" b="1" dirty="0"/>
              <a:t> [1995] 1 AC 171</a:t>
            </a:r>
            <a:r>
              <a:rPr lang="en-GB" dirty="0"/>
              <a:t>; </a:t>
            </a:r>
            <a:r>
              <a:rPr lang="en-GB" b="1" dirty="0"/>
              <a:t>Rose [2018] QB 328</a:t>
            </a:r>
            <a:r>
              <a:rPr lang="en-GB" dirty="0"/>
              <a:t>)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107119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12AB-70B9-31E8-E9BA-DCEECCCC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6AFA3-A599-3484-29A5-5EF44BBE36A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GB" dirty="0"/>
              <a:t>Duty of care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dirty="0"/>
              <a:t>Breach of duty of care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dirty="0"/>
              <a:t>Serious and obvious risk of death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dirty="0"/>
              <a:t>Reasonably foreseeable risk of death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dirty="0"/>
              <a:t>Caused death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dirty="0"/>
              <a:t>“Grossly” negligent</a:t>
            </a:r>
          </a:p>
        </p:txBody>
      </p:sp>
    </p:spTree>
    <p:extLst>
      <p:ext uri="{BB962C8B-B14F-4D97-AF65-F5344CB8AC3E}">
        <p14:creationId xmlns:p14="http://schemas.microsoft.com/office/powerpoint/2010/main" val="3231068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23C0-6DB5-3141-72ED-E763AB6DE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Duty of 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14063-5292-CF85-6928-0ED9C4CAAC5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At time of D engaging in conduct that causes death, they owed duty of care to V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Broad interpretation and not limited to civil standard, examples: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Doctor / patient (</a:t>
            </a:r>
            <a:r>
              <a:rPr lang="en-GB" sz="1800" b="1" dirty="0" err="1"/>
              <a:t>Adamako</a:t>
            </a:r>
            <a:r>
              <a:rPr lang="en-GB" sz="1800" b="1" dirty="0"/>
              <a:t> [1995] 1 AC 171</a:t>
            </a:r>
            <a:r>
              <a:rPr lang="en-GB" sz="1800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Transport drivers / passengers (</a:t>
            </a:r>
            <a:r>
              <a:rPr lang="en-GB" sz="1800" b="1" dirty="0"/>
              <a:t>Barker [2003] 2 Cr App R 110</a:t>
            </a:r>
            <a:r>
              <a:rPr lang="en-GB" sz="1800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Employer / employees (</a:t>
            </a:r>
            <a:r>
              <a:rPr lang="en-GB" sz="1800" b="1" dirty="0"/>
              <a:t>Dean [2002] EWCA Crim 2410</a:t>
            </a:r>
            <a:r>
              <a:rPr lang="en-GB" sz="1800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Smuggling illegal immigrants (</a:t>
            </a:r>
            <a:r>
              <a:rPr lang="en-GB" sz="1800" b="1" dirty="0"/>
              <a:t>Wacker [2003] QB 1203</a:t>
            </a:r>
            <a:r>
              <a:rPr lang="en-GB" sz="1800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Foreseeable risk of death (</a:t>
            </a:r>
            <a:r>
              <a:rPr lang="en-GB" sz="1800" b="1" dirty="0"/>
              <a:t>Evans [2009] EWCA Crim 650</a:t>
            </a:r>
            <a:r>
              <a:rPr lang="en-GB" sz="1800" dirty="0"/>
              <a:t>)</a:t>
            </a:r>
          </a:p>
          <a:p>
            <a:pPr lvl="1" indent="0" algn="r">
              <a:buNone/>
            </a:pPr>
            <a:r>
              <a:rPr lang="en-GB" sz="50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7139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8142-3DF3-BB68-CD49-1FF29126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Drug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3815F-0C8E-EF6A-5A27-84C0C17F8C4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Duty of care by omission: </a:t>
            </a:r>
            <a:r>
              <a:rPr lang="en-GB" sz="2200" b="1" dirty="0"/>
              <a:t>Evans [2009] EWCA Crim 650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D was V’s half-sister who she supplied with heroin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V self-administered the heroin but D saw overdose symptoms 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D did not alert authorities out of fear of personal liability for drug supply and V died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D charged on basis on basis of her duty to act following the creation of the dangerous situation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Compare with </a:t>
            </a:r>
            <a:r>
              <a:rPr lang="en-GB" sz="2200" b="1" dirty="0"/>
              <a:t>Kennedy </a:t>
            </a:r>
            <a:r>
              <a:rPr lang="en-GB" sz="2200" dirty="0"/>
              <a:t>relating to unlawful act manslaughter (above)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Not always straightforward therefore must assess the creation of a duty to act with care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5507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5B09-50DE-FD4E-C755-4FDCFB9B0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Breach of Duty of 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0A991-3B39-A908-C828-237240D50AD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Act or omission?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b="1" dirty="0"/>
              <a:t>Act: </a:t>
            </a:r>
            <a:r>
              <a:rPr lang="en-GB" dirty="0"/>
              <a:t>whether a reasonable person would have refrained from the acts carried out by D, and/or whether a reasonable person would have acted differently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b="1" dirty="0"/>
              <a:t>Omission: </a:t>
            </a:r>
            <a:r>
              <a:rPr lang="en-GB" dirty="0"/>
              <a:t>how a reasonable person in D’s position would have behaved</a:t>
            </a:r>
          </a:p>
        </p:txBody>
      </p:sp>
    </p:spTree>
    <p:extLst>
      <p:ext uri="{BB962C8B-B14F-4D97-AF65-F5344CB8AC3E}">
        <p14:creationId xmlns:p14="http://schemas.microsoft.com/office/powerpoint/2010/main" val="4036993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B163-F954-3B10-E7A8-98D611BA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Serious and Obvious Risk of Death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ADFF-B482-717B-45A7-FDF917C4B44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D’s conduct must pose a risk of death to V which both serious and obvious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Serious and obvious risk to class of persons to whom D owed a duty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Closely linked to reasonably foreseeable risk of death</a:t>
            </a:r>
          </a:p>
        </p:txBody>
      </p:sp>
    </p:spTree>
    <p:extLst>
      <p:ext uri="{BB962C8B-B14F-4D97-AF65-F5344CB8AC3E}">
        <p14:creationId xmlns:p14="http://schemas.microsoft.com/office/powerpoint/2010/main" val="108411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D7C8-706F-91FA-63E7-54262074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Reasonably Foreseeable Risk of Death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CC955-BB16-3C98-9AA6-91CB1E7F419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Risk must exist in fact, but also one that a reasonable person would have foreseen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Objective element: not necessary for D to foresee risk themselves (</a:t>
            </a:r>
            <a:r>
              <a:rPr lang="en-GB" b="1" dirty="0"/>
              <a:t>Singh [1999] Crim LR 582</a:t>
            </a:r>
            <a:r>
              <a:rPr lang="en-GB" dirty="0"/>
              <a:t>; </a:t>
            </a:r>
            <a:r>
              <a:rPr lang="en-GB" b="1" dirty="0"/>
              <a:t>Misra [2004] EWCA Crim 2375</a:t>
            </a:r>
            <a:r>
              <a:rPr lang="en-GB" dirty="0"/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To be applied at moment of breach of duty, not in hindsight (</a:t>
            </a:r>
            <a:r>
              <a:rPr lang="en-GB" b="1" dirty="0"/>
              <a:t>Rose [2018] QB 328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1735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8719-4781-16F8-7166-8DCB00971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Caused Death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A1EAC-E1D2-75FA-8C78-D044805E7EF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Causation principles: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Factual causation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Legal causation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Must be found for both an act or an omission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For an omission, what would a reasonable person have done, and would it have prevented V from dying in manner they did (</a:t>
            </a:r>
            <a:r>
              <a:rPr lang="en-GB" b="1" dirty="0"/>
              <a:t>Evans </a:t>
            </a:r>
            <a:r>
              <a:rPr lang="en-GB" sz="2000" b="1" dirty="0"/>
              <a:t>[2009] EWCA Crim 650</a:t>
            </a:r>
            <a:r>
              <a:rPr lang="en-GB" sz="2000" dirty="0"/>
              <a:t>)</a:t>
            </a: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3561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F385-3061-598E-EC32-35AE6E40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6. “Grossly” Negligent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43D6-6644-A9AB-6337-19BA308660E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Negligence must be sufficient bad as to warrant criminal, rather than civil, liability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“Truly exceptionally bad” (</a:t>
            </a:r>
            <a:r>
              <a:rPr lang="en-GB" b="1" dirty="0" err="1"/>
              <a:t>Sellu</a:t>
            </a:r>
            <a:r>
              <a:rPr lang="en-GB" b="1" dirty="0"/>
              <a:t> [2017] 4 WLR 64</a:t>
            </a:r>
            <a:r>
              <a:rPr lang="en-GB" dirty="0"/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Question of fact for jury, relying upon expert evidence</a:t>
            </a:r>
          </a:p>
        </p:txBody>
      </p:sp>
    </p:spTree>
    <p:extLst>
      <p:ext uri="{BB962C8B-B14F-4D97-AF65-F5344CB8AC3E}">
        <p14:creationId xmlns:p14="http://schemas.microsoft.com/office/powerpoint/2010/main" val="3782311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16AD1-34AD-F1FA-EA61-37597767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Mens</a:t>
            </a:r>
            <a:r>
              <a:rPr lang="en-GB" dirty="0"/>
              <a:t> 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D3939-8464-8081-3E18-90A825FE92C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Lack of </a:t>
            </a:r>
            <a:r>
              <a:rPr lang="en-GB" dirty="0" err="1"/>
              <a:t>mens</a:t>
            </a:r>
            <a:r>
              <a:rPr lang="en-GB" dirty="0"/>
              <a:t> rea </a:t>
            </a:r>
            <a:r>
              <a:rPr lang="en-GB" i="1" dirty="0"/>
              <a:t>per se</a:t>
            </a: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Negligence as </a:t>
            </a:r>
            <a:r>
              <a:rPr lang="en-GB" dirty="0" err="1"/>
              <a:t>mens</a:t>
            </a:r>
            <a:r>
              <a:rPr lang="en-GB" dirty="0"/>
              <a:t> rea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Presence of knowledge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Absence of foresight or risk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Lack of intention or recklessness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995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01AA-D91E-3491-443D-ABED910C3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week…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C84D-5B4D-0B3D-8D4B-493EA3CD025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pPr algn="ctr"/>
            <a:r>
              <a:rPr lang="en-GB" dirty="0"/>
              <a:t>Homicide 4 – Homicide in Context</a:t>
            </a:r>
          </a:p>
        </p:txBody>
      </p:sp>
    </p:spTree>
    <p:extLst>
      <p:ext uri="{BB962C8B-B14F-4D97-AF65-F5344CB8AC3E}">
        <p14:creationId xmlns:p14="http://schemas.microsoft.com/office/powerpoint/2010/main" val="656993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CE951B1D604F47AD4EB98F3F9810DA" ma:contentTypeVersion="27" ma:contentTypeDescription="Create a new document." ma:contentTypeScope="" ma:versionID="c86e2fcf5a2629d4de2018db3c3a5d05">
  <xsd:schema xmlns:xsd="http://www.w3.org/2001/XMLSchema" xmlns:xs="http://www.w3.org/2001/XMLSchema" xmlns:p="http://schemas.microsoft.com/office/2006/metadata/properties" xmlns:ns2="674d51e3-3ba6-45e1-9e5a-18c440d6de5a" xmlns:ns3="8f612c8a-2dfb-4a1a-9050-5ffbd886e57b" xmlns:ns4="3bf6d2de-cfb7-466c-825b-051a8e3c8b7d" targetNamespace="http://schemas.microsoft.com/office/2006/metadata/properties" ma:root="true" ma:fieldsID="a0ea3a93053499daa7c372dbfd9d7c59" ns2:_="" ns3:_="" ns4:_="">
    <xsd:import namespace="674d51e3-3ba6-45e1-9e5a-18c440d6de5a"/>
    <xsd:import namespace="8f612c8a-2dfb-4a1a-9050-5ffbd886e57b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Checked_x003f_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Image" minOccurs="0"/>
                <xsd:element ref="ns2:Rankings" minOccurs="0"/>
                <xsd:element ref="ns2:MediaServiceObjectDetectorVersions" minOccurs="0"/>
                <xsd:element ref="ns2:Thumbnai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d51e3-3ba6-45e1-9e5a-18c440d6de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Checked_x003f_" ma:index="20" nillable="true" ma:displayName="Checked?" ma:default="1" ma:format="Dropdown" ma:internalName="Checked_x003f_">
      <xsd:simpleType>
        <xsd:restriction base="dms:Boolean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mage" ma:index="25" nillable="true" ma:displayName="Image" ma:format="Thumbnail" ma:internalName="Image">
      <xsd:simpleType>
        <xsd:restriction base="dms:Unknown"/>
      </xsd:simpleType>
    </xsd:element>
    <xsd:element name="Rankings" ma:index="26" nillable="true" ma:displayName="Rankings" ma:format="Dropdown" ma:internalName="Rankings">
      <xsd:simpleType>
        <xsd:restriction base="dms:Choice">
          <xsd:enumeration value="Choice 1"/>
          <xsd:enumeration value="Choice 2"/>
          <xsd:enumeration value="Choice 3"/>
        </xsd:restriction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humbnail" ma:index="28" nillable="true" ma:displayName="Thumbnail" ma:format="Thumbnail" ma:internalName="Thumbnail">
      <xsd:simpleType>
        <xsd:restriction base="dms:Unknow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612c8a-2dfb-4a1a-9050-5ffbd886e57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3fba56ad-7498-4c7f-b5a6-dab056f02876}" ma:internalName="TaxCatchAll" ma:showField="CatchAllData" ma:web="8f612c8a-2dfb-4a1a-9050-5ffbd886e5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 xmlns="674d51e3-3ba6-45e1-9e5a-18c440d6de5a" xsi:nil="true"/>
    <lcf76f155ced4ddcb4097134ff3c332f xmlns="674d51e3-3ba6-45e1-9e5a-18c440d6de5a">
      <Terms xmlns="http://schemas.microsoft.com/office/infopath/2007/PartnerControls"/>
    </lcf76f155ced4ddcb4097134ff3c332f>
    <Checked_x003f_ xmlns="674d51e3-3ba6-45e1-9e5a-18c440d6de5a">true</Checked_x003f_>
    <Rankings xmlns="674d51e3-3ba6-45e1-9e5a-18c440d6de5a" xsi:nil="true"/>
    <TaxCatchAll xmlns="3bf6d2de-cfb7-466c-825b-051a8e3c8b7d" xsi:nil="true"/>
    <Thumbnail xmlns="674d51e3-3ba6-45e1-9e5a-18c440d6de5a" xsi:nil="true"/>
    <SharedWithUsers xmlns="8f612c8a-2dfb-4a1a-9050-5ffbd886e57b">
      <UserInfo>
        <DisplayName>WILLIAMS, ASHLEIGH</DisplayName>
        <AccountId>22577</AccountId>
        <AccountType/>
      </UserInfo>
      <UserInfo>
        <DisplayName>HUNTER, CLAIRE L.</DisplayName>
        <AccountId>910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592A46E8-E1F1-4337-B47E-59BACB0570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1632DD-C57A-4449-86BC-061DB82E8C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4d51e3-3ba6-45e1-9e5a-18c440d6de5a"/>
    <ds:schemaRef ds:uri="8f612c8a-2dfb-4a1a-9050-5ffbd886e57b"/>
    <ds:schemaRef ds:uri="3bf6d2de-cfb7-466c-825b-051a8e3c8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3F50C3-625F-4387-85F6-F8762EB49D72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3bf6d2de-cfb7-466c-825b-051a8e3c8b7d"/>
    <ds:schemaRef ds:uri="8f612c8a-2dfb-4a1a-9050-5ffbd886e57b"/>
    <ds:schemaRef ds:uri="674d51e3-3ba6-45e1-9e5a-18c440d6de5a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Durham University_powerpoint 29.08.19 FINAL</Template>
  <TotalTime>245</TotalTime>
  <Words>1235</Words>
  <Application>Microsoft Office PowerPoint</Application>
  <PresentationFormat>On-screen Show (16:9)</PresentationFormat>
  <Paragraphs>175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Lucida Grande</vt:lpstr>
      <vt:lpstr>Office Theme</vt:lpstr>
      <vt:lpstr>Homicide 3 – Involuntary Manslaughter</vt:lpstr>
      <vt:lpstr>By the end of this lecture, you should be able to:</vt:lpstr>
      <vt:lpstr>Recap…</vt:lpstr>
      <vt:lpstr>Involuntary Manslaughter</vt:lpstr>
      <vt:lpstr>Unlawful act manslaughter</vt:lpstr>
      <vt:lpstr>Alternative names</vt:lpstr>
      <vt:lpstr>Definition</vt:lpstr>
      <vt:lpstr>1. D has committed a base offence</vt:lpstr>
      <vt:lpstr>Restrictions upon type of base offence</vt:lpstr>
      <vt:lpstr>Common base offences</vt:lpstr>
      <vt:lpstr>2. The base offence carries an objective risk of some harm to V</vt:lpstr>
      <vt:lpstr>3. V dies as a result</vt:lpstr>
      <vt:lpstr>Breaking the Chain of Causation</vt:lpstr>
      <vt:lpstr>Mens Rea</vt:lpstr>
      <vt:lpstr>Gross Negligence Manslaughter</vt:lpstr>
      <vt:lpstr>Definition</vt:lpstr>
      <vt:lpstr>Elements</vt:lpstr>
      <vt:lpstr>1. Duty of Care</vt:lpstr>
      <vt:lpstr>Drug Supply</vt:lpstr>
      <vt:lpstr>2. Breach of Duty of Care</vt:lpstr>
      <vt:lpstr>3. Serious and Obvious Risk of Death</vt:lpstr>
      <vt:lpstr>4. Reasonably Foreseeable Risk of Death</vt:lpstr>
      <vt:lpstr>5. Caused Death</vt:lpstr>
      <vt:lpstr>6. “Grossly” Negligent</vt:lpstr>
      <vt:lpstr>Mens Rea</vt:lpstr>
      <vt:lpstr>Next week…</vt:lpstr>
    </vt:vector>
  </TitlesOfParts>
  <Company>Durham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DAWSON, STEPH</dc:creator>
  <cp:lastModifiedBy>BEETHAM, ANDREW</cp:lastModifiedBy>
  <cp:revision>144</cp:revision>
  <dcterms:created xsi:type="dcterms:W3CDTF">2019-09-04T13:17:49Z</dcterms:created>
  <dcterms:modified xsi:type="dcterms:W3CDTF">2024-11-21T08:49:53Z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0x0101003BCE951B1D604F47AD4EB98F3F9810DA</vt:lpwstr>
  </property>
  <property fmtid="{D5CDD505-2E9C-101B-9397-08002B2CF9AE}" pid="3" name="MediaServiceImageTags">
    <vt:lpwstr/>
  </property>
</Properties>
</file>