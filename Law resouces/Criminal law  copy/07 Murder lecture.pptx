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88" r:id="rId5"/>
    <p:sldId id="289" r:id="rId6"/>
    <p:sldId id="292" r:id="rId7"/>
    <p:sldId id="293" r:id="rId8"/>
    <p:sldId id="294" r:id="rId9"/>
    <p:sldId id="299" r:id="rId10"/>
    <p:sldId id="300" r:id="rId11"/>
    <p:sldId id="295" r:id="rId12"/>
    <p:sldId id="296" r:id="rId13"/>
    <p:sldId id="297" r:id="rId14"/>
    <p:sldId id="298" r:id="rId15"/>
    <p:sldId id="301" r:id="rId16"/>
    <p:sldId id="303" r:id="rId17"/>
    <p:sldId id="302" r:id="rId18"/>
    <p:sldId id="304" r:id="rId19"/>
    <p:sldId id="305" r:id="rId20"/>
    <p:sldId id="306" r:id="rId21"/>
    <p:sldId id="307" r:id="rId22"/>
    <p:sldId id="308" r:id="rId2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135A"/>
    <a:srgbClr val="00AEEF"/>
    <a:srgbClr val="109DEC"/>
    <a:srgbClr val="0A91C3"/>
    <a:srgbClr val="68246D"/>
    <a:srgbClr val="AF0822"/>
    <a:srgbClr val="002A41"/>
    <a:srgbClr val="FFCE2D"/>
    <a:srgbClr val="9F9B4F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B7696F-6DDD-0F43-B1CC-16E80BD1546F}" v="70" dt="2024-09-24T12:06:21.9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36" autoAdjust="0"/>
    <p:restoredTop sz="95988" autoAdjust="0"/>
  </p:normalViewPr>
  <p:slideViewPr>
    <p:cSldViewPr snapToGrid="0" snapToObjects="1">
      <p:cViewPr varScale="1">
        <p:scale>
          <a:sx n="87" d="100"/>
          <a:sy n="87" d="100"/>
        </p:scale>
        <p:origin x="888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ma Milne" userId="4a39f72de45081c2" providerId="LiveId" clId="{B1B7696F-6DDD-0F43-B1CC-16E80BD1546F}"/>
    <pc:docChg chg="undo redo custSel addSld delSld modSld addMainMaster delMainMaster modMainMaster">
      <pc:chgData name="Emma Milne" userId="4a39f72de45081c2" providerId="LiveId" clId="{B1B7696F-6DDD-0F43-B1CC-16E80BD1546F}" dt="2024-09-24T12:07:03.997" v="570" actId="5793"/>
      <pc:docMkLst>
        <pc:docMk/>
      </pc:docMkLst>
      <pc:sldChg chg="del">
        <pc:chgData name="Emma Milne" userId="4a39f72de45081c2" providerId="LiveId" clId="{B1B7696F-6DDD-0F43-B1CC-16E80BD1546F}" dt="2024-09-24T11:42:03.488" v="0" actId="2696"/>
        <pc:sldMkLst>
          <pc:docMk/>
          <pc:sldMk cId="196663018" sldId="265"/>
        </pc:sldMkLst>
      </pc:sldChg>
      <pc:sldChg chg="del">
        <pc:chgData name="Emma Milne" userId="4a39f72de45081c2" providerId="LiveId" clId="{B1B7696F-6DDD-0F43-B1CC-16E80BD1546F}" dt="2024-09-24T11:42:13.783" v="1" actId="2696"/>
        <pc:sldMkLst>
          <pc:docMk/>
          <pc:sldMk cId="3434680896" sldId="266"/>
        </pc:sldMkLst>
      </pc:sldChg>
      <pc:sldChg chg="del">
        <pc:chgData name="Emma Milne" userId="4a39f72de45081c2" providerId="LiveId" clId="{B1B7696F-6DDD-0F43-B1CC-16E80BD1546F}" dt="2024-09-24T11:42:13.783" v="1" actId="2696"/>
        <pc:sldMkLst>
          <pc:docMk/>
          <pc:sldMk cId="569908045" sldId="267"/>
        </pc:sldMkLst>
      </pc:sldChg>
      <pc:sldChg chg="del">
        <pc:chgData name="Emma Milne" userId="4a39f72de45081c2" providerId="LiveId" clId="{B1B7696F-6DDD-0F43-B1CC-16E80BD1546F}" dt="2024-09-24T11:42:13.783" v="1" actId="2696"/>
        <pc:sldMkLst>
          <pc:docMk/>
          <pc:sldMk cId="2611761825" sldId="268"/>
        </pc:sldMkLst>
      </pc:sldChg>
      <pc:sldChg chg="del">
        <pc:chgData name="Emma Milne" userId="4a39f72de45081c2" providerId="LiveId" clId="{B1B7696F-6DDD-0F43-B1CC-16E80BD1546F}" dt="2024-09-24T11:42:13.783" v="1" actId="2696"/>
        <pc:sldMkLst>
          <pc:docMk/>
          <pc:sldMk cId="1444429133" sldId="269"/>
        </pc:sldMkLst>
      </pc:sldChg>
      <pc:sldChg chg="modSp del mod">
        <pc:chgData name="Emma Milne" userId="4a39f72de45081c2" providerId="LiveId" clId="{B1B7696F-6DDD-0F43-B1CC-16E80BD1546F}" dt="2024-09-24T11:51:29.042" v="148" actId="2696"/>
        <pc:sldMkLst>
          <pc:docMk/>
          <pc:sldMk cId="3634512390" sldId="280"/>
        </pc:sldMkLst>
        <pc:spChg chg="mod">
          <ac:chgData name="Emma Milne" userId="4a39f72de45081c2" providerId="LiveId" clId="{B1B7696F-6DDD-0F43-B1CC-16E80BD1546F}" dt="2024-09-24T11:51:22.348" v="147" actId="14100"/>
          <ac:spMkLst>
            <pc:docMk/>
            <pc:sldMk cId="3634512390" sldId="280"/>
            <ac:spMk id="3" creationId="{00000000-0000-0000-0000-000000000000}"/>
          </ac:spMkLst>
        </pc:spChg>
      </pc:sldChg>
      <pc:sldChg chg="delSp del mod">
        <pc:chgData name="Emma Milne" userId="4a39f72de45081c2" providerId="LiveId" clId="{B1B7696F-6DDD-0F43-B1CC-16E80BD1546F}" dt="2024-09-24T11:51:29.447" v="149" actId="2696"/>
        <pc:sldMkLst>
          <pc:docMk/>
          <pc:sldMk cId="3398639553" sldId="281"/>
        </pc:sldMkLst>
        <pc:spChg chg="del">
          <ac:chgData name="Emma Milne" userId="4a39f72de45081c2" providerId="LiveId" clId="{B1B7696F-6DDD-0F43-B1CC-16E80BD1546F}" dt="2024-09-24T11:48:47.988" v="105" actId="478"/>
          <ac:spMkLst>
            <pc:docMk/>
            <pc:sldMk cId="3398639553" sldId="281"/>
            <ac:spMk id="2" creationId="{00000000-0000-0000-0000-000000000000}"/>
          </ac:spMkLst>
        </pc:spChg>
      </pc:sldChg>
      <pc:sldChg chg="del">
        <pc:chgData name="Emma Milne" userId="4a39f72de45081c2" providerId="LiveId" clId="{B1B7696F-6DDD-0F43-B1CC-16E80BD1546F}" dt="2024-09-24T11:51:29.851" v="150" actId="2696"/>
        <pc:sldMkLst>
          <pc:docMk/>
          <pc:sldMk cId="3999633409" sldId="283"/>
        </pc:sldMkLst>
      </pc:sldChg>
      <pc:sldChg chg="del">
        <pc:chgData name="Emma Milne" userId="4a39f72de45081c2" providerId="LiveId" clId="{B1B7696F-6DDD-0F43-B1CC-16E80BD1546F}" dt="2024-09-24T11:51:30.418" v="151" actId="2696"/>
        <pc:sldMkLst>
          <pc:docMk/>
          <pc:sldMk cId="335917156" sldId="284"/>
        </pc:sldMkLst>
      </pc:sldChg>
      <pc:sldChg chg="del">
        <pc:chgData name="Emma Milne" userId="4a39f72de45081c2" providerId="LiveId" clId="{B1B7696F-6DDD-0F43-B1CC-16E80BD1546F}" dt="2024-09-24T11:51:31.184" v="152" actId="2696"/>
        <pc:sldMkLst>
          <pc:docMk/>
          <pc:sldMk cId="4221588198" sldId="285"/>
        </pc:sldMkLst>
      </pc:sldChg>
      <pc:sldChg chg="del">
        <pc:chgData name="Emma Milne" userId="4a39f72de45081c2" providerId="LiveId" clId="{B1B7696F-6DDD-0F43-B1CC-16E80BD1546F}" dt="2024-09-24T11:51:32.379" v="154" actId="2696"/>
        <pc:sldMkLst>
          <pc:docMk/>
          <pc:sldMk cId="2794636060" sldId="286"/>
        </pc:sldMkLst>
      </pc:sldChg>
      <pc:sldChg chg="del">
        <pc:chgData name="Emma Milne" userId="4a39f72de45081c2" providerId="LiveId" clId="{B1B7696F-6DDD-0F43-B1CC-16E80BD1546F}" dt="2024-09-24T11:51:31.859" v="153" actId="2696"/>
        <pc:sldMkLst>
          <pc:docMk/>
          <pc:sldMk cId="1358851050" sldId="287"/>
        </pc:sldMkLst>
      </pc:sldChg>
      <pc:sldChg chg="addSp delSp modSp mod">
        <pc:chgData name="Emma Milne" userId="4a39f72de45081c2" providerId="LiveId" clId="{B1B7696F-6DDD-0F43-B1CC-16E80BD1546F}" dt="2024-09-24T12:03:03.983" v="424" actId="20577"/>
        <pc:sldMkLst>
          <pc:docMk/>
          <pc:sldMk cId="3433382789" sldId="288"/>
        </pc:sldMkLst>
        <pc:spChg chg="del">
          <ac:chgData name="Emma Milne" userId="4a39f72de45081c2" providerId="LiveId" clId="{B1B7696F-6DDD-0F43-B1CC-16E80BD1546F}" dt="2024-09-24T11:53:34.466" v="180"/>
          <ac:spMkLst>
            <pc:docMk/>
            <pc:sldMk cId="3433382789" sldId="288"/>
            <ac:spMk id="2" creationId="{00000000-0000-0000-0000-000000000000}"/>
          </ac:spMkLst>
        </pc:spChg>
        <pc:spChg chg="mod">
          <ac:chgData name="Emma Milne" userId="4a39f72de45081c2" providerId="LiveId" clId="{B1B7696F-6DDD-0F43-B1CC-16E80BD1546F}" dt="2024-09-24T12:02:39.089" v="399" actId="14100"/>
          <ac:spMkLst>
            <pc:docMk/>
            <pc:sldMk cId="3433382789" sldId="288"/>
            <ac:spMk id="3" creationId="{00000000-0000-0000-0000-000000000000}"/>
          </ac:spMkLst>
        </pc:spChg>
        <pc:spChg chg="add mod">
          <ac:chgData name="Emma Milne" userId="4a39f72de45081c2" providerId="LiveId" clId="{B1B7696F-6DDD-0F43-B1CC-16E80BD1546F}" dt="2024-09-24T12:03:03.983" v="424" actId="20577"/>
          <ac:spMkLst>
            <pc:docMk/>
            <pc:sldMk cId="3433382789" sldId="288"/>
            <ac:spMk id="4" creationId="{9A606C88-2B97-820A-B558-EAFB98C8012A}"/>
          </ac:spMkLst>
        </pc:spChg>
      </pc:sldChg>
      <pc:sldChg chg="new del">
        <pc:chgData name="Emma Milne" userId="4a39f72de45081c2" providerId="LiveId" clId="{B1B7696F-6DDD-0F43-B1CC-16E80BD1546F}" dt="2024-09-24T11:49:15.886" v="109" actId="2696"/>
        <pc:sldMkLst>
          <pc:docMk/>
          <pc:sldMk cId="2499690404" sldId="289"/>
        </pc:sldMkLst>
      </pc:sldChg>
      <pc:sldChg chg="del">
        <pc:chgData name="Emma Milne" userId="4a39f72de45081c2" providerId="LiveId" clId="{B1B7696F-6DDD-0F43-B1CC-16E80BD1546F}" dt="2024-09-24T11:42:13.783" v="1" actId="2696"/>
        <pc:sldMkLst>
          <pc:docMk/>
          <pc:sldMk cId="3065760807" sldId="289"/>
        </pc:sldMkLst>
      </pc:sldChg>
      <pc:sldChg chg="modSp new mod">
        <pc:chgData name="Emma Milne" userId="4a39f72de45081c2" providerId="LiveId" clId="{B1B7696F-6DDD-0F43-B1CC-16E80BD1546F}" dt="2024-09-24T12:07:03.997" v="570" actId="5793"/>
        <pc:sldMkLst>
          <pc:docMk/>
          <pc:sldMk cId="3175747568" sldId="289"/>
        </pc:sldMkLst>
        <pc:spChg chg="mod">
          <ac:chgData name="Emma Milne" userId="4a39f72de45081c2" providerId="LiveId" clId="{B1B7696F-6DDD-0F43-B1CC-16E80BD1546F}" dt="2024-09-24T12:03:42.123" v="485" actId="14100"/>
          <ac:spMkLst>
            <pc:docMk/>
            <pc:sldMk cId="3175747568" sldId="289"/>
            <ac:spMk id="2" creationId="{06AD207C-8C0D-4108-7CD4-241A12570FE8}"/>
          </ac:spMkLst>
        </pc:spChg>
        <pc:spChg chg="mod">
          <ac:chgData name="Emma Milne" userId="4a39f72de45081c2" providerId="LiveId" clId="{B1B7696F-6DDD-0F43-B1CC-16E80BD1546F}" dt="2024-09-24T12:07:03.997" v="570" actId="5793"/>
          <ac:spMkLst>
            <pc:docMk/>
            <pc:sldMk cId="3175747568" sldId="289"/>
            <ac:spMk id="3" creationId="{8B645541-0F83-A06E-23A9-6756D65750CD}"/>
          </ac:spMkLst>
        </pc:spChg>
      </pc:sldChg>
      <pc:sldChg chg="new del">
        <pc:chgData name="Emma Milne" userId="4a39f72de45081c2" providerId="LiveId" clId="{B1B7696F-6DDD-0F43-B1CC-16E80BD1546F}" dt="2024-09-24T11:51:11.803" v="145" actId="2696"/>
        <pc:sldMkLst>
          <pc:docMk/>
          <pc:sldMk cId="1586667229" sldId="290"/>
        </pc:sldMkLst>
      </pc:sldChg>
      <pc:sldChg chg="del">
        <pc:chgData name="Emma Milne" userId="4a39f72de45081c2" providerId="LiveId" clId="{B1B7696F-6DDD-0F43-B1CC-16E80BD1546F}" dt="2024-09-24T11:42:13.783" v="1" actId="2696"/>
        <pc:sldMkLst>
          <pc:docMk/>
          <pc:sldMk cId="3788468593" sldId="290"/>
        </pc:sldMkLst>
      </pc:sldChg>
      <pc:sldChg chg="modSp new mod">
        <pc:chgData name="Emma Milne" userId="4a39f72de45081c2" providerId="LiveId" clId="{B1B7696F-6DDD-0F43-B1CC-16E80BD1546F}" dt="2024-09-24T12:03:53.740" v="501" actId="20577"/>
        <pc:sldMkLst>
          <pc:docMk/>
          <pc:sldMk cId="3802769497" sldId="290"/>
        </pc:sldMkLst>
        <pc:spChg chg="mod">
          <ac:chgData name="Emma Milne" userId="4a39f72de45081c2" providerId="LiveId" clId="{B1B7696F-6DDD-0F43-B1CC-16E80BD1546F}" dt="2024-09-24T12:03:53.740" v="501" actId="20577"/>
          <ac:spMkLst>
            <pc:docMk/>
            <pc:sldMk cId="3802769497" sldId="290"/>
            <ac:spMk id="2" creationId="{65F3807B-1C0C-ABB6-21BE-3BEA7F8F234C}"/>
          </ac:spMkLst>
        </pc:spChg>
        <pc:spChg chg="mod">
          <ac:chgData name="Emma Milne" userId="4a39f72de45081c2" providerId="LiveId" clId="{B1B7696F-6DDD-0F43-B1CC-16E80BD1546F}" dt="2024-09-24T12:03:50.851" v="494" actId="20577"/>
          <ac:spMkLst>
            <pc:docMk/>
            <pc:sldMk cId="3802769497" sldId="290"/>
            <ac:spMk id="3" creationId="{AD2922CB-79E9-C5E3-4AF2-D34C70EDD879}"/>
          </ac:spMkLst>
        </pc:spChg>
      </pc:sldChg>
      <pc:sldChg chg="addSp delSp modSp new del mod">
        <pc:chgData name="Emma Milne" userId="4a39f72de45081c2" providerId="LiveId" clId="{B1B7696F-6DDD-0F43-B1CC-16E80BD1546F}" dt="2024-09-24T11:51:12.665" v="146" actId="2696"/>
        <pc:sldMkLst>
          <pc:docMk/>
          <pc:sldMk cId="1157792891" sldId="291"/>
        </pc:sldMkLst>
        <pc:spChg chg="add del mod">
          <ac:chgData name="Emma Milne" userId="4a39f72de45081c2" providerId="LiveId" clId="{B1B7696F-6DDD-0F43-B1CC-16E80BD1546F}" dt="2024-09-24T11:51:08.790" v="144" actId="5793"/>
          <ac:spMkLst>
            <pc:docMk/>
            <pc:sldMk cId="1157792891" sldId="291"/>
            <ac:spMk id="2" creationId="{958A3335-CF61-080B-6781-A1579BEA3844}"/>
          </ac:spMkLst>
        </pc:spChg>
        <pc:picChg chg="add del mod ord">
          <ac:chgData name="Emma Milne" userId="4a39f72de45081c2" providerId="LiveId" clId="{B1B7696F-6DDD-0F43-B1CC-16E80BD1546F}" dt="2024-09-24T11:50:49.654" v="123" actId="34307"/>
          <ac:picMkLst>
            <pc:docMk/>
            <pc:sldMk cId="1157792891" sldId="291"/>
            <ac:picMk id="5" creationId="{531981A6-087F-E4F9-F14D-EB3246C48F0E}"/>
          </ac:picMkLst>
        </pc:picChg>
      </pc:sldChg>
      <pc:sldChg chg="modSp new mod">
        <pc:chgData name="Emma Milne" userId="4a39f72de45081c2" providerId="LiveId" clId="{B1B7696F-6DDD-0F43-B1CC-16E80BD1546F}" dt="2024-09-24T12:04:06.535" v="517" actId="20577"/>
        <pc:sldMkLst>
          <pc:docMk/>
          <pc:sldMk cId="1603794358" sldId="291"/>
        </pc:sldMkLst>
        <pc:spChg chg="mod">
          <ac:chgData name="Emma Milne" userId="4a39f72de45081c2" providerId="LiveId" clId="{B1B7696F-6DDD-0F43-B1CC-16E80BD1546F}" dt="2024-09-24T12:04:03.567" v="513" actId="20577"/>
          <ac:spMkLst>
            <pc:docMk/>
            <pc:sldMk cId="1603794358" sldId="291"/>
            <ac:spMk id="2" creationId="{93C52F56-FDED-DB81-278D-61539F430C51}"/>
          </ac:spMkLst>
        </pc:spChg>
        <pc:spChg chg="mod">
          <ac:chgData name="Emma Milne" userId="4a39f72de45081c2" providerId="LiveId" clId="{B1B7696F-6DDD-0F43-B1CC-16E80BD1546F}" dt="2024-09-24T12:04:06.535" v="517" actId="20577"/>
          <ac:spMkLst>
            <pc:docMk/>
            <pc:sldMk cId="1603794358" sldId="291"/>
            <ac:spMk id="3" creationId="{45F9A173-07EE-4086-FAF9-9C93121D2BE1}"/>
          </ac:spMkLst>
        </pc:spChg>
        <pc:spChg chg="mod">
          <ac:chgData name="Emma Milne" userId="4a39f72de45081c2" providerId="LiveId" clId="{B1B7696F-6DDD-0F43-B1CC-16E80BD1546F}" dt="2024-09-24T12:04:01.087" v="509" actId="20577"/>
          <ac:spMkLst>
            <pc:docMk/>
            <pc:sldMk cId="1603794358" sldId="291"/>
            <ac:spMk id="4" creationId="{1B04B499-E4DB-88C9-8DEC-C867011A0708}"/>
          </ac:spMkLst>
        </pc:spChg>
      </pc:sldChg>
      <pc:sldChg chg="del">
        <pc:chgData name="Emma Milne" userId="4a39f72de45081c2" providerId="LiveId" clId="{B1B7696F-6DDD-0F43-B1CC-16E80BD1546F}" dt="2024-09-24T11:42:13.783" v="1" actId="2696"/>
        <pc:sldMkLst>
          <pc:docMk/>
          <pc:sldMk cId="3875404793" sldId="291"/>
        </pc:sldMkLst>
      </pc:sldChg>
      <pc:sldChg chg="del">
        <pc:chgData name="Emma Milne" userId="4a39f72de45081c2" providerId="LiveId" clId="{B1B7696F-6DDD-0F43-B1CC-16E80BD1546F}" dt="2024-09-24T11:42:13.783" v="1" actId="2696"/>
        <pc:sldMkLst>
          <pc:docMk/>
          <pc:sldMk cId="3050363853" sldId="292"/>
        </pc:sldMkLst>
      </pc:sldChg>
      <pc:sldMasterChg chg="addSp delSp modSp mod modSldLayout">
        <pc:chgData name="Emma Milne" userId="4a39f72de45081c2" providerId="LiveId" clId="{B1B7696F-6DDD-0F43-B1CC-16E80BD1546F}" dt="2024-09-24T12:06:29.929" v="540" actId="478"/>
        <pc:sldMasterMkLst>
          <pc:docMk/>
          <pc:sldMasterMk cId="713788537" sldId="2147483648"/>
        </pc:sldMasterMkLst>
        <pc:spChg chg="add del mod">
          <ac:chgData name="Emma Milne" userId="4a39f72de45081c2" providerId="LiveId" clId="{B1B7696F-6DDD-0F43-B1CC-16E80BD1546F}" dt="2024-09-24T11:55:27.349" v="202" actId="108"/>
          <ac:spMkLst>
            <pc:docMk/>
            <pc:sldMasterMk cId="713788537" sldId="2147483648"/>
            <ac:spMk id="2" creationId="{00000000-0000-0000-0000-000000000000}"/>
          </ac:spMkLst>
        </pc:spChg>
        <pc:spChg chg="add del mod">
          <ac:chgData name="Emma Milne" userId="4a39f72de45081c2" providerId="LiveId" clId="{B1B7696F-6DDD-0F43-B1CC-16E80BD1546F}" dt="2024-09-24T11:54:50.028" v="201" actId="12"/>
          <ac:spMkLst>
            <pc:docMk/>
            <pc:sldMasterMk cId="713788537" sldId="2147483648"/>
            <ac:spMk id="3" creationId="{00000000-0000-0000-0000-000000000000}"/>
          </ac:spMkLst>
        </pc:spChg>
        <pc:spChg chg="add del">
          <ac:chgData name="Emma Milne" userId="4a39f72de45081c2" providerId="LiveId" clId="{B1B7696F-6DDD-0F43-B1CC-16E80BD1546F}" dt="2024-09-24T11:52:45.176" v="163" actId="478"/>
          <ac:spMkLst>
            <pc:docMk/>
            <pc:sldMasterMk cId="713788537" sldId="2147483648"/>
            <ac:spMk id="4" creationId="{00000000-0000-0000-0000-000000000000}"/>
          </ac:spMkLst>
        </pc:spChg>
        <pc:spChg chg="add del">
          <ac:chgData name="Emma Milne" userId="4a39f72de45081c2" providerId="LiveId" clId="{B1B7696F-6DDD-0F43-B1CC-16E80BD1546F}" dt="2024-09-24T11:52:46.507" v="164" actId="478"/>
          <ac:spMkLst>
            <pc:docMk/>
            <pc:sldMasterMk cId="713788537" sldId="2147483648"/>
            <ac:spMk id="5" creationId="{00000000-0000-0000-0000-000000000000}"/>
          </ac:spMkLst>
        </pc:spChg>
        <pc:spChg chg="add del">
          <ac:chgData name="Emma Milne" userId="4a39f72de45081c2" providerId="LiveId" clId="{B1B7696F-6DDD-0F43-B1CC-16E80BD1546F}" dt="2024-09-24T11:52:47.389" v="165" actId="478"/>
          <ac:spMkLst>
            <pc:docMk/>
            <pc:sldMasterMk cId="713788537" sldId="2147483648"/>
            <ac:spMk id="6" creationId="{00000000-0000-0000-0000-000000000000}"/>
          </ac:spMkLst>
        </pc:spChg>
        <pc:spChg chg="add mod">
          <ac:chgData name="Emma Milne" userId="4a39f72de45081c2" providerId="LiveId" clId="{B1B7696F-6DDD-0F43-B1CC-16E80BD1546F}" dt="2024-09-24T11:48:28.136" v="104"/>
          <ac:spMkLst>
            <pc:docMk/>
            <pc:sldMasterMk cId="713788537" sldId="2147483648"/>
            <ac:spMk id="7" creationId="{AC1A4C06-B693-4ABA-B8ED-403B1CE92502}"/>
          </ac:spMkLst>
        </pc:spChg>
        <pc:spChg chg="add mod">
          <ac:chgData name="Emma Milne" userId="4a39f72de45081c2" providerId="LiveId" clId="{B1B7696F-6DDD-0F43-B1CC-16E80BD1546F}" dt="2024-09-24T11:48:24.021" v="98"/>
          <ac:spMkLst>
            <pc:docMk/>
            <pc:sldMasterMk cId="713788537" sldId="2147483648"/>
            <ac:spMk id="8" creationId="{8616C1A9-4A9D-3DE9-6AEC-8E9DC69B37A1}"/>
          </ac:spMkLst>
        </pc:spChg>
        <pc:picChg chg="add mod">
          <ac:chgData name="Emma Milne" userId="4a39f72de45081c2" providerId="LiveId" clId="{B1B7696F-6DDD-0F43-B1CC-16E80BD1546F}" dt="2024-09-24T11:47:30.739" v="95"/>
          <ac:picMkLst>
            <pc:docMk/>
            <pc:sldMasterMk cId="713788537" sldId="2147483648"/>
            <ac:picMk id="9" creationId="{1CBC8DBA-C918-888C-E56E-C961CFF9583B}"/>
          </ac:picMkLst>
        </pc:picChg>
        <pc:sldLayoutChg chg="addSp delSp modSp mod">
          <pc:chgData name="Emma Milne" userId="4a39f72de45081c2" providerId="LiveId" clId="{B1B7696F-6DDD-0F43-B1CC-16E80BD1546F}" dt="2024-09-24T12:06:29.929" v="540" actId="478"/>
          <pc:sldLayoutMkLst>
            <pc:docMk/>
            <pc:sldMasterMk cId="713788537" sldId="2147483648"/>
            <pc:sldLayoutMk cId="1449196509" sldId="2147483652"/>
          </pc:sldLayoutMkLst>
          <pc:spChg chg="mod">
            <ac:chgData name="Emma Milne" userId="4a39f72de45081c2" providerId="LiveId" clId="{B1B7696F-6DDD-0F43-B1CC-16E80BD1546F}" dt="2024-09-24T11:49:02.528" v="106" actId="1076"/>
            <ac:spMkLst>
              <pc:docMk/>
              <pc:sldMasterMk cId="713788537" sldId="2147483648"/>
              <pc:sldLayoutMk cId="1449196509" sldId="2147483652"/>
              <ac:spMk id="2" creationId="{00000000-0000-0000-0000-000000000000}"/>
            </ac:spMkLst>
          </pc:spChg>
          <pc:spChg chg="mod">
            <ac:chgData name="Emma Milne" userId="4a39f72de45081c2" providerId="LiveId" clId="{B1B7696F-6DDD-0F43-B1CC-16E80BD1546F}" dt="2024-09-24T12:06:26.131" v="539" actId="14100"/>
            <ac:spMkLst>
              <pc:docMk/>
              <pc:sldMasterMk cId="713788537" sldId="2147483648"/>
              <pc:sldLayoutMk cId="1449196509" sldId="2147483652"/>
              <ac:spMk id="4" creationId="{00000000-0000-0000-0000-000000000000}"/>
            </ac:spMkLst>
          </pc:spChg>
          <pc:spChg chg="add del mod">
            <ac:chgData name="Emma Milne" userId="4a39f72de45081c2" providerId="LiveId" clId="{B1B7696F-6DDD-0F43-B1CC-16E80BD1546F}" dt="2024-09-24T12:06:29.929" v="540" actId="478"/>
            <ac:spMkLst>
              <pc:docMk/>
              <pc:sldMasterMk cId="713788537" sldId="2147483648"/>
              <pc:sldLayoutMk cId="1449196509" sldId="2147483652"/>
              <ac:spMk id="5" creationId="{2D6118E5-6F14-D1FB-E855-59ED88D72361}"/>
            </ac:spMkLst>
          </pc:spChg>
          <pc:picChg chg="add mod">
            <ac:chgData name="Emma Milne" userId="4a39f72de45081c2" providerId="LiveId" clId="{B1B7696F-6DDD-0F43-B1CC-16E80BD1546F}" dt="2024-09-24T11:43:53.667" v="29" actId="1076"/>
            <ac:picMkLst>
              <pc:docMk/>
              <pc:sldMasterMk cId="713788537" sldId="2147483648"/>
              <pc:sldLayoutMk cId="1449196509" sldId="2147483652"/>
              <ac:picMk id="3" creationId="{73DFC01F-CFF2-0DDA-B477-1BCE3C32C064}"/>
            </ac:picMkLst>
          </pc:picChg>
          <pc:picChg chg="del">
            <ac:chgData name="Emma Milne" userId="4a39f72de45081c2" providerId="LiveId" clId="{B1B7696F-6DDD-0F43-B1CC-16E80BD1546F}" dt="2024-09-24T11:43:46.721" v="27" actId="478"/>
            <ac:picMkLst>
              <pc:docMk/>
              <pc:sldMasterMk cId="713788537" sldId="2147483648"/>
              <pc:sldLayoutMk cId="1449196509" sldId="2147483652"/>
              <ac:picMk id="7" creationId="{00000000-0000-0000-0000-000000000000}"/>
            </ac:picMkLst>
          </pc:picChg>
        </pc:sldLayoutChg>
        <pc:sldLayoutChg chg="addSp delSp modSp mod">
          <pc:chgData name="Emma Milne" userId="4a39f72de45081c2" providerId="LiveId" clId="{B1B7696F-6DDD-0F43-B1CC-16E80BD1546F}" dt="2024-09-24T11:54:21.582" v="196" actId="122"/>
          <pc:sldLayoutMkLst>
            <pc:docMk/>
            <pc:sldMasterMk cId="713788537" sldId="2147483648"/>
            <pc:sldLayoutMk cId="3032838578" sldId="2147483653"/>
          </pc:sldLayoutMkLst>
          <pc:spChg chg="mod">
            <ac:chgData name="Emma Milne" userId="4a39f72de45081c2" providerId="LiveId" clId="{B1B7696F-6DDD-0F43-B1CC-16E80BD1546F}" dt="2024-09-24T11:54:21.582" v="196" actId="122"/>
            <ac:spMkLst>
              <pc:docMk/>
              <pc:sldMasterMk cId="713788537" sldId="2147483648"/>
              <pc:sldLayoutMk cId="3032838578" sldId="2147483653"/>
              <ac:spMk id="2" creationId="{00000000-0000-0000-0000-000000000000}"/>
            </ac:spMkLst>
          </pc:spChg>
          <pc:spChg chg="mod">
            <ac:chgData name="Emma Milne" userId="4a39f72de45081c2" providerId="LiveId" clId="{B1B7696F-6DDD-0F43-B1CC-16E80BD1546F}" dt="2024-09-24T11:53:10.476" v="170" actId="242"/>
            <ac:spMkLst>
              <pc:docMk/>
              <pc:sldMasterMk cId="713788537" sldId="2147483648"/>
              <pc:sldLayoutMk cId="3032838578" sldId="2147483653"/>
              <ac:spMk id="3" creationId="{00000000-0000-0000-0000-000000000000}"/>
            </ac:spMkLst>
          </pc:spChg>
          <pc:picChg chg="add mod">
            <ac:chgData name="Emma Milne" userId="4a39f72de45081c2" providerId="LiveId" clId="{B1B7696F-6DDD-0F43-B1CC-16E80BD1546F}" dt="2024-09-24T11:43:17.817" v="16" actId="1076"/>
            <ac:picMkLst>
              <pc:docMk/>
              <pc:sldMasterMk cId="713788537" sldId="2147483648"/>
              <pc:sldLayoutMk cId="3032838578" sldId="2147483653"/>
              <ac:picMk id="5" creationId="{F5BEC502-5565-F0E1-3C95-602230A5A0B7}"/>
            </ac:picMkLst>
          </pc:picChg>
          <pc:picChg chg="del mod">
            <ac:chgData name="Emma Milne" userId="4a39f72de45081c2" providerId="LiveId" clId="{B1B7696F-6DDD-0F43-B1CC-16E80BD1546F}" dt="2024-09-24T11:43:04.795" v="13" actId="478"/>
            <ac:picMkLst>
              <pc:docMk/>
              <pc:sldMasterMk cId="713788537" sldId="2147483648"/>
              <pc:sldLayoutMk cId="3032838578" sldId="2147483653"/>
              <ac:picMk id="12" creationId="{00000000-0000-0000-0000-000000000000}"/>
            </ac:picMkLst>
          </pc:picChg>
        </pc:sldLayoutChg>
        <pc:sldLayoutChg chg="addSp delSp modSp mod">
          <pc:chgData name="Emma Milne" userId="4a39f72de45081c2" providerId="LiveId" clId="{B1B7696F-6DDD-0F43-B1CC-16E80BD1546F}" dt="2024-09-24T11:56:17.271" v="247"/>
          <pc:sldLayoutMkLst>
            <pc:docMk/>
            <pc:sldMasterMk cId="713788537" sldId="2147483648"/>
            <pc:sldLayoutMk cId="602078584" sldId="2147483654"/>
          </pc:sldLayoutMkLst>
          <pc:spChg chg="del">
            <ac:chgData name="Emma Milne" userId="4a39f72de45081c2" providerId="LiveId" clId="{B1B7696F-6DDD-0F43-B1CC-16E80BD1546F}" dt="2024-09-24T11:53:14.477" v="171" actId="478"/>
            <ac:spMkLst>
              <pc:docMk/>
              <pc:sldMasterMk cId="713788537" sldId="2147483648"/>
              <pc:sldLayoutMk cId="602078584" sldId="2147483654"/>
              <ac:spMk id="2" creationId="{00000000-0000-0000-0000-000000000000}"/>
            </ac:spMkLst>
          </pc:spChg>
          <pc:spChg chg="del">
            <ac:chgData name="Emma Milne" userId="4a39f72de45081c2" providerId="LiveId" clId="{B1B7696F-6DDD-0F43-B1CC-16E80BD1546F}" dt="2024-09-24T11:56:17" v="246" actId="478"/>
            <ac:spMkLst>
              <pc:docMk/>
              <pc:sldMasterMk cId="713788537" sldId="2147483648"/>
              <pc:sldLayoutMk cId="602078584" sldId="2147483654"/>
              <ac:spMk id="3" creationId="{00000000-0000-0000-0000-000000000000}"/>
            </ac:spMkLst>
          </pc:spChg>
          <pc:spChg chg="add mod">
            <ac:chgData name="Emma Milne" userId="4a39f72de45081c2" providerId="LiveId" clId="{B1B7696F-6DDD-0F43-B1CC-16E80BD1546F}" dt="2024-09-24T11:54:23.646" v="197" actId="122"/>
            <ac:spMkLst>
              <pc:docMk/>
              <pc:sldMasterMk cId="713788537" sldId="2147483648"/>
              <pc:sldLayoutMk cId="602078584" sldId="2147483654"/>
              <ac:spMk id="6" creationId="{119A59A8-15C2-09E7-24D4-1C1E20BB92CD}"/>
            </ac:spMkLst>
          </pc:spChg>
          <pc:spChg chg="add mod">
            <ac:chgData name="Emma Milne" userId="4a39f72de45081c2" providerId="LiveId" clId="{B1B7696F-6DDD-0F43-B1CC-16E80BD1546F}" dt="2024-09-24T11:56:17.271" v="247"/>
            <ac:spMkLst>
              <pc:docMk/>
              <pc:sldMasterMk cId="713788537" sldId="2147483648"/>
              <pc:sldLayoutMk cId="602078584" sldId="2147483654"/>
              <ac:spMk id="7" creationId="{47163384-453E-DB67-EBB2-242AC18CC2F5}"/>
            </ac:spMkLst>
          </pc:spChg>
          <pc:picChg chg="mod">
            <ac:chgData name="Emma Milne" userId="4a39f72de45081c2" providerId="LiveId" clId="{B1B7696F-6DDD-0F43-B1CC-16E80BD1546F}" dt="2024-09-24T11:56:14.729" v="245" actId="1076"/>
            <ac:picMkLst>
              <pc:docMk/>
              <pc:sldMasterMk cId="713788537" sldId="2147483648"/>
              <pc:sldLayoutMk cId="602078584" sldId="2147483654"/>
              <ac:picMk id="4" creationId="{00000000-0000-0000-0000-000000000000}"/>
            </ac:picMkLst>
          </pc:picChg>
          <pc:picChg chg="add mod">
            <ac:chgData name="Emma Milne" userId="4a39f72de45081c2" providerId="LiveId" clId="{B1B7696F-6DDD-0F43-B1CC-16E80BD1546F}" dt="2024-09-24T11:43:26.332" v="18"/>
            <ac:picMkLst>
              <pc:docMk/>
              <pc:sldMasterMk cId="713788537" sldId="2147483648"/>
              <pc:sldLayoutMk cId="602078584" sldId="2147483654"/>
              <ac:picMk id="5" creationId="{3F83FA74-DE85-8271-7C1E-9386351D7EE1}"/>
            </ac:picMkLst>
          </pc:picChg>
          <pc:picChg chg="del">
            <ac:chgData name="Emma Milne" userId="4a39f72de45081c2" providerId="LiveId" clId="{B1B7696F-6DDD-0F43-B1CC-16E80BD1546F}" dt="2024-09-24T11:43:25.978" v="17" actId="478"/>
            <ac:picMkLst>
              <pc:docMk/>
              <pc:sldMasterMk cId="713788537" sldId="2147483648"/>
              <pc:sldLayoutMk cId="602078584" sldId="2147483654"/>
              <ac:picMk id="18" creationId="{00000000-0000-0000-0000-000000000000}"/>
            </ac:picMkLst>
          </pc:picChg>
        </pc:sldLayoutChg>
        <pc:sldLayoutChg chg="addSp delSp modSp mod">
          <pc:chgData name="Emma Milne" userId="4a39f72de45081c2" providerId="LiveId" clId="{B1B7696F-6DDD-0F43-B1CC-16E80BD1546F}" dt="2024-09-24T11:56:19.834" v="249"/>
          <pc:sldLayoutMkLst>
            <pc:docMk/>
            <pc:sldMasterMk cId="713788537" sldId="2147483648"/>
            <pc:sldLayoutMk cId="2568941733" sldId="2147483655"/>
          </pc:sldLayoutMkLst>
          <pc:spChg chg="del">
            <ac:chgData name="Emma Milne" userId="4a39f72de45081c2" providerId="LiveId" clId="{B1B7696F-6DDD-0F43-B1CC-16E80BD1546F}" dt="2024-09-24T11:53:17.906" v="173" actId="478"/>
            <ac:spMkLst>
              <pc:docMk/>
              <pc:sldMasterMk cId="713788537" sldId="2147483648"/>
              <pc:sldLayoutMk cId="2568941733" sldId="2147483655"/>
              <ac:spMk id="2" creationId="{00000000-0000-0000-0000-000000000000}"/>
            </ac:spMkLst>
          </pc:spChg>
          <pc:spChg chg="del">
            <ac:chgData name="Emma Milne" userId="4a39f72de45081c2" providerId="LiveId" clId="{B1B7696F-6DDD-0F43-B1CC-16E80BD1546F}" dt="2024-09-24T11:56:19.584" v="248" actId="478"/>
            <ac:spMkLst>
              <pc:docMk/>
              <pc:sldMasterMk cId="713788537" sldId="2147483648"/>
              <pc:sldLayoutMk cId="2568941733" sldId="2147483655"/>
              <ac:spMk id="3" creationId="{00000000-0000-0000-0000-000000000000}"/>
            </ac:spMkLst>
          </pc:spChg>
          <pc:spChg chg="add mod">
            <ac:chgData name="Emma Milne" userId="4a39f72de45081c2" providerId="LiveId" clId="{B1B7696F-6DDD-0F43-B1CC-16E80BD1546F}" dt="2024-09-24T11:54:25.814" v="198" actId="122"/>
            <ac:spMkLst>
              <pc:docMk/>
              <pc:sldMasterMk cId="713788537" sldId="2147483648"/>
              <pc:sldLayoutMk cId="2568941733" sldId="2147483655"/>
              <ac:spMk id="6" creationId="{70AC9268-4297-7709-ABB4-ED539B193C4D}"/>
            </ac:spMkLst>
          </pc:spChg>
          <pc:spChg chg="add mod">
            <ac:chgData name="Emma Milne" userId="4a39f72de45081c2" providerId="LiveId" clId="{B1B7696F-6DDD-0F43-B1CC-16E80BD1546F}" dt="2024-09-24T11:56:19.834" v="249"/>
            <ac:spMkLst>
              <pc:docMk/>
              <pc:sldMasterMk cId="713788537" sldId="2147483648"/>
              <pc:sldLayoutMk cId="2568941733" sldId="2147483655"/>
              <ac:spMk id="7" creationId="{42F41C18-6F8D-982E-7344-7BEADBE7F0B1}"/>
            </ac:spMkLst>
          </pc:spChg>
          <pc:picChg chg="add mod">
            <ac:chgData name="Emma Milne" userId="4a39f72de45081c2" providerId="LiveId" clId="{B1B7696F-6DDD-0F43-B1CC-16E80BD1546F}" dt="2024-09-24T11:43:29.625" v="20"/>
            <ac:picMkLst>
              <pc:docMk/>
              <pc:sldMasterMk cId="713788537" sldId="2147483648"/>
              <pc:sldLayoutMk cId="2568941733" sldId="2147483655"/>
              <ac:picMk id="5" creationId="{23B3A82C-430A-088C-3A30-BDF0AE675860}"/>
            </ac:picMkLst>
          </pc:picChg>
          <pc:picChg chg="del">
            <ac:chgData name="Emma Milne" userId="4a39f72de45081c2" providerId="LiveId" clId="{B1B7696F-6DDD-0F43-B1CC-16E80BD1546F}" dt="2024-09-24T11:43:28.652" v="19" actId="478"/>
            <ac:picMkLst>
              <pc:docMk/>
              <pc:sldMasterMk cId="713788537" sldId="2147483648"/>
              <pc:sldLayoutMk cId="2568941733" sldId="2147483655"/>
              <ac:picMk id="17" creationId="{00000000-0000-0000-0000-000000000000}"/>
            </ac:picMkLst>
          </pc:picChg>
        </pc:sldLayoutChg>
        <pc:sldLayoutChg chg="addSp delSp modSp mod">
          <pc:chgData name="Emma Milne" userId="4a39f72de45081c2" providerId="LiveId" clId="{B1B7696F-6DDD-0F43-B1CC-16E80BD1546F}" dt="2024-09-24T11:56:22.350" v="251"/>
          <pc:sldLayoutMkLst>
            <pc:docMk/>
            <pc:sldMasterMk cId="713788537" sldId="2147483648"/>
            <pc:sldLayoutMk cId="1488312296" sldId="2147483656"/>
          </pc:sldLayoutMkLst>
          <pc:spChg chg="del mod">
            <ac:chgData name="Emma Milne" userId="4a39f72de45081c2" providerId="LiveId" clId="{B1B7696F-6DDD-0F43-B1CC-16E80BD1546F}" dt="2024-09-24T11:53:23.006" v="176" actId="478"/>
            <ac:spMkLst>
              <pc:docMk/>
              <pc:sldMasterMk cId="713788537" sldId="2147483648"/>
              <pc:sldLayoutMk cId="1488312296" sldId="2147483656"/>
              <ac:spMk id="2" creationId="{00000000-0000-0000-0000-000000000000}"/>
            </ac:spMkLst>
          </pc:spChg>
          <pc:spChg chg="del">
            <ac:chgData name="Emma Milne" userId="4a39f72de45081c2" providerId="LiveId" clId="{B1B7696F-6DDD-0F43-B1CC-16E80BD1546F}" dt="2024-09-24T11:56:22.104" v="250" actId="478"/>
            <ac:spMkLst>
              <pc:docMk/>
              <pc:sldMasterMk cId="713788537" sldId="2147483648"/>
              <pc:sldLayoutMk cId="1488312296" sldId="2147483656"/>
              <ac:spMk id="3" creationId="{00000000-0000-0000-0000-000000000000}"/>
            </ac:spMkLst>
          </pc:spChg>
          <pc:spChg chg="add mod">
            <ac:chgData name="Emma Milne" userId="4a39f72de45081c2" providerId="LiveId" clId="{B1B7696F-6DDD-0F43-B1CC-16E80BD1546F}" dt="2024-09-24T11:54:29.598" v="199" actId="122"/>
            <ac:spMkLst>
              <pc:docMk/>
              <pc:sldMasterMk cId="713788537" sldId="2147483648"/>
              <pc:sldLayoutMk cId="1488312296" sldId="2147483656"/>
              <ac:spMk id="6" creationId="{2E539EC0-AD59-684D-E1D4-504CA6FACB40}"/>
            </ac:spMkLst>
          </pc:spChg>
          <pc:spChg chg="add mod">
            <ac:chgData name="Emma Milne" userId="4a39f72de45081c2" providerId="LiveId" clId="{B1B7696F-6DDD-0F43-B1CC-16E80BD1546F}" dt="2024-09-24T11:56:22.350" v="251"/>
            <ac:spMkLst>
              <pc:docMk/>
              <pc:sldMasterMk cId="713788537" sldId="2147483648"/>
              <pc:sldLayoutMk cId="1488312296" sldId="2147483656"/>
              <ac:spMk id="7" creationId="{4E9DB416-5463-07A6-2B43-B3734665E527}"/>
            </ac:spMkLst>
          </pc:spChg>
          <pc:picChg chg="add mod">
            <ac:chgData name="Emma Milne" userId="4a39f72de45081c2" providerId="LiveId" clId="{B1B7696F-6DDD-0F43-B1CC-16E80BD1546F}" dt="2024-09-24T11:43:32.998" v="22"/>
            <ac:picMkLst>
              <pc:docMk/>
              <pc:sldMasterMk cId="713788537" sldId="2147483648"/>
              <pc:sldLayoutMk cId="1488312296" sldId="2147483656"/>
              <ac:picMk id="4" creationId="{2DC25D9F-7D13-98A6-558A-EA5ECCD56FA8}"/>
            </ac:picMkLst>
          </pc:picChg>
          <pc:picChg chg="del">
            <ac:chgData name="Emma Milne" userId="4a39f72de45081c2" providerId="LiveId" clId="{B1B7696F-6DDD-0F43-B1CC-16E80BD1546F}" dt="2024-09-24T11:43:32.389" v="21" actId="478"/>
            <ac:picMkLst>
              <pc:docMk/>
              <pc:sldMasterMk cId="713788537" sldId="2147483648"/>
              <pc:sldLayoutMk cId="1488312296" sldId="2147483656"/>
              <ac:picMk id="16" creationId="{00000000-0000-0000-0000-000000000000}"/>
            </ac:picMkLst>
          </pc:picChg>
        </pc:sldLayoutChg>
        <pc:sldLayoutChg chg="addSp delSp modSp mod">
          <pc:chgData name="Emma Milne" userId="4a39f72de45081c2" providerId="LiveId" clId="{B1B7696F-6DDD-0F43-B1CC-16E80BD1546F}" dt="2024-09-24T11:56:25.073" v="253"/>
          <pc:sldLayoutMkLst>
            <pc:docMk/>
            <pc:sldMasterMk cId="713788537" sldId="2147483648"/>
            <pc:sldLayoutMk cId="2247780353" sldId="2147483657"/>
          </pc:sldLayoutMkLst>
          <pc:spChg chg="del">
            <ac:chgData name="Emma Milne" userId="4a39f72de45081c2" providerId="LiveId" clId="{B1B7696F-6DDD-0F43-B1CC-16E80BD1546F}" dt="2024-09-24T11:53:26.712" v="178" actId="478"/>
            <ac:spMkLst>
              <pc:docMk/>
              <pc:sldMasterMk cId="713788537" sldId="2147483648"/>
              <pc:sldLayoutMk cId="2247780353" sldId="2147483657"/>
              <ac:spMk id="2" creationId="{00000000-0000-0000-0000-000000000000}"/>
            </ac:spMkLst>
          </pc:spChg>
          <pc:spChg chg="del">
            <ac:chgData name="Emma Milne" userId="4a39f72de45081c2" providerId="LiveId" clId="{B1B7696F-6DDD-0F43-B1CC-16E80BD1546F}" dt="2024-09-24T11:56:24.782" v="252" actId="478"/>
            <ac:spMkLst>
              <pc:docMk/>
              <pc:sldMasterMk cId="713788537" sldId="2147483648"/>
              <pc:sldLayoutMk cId="2247780353" sldId="2147483657"/>
              <ac:spMk id="3" creationId="{00000000-0000-0000-0000-000000000000}"/>
            </ac:spMkLst>
          </pc:spChg>
          <pc:spChg chg="add mod">
            <ac:chgData name="Emma Milne" userId="4a39f72de45081c2" providerId="LiveId" clId="{B1B7696F-6DDD-0F43-B1CC-16E80BD1546F}" dt="2024-09-24T11:54:32.148" v="200" actId="122"/>
            <ac:spMkLst>
              <pc:docMk/>
              <pc:sldMasterMk cId="713788537" sldId="2147483648"/>
              <pc:sldLayoutMk cId="2247780353" sldId="2147483657"/>
              <ac:spMk id="6" creationId="{0FD7B1E3-CA8E-AD39-8755-93CE0B128401}"/>
            </ac:spMkLst>
          </pc:spChg>
          <pc:spChg chg="add mod">
            <ac:chgData name="Emma Milne" userId="4a39f72de45081c2" providerId="LiveId" clId="{B1B7696F-6DDD-0F43-B1CC-16E80BD1546F}" dt="2024-09-24T11:56:25.073" v="253"/>
            <ac:spMkLst>
              <pc:docMk/>
              <pc:sldMasterMk cId="713788537" sldId="2147483648"/>
              <pc:sldLayoutMk cId="2247780353" sldId="2147483657"/>
              <ac:spMk id="7" creationId="{1B23C0AC-0EC8-7F09-7B0D-9C7B5FA59390}"/>
            </ac:spMkLst>
          </pc:spChg>
          <pc:picChg chg="add mod">
            <ac:chgData name="Emma Milne" userId="4a39f72de45081c2" providerId="LiveId" clId="{B1B7696F-6DDD-0F43-B1CC-16E80BD1546F}" dt="2024-09-24T11:43:36.604" v="24"/>
            <ac:picMkLst>
              <pc:docMk/>
              <pc:sldMasterMk cId="713788537" sldId="2147483648"/>
              <pc:sldLayoutMk cId="2247780353" sldId="2147483657"/>
              <ac:picMk id="5" creationId="{0C0E696D-949B-4D00-8723-391FD806DEE1}"/>
            </ac:picMkLst>
          </pc:picChg>
          <pc:picChg chg="del">
            <ac:chgData name="Emma Milne" userId="4a39f72de45081c2" providerId="LiveId" clId="{B1B7696F-6DDD-0F43-B1CC-16E80BD1546F}" dt="2024-09-24T11:43:35.786" v="23" actId="478"/>
            <ac:picMkLst>
              <pc:docMk/>
              <pc:sldMasterMk cId="713788537" sldId="2147483648"/>
              <pc:sldLayoutMk cId="2247780353" sldId="2147483657"/>
              <ac:picMk id="14" creationId="{00000000-0000-0000-0000-000000000000}"/>
            </ac:picMkLst>
          </pc:picChg>
        </pc:sldLayoutChg>
        <pc:sldLayoutChg chg="addSp delSp modSp mod">
          <pc:chgData name="Emma Milne" userId="4a39f72de45081c2" providerId="LiveId" clId="{B1B7696F-6DDD-0F43-B1CC-16E80BD1546F}" dt="2024-09-24T11:47:00.148" v="87"/>
          <pc:sldLayoutMkLst>
            <pc:docMk/>
            <pc:sldMasterMk cId="713788537" sldId="2147483648"/>
            <pc:sldLayoutMk cId="2946740732" sldId="2147483658"/>
          </pc:sldLayoutMkLst>
          <pc:picChg chg="add mod">
            <ac:chgData name="Emma Milne" userId="4a39f72de45081c2" providerId="LiveId" clId="{B1B7696F-6DDD-0F43-B1CC-16E80BD1546F}" dt="2024-09-24T11:47:00.148" v="87"/>
            <ac:picMkLst>
              <pc:docMk/>
              <pc:sldMasterMk cId="713788537" sldId="2147483648"/>
              <pc:sldLayoutMk cId="2946740732" sldId="2147483658"/>
              <ac:picMk id="2" creationId="{4F352945-9AE0-8E4E-F4BB-6173CDC2D3BB}"/>
            </ac:picMkLst>
          </pc:picChg>
          <pc:picChg chg="del">
            <ac:chgData name="Emma Milne" userId="4a39f72de45081c2" providerId="LiveId" clId="{B1B7696F-6DDD-0F43-B1CC-16E80BD1546F}" dt="2024-09-24T11:46:59.869" v="86" actId="478"/>
            <ac:picMkLst>
              <pc:docMk/>
              <pc:sldMasterMk cId="713788537" sldId="2147483648"/>
              <pc:sldLayoutMk cId="2946740732" sldId="2147483658"/>
              <ac:picMk id="11" creationId="{00000000-0000-0000-0000-000000000000}"/>
            </ac:picMkLst>
          </pc:picChg>
        </pc:sldLayoutChg>
        <pc:sldLayoutChg chg="addSp delSp modSp mod">
          <pc:chgData name="Emma Milne" userId="4a39f72de45081c2" providerId="LiveId" clId="{B1B7696F-6DDD-0F43-B1CC-16E80BD1546F}" dt="2024-09-24T12:06:08.244" v="536" actId="478"/>
          <pc:sldLayoutMkLst>
            <pc:docMk/>
            <pc:sldMasterMk cId="713788537" sldId="2147483648"/>
            <pc:sldLayoutMk cId="2770916380" sldId="2147483659"/>
          </pc:sldLayoutMkLst>
          <pc:spChg chg="del">
            <ac:chgData name="Emma Milne" userId="4a39f72de45081c2" providerId="LiveId" clId="{B1B7696F-6DDD-0F43-B1CC-16E80BD1546F}" dt="2024-09-24T11:45:22.600" v="51" actId="478"/>
            <ac:spMkLst>
              <pc:docMk/>
              <pc:sldMasterMk cId="713788537" sldId="2147483648"/>
              <pc:sldLayoutMk cId="2770916380" sldId="2147483659"/>
              <ac:spMk id="2" creationId="{00000000-0000-0000-0000-000000000000}"/>
            </ac:spMkLst>
          </pc:spChg>
          <pc:spChg chg="add del mod">
            <ac:chgData name="Emma Milne" userId="4a39f72de45081c2" providerId="LiveId" clId="{B1B7696F-6DDD-0F43-B1CC-16E80BD1546F}" dt="2024-09-24T12:06:08.244" v="536" actId="478"/>
            <ac:spMkLst>
              <pc:docMk/>
              <pc:sldMasterMk cId="713788537" sldId="2147483648"/>
              <pc:sldLayoutMk cId="2770916380" sldId="2147483659"/>
              <ac:spMk id="2" creationId="{37741175-774C-A7B8-F643-BD7DF419894D}"/>
            </ac:spMkLst>
          </pc:spChg>
          <pc:spChg chg="add del mod">
            <ac:chgData name="Emma Milne" userId="4a39f72de45081c2" providerId="LiveId" clId="{B1B7696F-6DDD-0F43-B1CC-16E80BD1546F}" dt="2024-09-24T11:49:27.900" v="111" actId="478"/>
            <ac:spMkLst>
              <pc:docMk/>
              <pc:sldMasterMk cId="713788537" sldId="2147483648"/>
              <pc:sldLayoutMk cId="2770916380" sldId="2147483659"/>
              <ac:spMk id="5" creationId="{BA96919B-6320-12CE-4E54-0BC50D826931}"/>
            </ac:spMkLst>
          </pc:spChg>
          <pc:spChg chg="add mod">
            <ac:chgData name="Emma Milne" userId="4a39f72de45081c2" providerId="LiveId" clId="{B1B7696F-6DDD-0F43-B1CC-16E80BD1546F}" dt="2024-09-24T11:49:24.926" v="110"/>
            <ac:spMkLst>
              <pc:docMk/>
              <pc:sldMasterMk cId="713788537" sldId="2147483648"/>
              <pc:sldLayoutMk cId="2770916380" sldId="2147483659"/>
              <ac:spMk id="6" creationId="{6E39888B-DB17-3C55-47F4-17FDB5735F65}"/>
            </ac:spMkLst>
          </pc:spChg>
          <pc:spChg chg="add mod">
            <ac:chgData name="Emma Milne" userId="4a39f72de45081c2" providerId="LiveId" clId="{B1B7696F-6DDD-0F43-B1CC-16E80BD1546F}" dt="2024-09-24T11:49:28.802" v="112"/>
            <ac:spMkLst>
              <pc:docMk/>
              <pc:sldMasterMk cId="713788537" sldId="2147483648"/>
              <pc:sldLayoutMk cId="2770916380" sldId="2147483659"/>
              <ac:spMk id="8" creationId="{10692A5F-90A0-00FC-AEBE-06A194FABC1F}"/>
            </ac:spMkLst>
          </pc:spChg>
          <pc:spChg chg="mod">
            <ac:chgData name="Emma Milne" userId="4a39f72de45081c2" providerId="LiveId" clId="{B1B7696F-6DDD-0F43-B1CC-16E80BD1546F}" dt="2024-09-24T12:05:30.229" v="529" actId="14100"/>
            <ac:spMkLst>
              <pc:docMk/>
              <pc:sldMasterMk cId="713788537" sldId="2147483648"/>
              <pc:sldLayoutMk cId="2770916380" sldId="2147483659"/>
              <ac:spMk id="10" creationId="{00000000-0000-0000-0000-000000000000}"/>
            </ac:spMkLst>
          </pc:spChg>
          <pc:spChg chg="mod">
            <ac:chgData name="Emma Milne" userId="4a39f72de45081c2" providerId="LiveId" clId="{B1B7696F-6DDD-0F43-B1CC-16E80BD1546F}" dt="2024-09-24T12:05:31.979" v="530" actId="14100"/>
            <ac:spMkLst>
              <pc:docMk/>
              <pc:sldMasterMk cId="713788537" sldId="2147483648"/>
              <pc:sldLayoutMk cId="2770916380" sldId="2147483659"/>
              <ac:spMk id="12" creationId="{00000000-0000-0000-0000-000000000000}"/>
            </ac:spMkLst>
          </pc:spChg>
          <pc:picChg chg="add del mod">
            <ac:chgData name="Emma Milne" userId="4a39f72de45081c2" providerId="LiveId" clId="{B1B7696F-6DDD-0F43-B1CC-16E80BD1546F}" dt="2024-09-24T11:45:04.527" v="44" actId="478"/>
            <ac:picMkLst>
              <pc:docMk/>
              <pc:sldMasterMk cId="713788537" sldId="2147483648"/>
              <pc:sldLayoutMk cId="2770916380" sldId="2147483659"/>
              <ac:picMk id="3" creationId="{AEB02008-53BC-F0CB-5B14-ADB717ECA85A}"/>
            </ac:picMkLst>
          </pc:picChg>
          <pc:picChg chg="add mod">
            <ac:chgData name="Emma Milne" userId="4a39f72de45081c2" providerId="LiveId" clId="{B1B7696F-6DDD-0F43-B1CC-16E80BD1546F}" dt="2024-09-24T11:45:07.587" v="45"/>
            <ac:picMkLst>
              <pc:docMk/>
              <pc:sldMasterMk cId="713788537" sldId="2147483648"/>
              <pc:sldLayoutMk cId="2770916380" sldId="2147483659"/>
              <ac:picMk id="4" creationId="{A8645453-13D3-880F-0905-60CAF886470A}"/>
            </ac:picMkLst>
          </pc:picChg>
          <pc:picChg chg="del">
            <ac:chgData name="Emma Milne" userId="4a39f72de45081c2" providerId="LiveId" clId="{B1B7696F-6DDD-0F43-B1CC-16E80BD1546F}" dt="2024-09-24T11:45:00.818" v="41" actId="478"/>
            <ac:picMkLst>
              <pc:docMk/>
              <pc:sldMasterMk cId="713788537" sldId="2147483648"/>
              <pc:sldLayoutMk cId="2770916380" sldId="2147483659"/>
              <ac:picMk id="7" creationId="{00000000-0000-0000-0000-000000000000}"/>
            </ac:picMkLst>
          </pc:picChg>
        </pc:sldLayoutChg>
        <pc:sldLayoutChg chg="addSp delSp modSp mod">
          <pc:chgData name="Emma Milne" userId="4a39f72de45081c2" providerId="LiveId" clId="{B1B7696F-6DDD-0F43-B1CC-16E80BD1546F}" dt="2024-09-24T11:46:52" v="85" actId="403"/>
          <pc:sldLayoutMkLst>
            <pc:docMk/>
            <pc:sldMasterMk cId="713788537" sldId="2147483648"/>
            <pc:sldLayoutMk cId="354770624" sldId="2147483660"/>
          </pc:sldLayoutMkLst>
          <pc:spChg chg="del">
            <ac:chgData name="Emma Milne" userId="4a39f72de45081c2" providerId="LiveId" clId="{B1B7696F-6DDD-0F43-B1CC-16E80BD1546F}" dt="2024-09-24T11:46:07.269" v="62" actId="478"/>
            <ac:spMkLst>
              <pc:docMk/>
              <pc:sldMasterMk cId="713788537" sldId="2147483648"/>
              <pc:sldLayoutMk cId="354770624" sldId="2147483660"/>
              <ac:spMk id="2" creationId="{00000000-0000-0000-0000-000000000000}"/>
            </ac:spMkLst>
          </pc:spChg>
          <pc:spChg chg="add mod">
            <ac:chgData name="Emma Milne" userId="4a39f72de45081c2" providerId="LiveId" clId="{B1B7696F-6DDD-0F43-B1CC-16E80BD1546F}" dt="2024-09-24T11:46:07.637" v="63"/>
            <ac:spMkLst>
              <pc:docMk/>
              <pc:sldMasterMk cId="713788537" sldId="2147483648"/>
              <pc:sldLayoutMk cId="354770624" sldId="2147483660"/>
              <ac:spMk id="4" creationId="{FE003AAB-4C59-BE99-437B-40936FE2FC89}"/>
            </ac:spMkLst>
          </pc:spChg>
          <pc:spChg chg="mod">
            <ac:chgData name="Emma Milne" userId="4a39f72de45081c2" providerId="LiveId" clId="{B1B7696F-6DDD-0F43-B1CC-16E80BD1546F}" dt="2024-09-24T11:46:39.168" v="76" actId="403"/>
            <ac:spMkLst>
              <pc:docMk/>
              <pc:sldMasterMk cId="713788537" sldId="2147483648"/>
              <pc:sldLayoutMk cId="354770624" sldId="2147483660"/>
              <ac:spMk id="12" creationId="{00000000-0000-0000-0000-000000000000}"/>
            </ac:spMkLst>
          </pc:spChg>
          <pc:spChg chg="mod">
            <ac:chgData name="Emma Milne" userId="4a39f72de45081c2" providerId="LiveId" clId="{B1B7696F-6DDD-0F43-B1CC-16E80BD1546F}" dt="2024-09-24T11:46:45.049" v="81" actId="403"/>
            <ac:spMkLst>
              <pc:docMk/>
              <pc:sldMasterMk cId="713788537" sldId="2147483648"/>
              <pc:sldLayoutMk cId="354770624" sldId="2147483660"/>
              <ac:spMk id="14" creationId="{00000000-0000-0000-0000-000000000000}"/>
            </ac:spMkLst>
          </pc:spChg>
          <pc:spChg chg="mod">
            <ac:chgData name="Emma Milne" userId="4a39f72de45081c2" providerId="LiveId" clId="{B1B7696F-6DDD-0F43-B1CC-16E80BD1546F}" dt="2024-09-24T11:46:52" v="85" actId="403"/>
            <ac:spMkLst>
              <pc:docMk/>
              <pc:sldMasterMk cId="713788537" sldId="2147483648"/>
              <pc:sldLayoutMk cId="354770624" sldId="2147483660"/>
              <ac:spMk id="15" creationId="{00000000-0000-0000-0000-000000000000}"/>
            </ac:spMkLst>
          </pc:spChg>
          <pc:picChg chg="add mod">
            <ac:chgData name="Emma Milne" userId="4a39f72de45081c2" providerId="LiveId" clId="{B1B7696F-6DDD-0F43-B1CC-16E80BD1546F}" dt="2024-09-24T11:45:10.596" v="47"/>
            <ac:picMkLst>
              <pc:docMk/>
              <pc:sldMasterMk cId="713788537" sldId="2147483648"/>
              <pc:sldLayoutMk cId="354770624" sldId="2147483660"/>
              <ac:picMk id="3" creationId="{DE447622-2BCC-BD28-3DE6-63C6E9F5494A}"/>
            </ac:picMkLst>
          </pc:picChg>
          <pc:picChg chg="del">
            <ac:chgData name="Emma Milne" userId="4a39f72de45081c2" providerId="LiveId" clId="{B1B7696F-6DDD-0F43-B1CC-16E80BD1546F}" dt="2024-09-24T11:45:09.625" v="46" actId="478"/>
            <ac:picMkLst>
              <pc:docMk/>
              <pc:sldMasterMk cId="713788537" sldId="2147483648"/>
              <pc:sldLayoutMk cId="354770624" sldId="2147483660"/>
              <ac:picMk id="7" creationId="{00000000-0000-0000-0000-000000000000}"/>
            </ac:picMkLst>
          </pc:picChg>
        </pc:sldLayoutChg>
      </pc:sldMasterChg>
      <pc:sldMasterChg chg="new del mod addSldLayout delSldLayout">
        <pc:chgData name="Emma Milne" userId="4a39f72de45081c2" providerId="LiveId" clId="{B1B7696F-6DDD-0F43-B1CC-16E80BD1546F}" dt="2024-09-24T11:48:04.527" v="97" actId="6938"/>
        <pc:sldMasterMkLst>
          <pc:docMk/>
          <pc:sldMasterMk cId="322994807" sldId="2147483661"/>
        </pc:sldMasterMkLst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1458390779" sldId="2147483662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4173326541" sldId="2147483663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2728670214" sldId="2147483664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1359815922" sldId="2147483665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3101934831" sldId="2147483666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3212202710" sldId="2147483667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2992393306" sldId="2147483668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181548688" sldId="2147483669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4113382547" sldId="2147483670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1831355259" sldId="2147483671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2735466854" sldId="2147483672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5ACD56-CA7D-3A42-9B42-9FD56464B91C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38D3B8-2EC2-4F46-B8AF-ABD68D9214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774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3E1285-B1F6-4110-A297-68A8E96A1D15}" type="datetimeFigureOut">
              <a:rPr lang="en-GB" smtClean="0"/>
              <a:t>05/11/2024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229415-2948-4F06-8058-D7208C2CB6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6024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7754" y="1254162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85000"/>
              </a:lnSpc>
              <a:defRPr sz="2800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7754" y="2571749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rgbClr val="002A4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5" name="Picture 4" descr="A logo with text on it&#10;&#10;Description automatically generated">
            <a:extLst>
              <a:ext uri="{FF2B5EF4-FFF2-40B4-BE49-F238E27FC236}">
                <a16:creationId xmlns:a16="http://schemas.microsoft.com/office/drawing/2014/main" id="{F5BEC502-5565-F0E1-3C95-602230A5A0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955712" cy="101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</p:spPr>
      </p:pic>
      <p:pic>
        <p:nvPicPr>
          <p:cNvPr id="5" name="Picture 4" descr="A logo with text on it&#10;&#10;Description automatically generated">
            <a:extLst>
              <a:ext uri="{FF2B5EF4-FFF2-40B4-BE49-F238E27FC236}">
                <a16:creationId xmlns:a16="http://schemas.microsoft.com/office/drawing/2014/main" id="{3F83FA74-DE85-8271-7C1E-9386351D7E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955712" cy="101697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19A59A8-15C2-09E7-24D4-1C1E20BB9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754" y="1254162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85000"/>
              </a:lnSpc>
              <a:defRPr sz="2800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7163384-453E-DB67-EBB2-242AC18CC2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7754" y="2571749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rgbClr val="002A4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</p:spPr>
      </p:pic>
      <p:pic>
        <p:nvPicPr>
          <p:cNvPr id="5" name="Picture 4" descr="A logo with text on it&#10;&#10;Description automatically generated">
            <a:extLst>
              <a:ext uri="{FF2B5EF4-FFF2-40B4-BE49-F238E27FC236}">
                <a16:creationId xmlns:a16="http://schemas.microsoft.com/office/drawing/2014/main" id="{23B3A82C-430A-088C-3A30-BDF0AE67586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955712" cy="101697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0AC9268-4297-7709-ABB4-ED539B193C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754" y="1254162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85000"/>
              </a:lnSpc>
              <a:defRPr sz="2800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F41C18-6F8D-982E-7344-7BEADBE7F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7754" y="2571749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rgbClr val="002A4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</p:spPr>
      </p:pic>
      <p:pic>
        <p:nvPicPr>
          <p:cNvPr id="4" name="Picture 3" descr="A logo with text on it&#10;&#10;Description automatically generated">
            <a:extLst>
              <a:ext uri="{FF2B5EF4-FFF2-40B4-BE49-F238E27FC236}">
                <a16:creationId xmlns:a16="http://schemas.microsoft.com/office/drawing/2014/main" id="{2DC25D9F-7D13-98A6-558A-EA5ECCD56F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955712" cy="101697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E539EC0-AD59-684D-E1D4-504CA6FAC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754" y="1254162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85000"/>
              </a:lnSpc>
              <a:defRPr sz="2800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E9DB416-5463-07A6-2B43-B3734665E5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7754" y="2571749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rgbClr val="002A4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</p:spPr>
      </p:pic>
      <p:pic>
        <p:nvPicPr>
          <p:cNvPr id="5" name="Picture 4" descr="A logo with text on it&#10;&#10;Description automatically generated">
            <a:extLst>
              <a:ext uri="{FF2B5EF4-FFF2-40B4-BE49-F238E27FC236}">
                <a16:creationId xmlns:a16="http://schemas.microsoft.com/office/drawing/2014/main" id="{0C0E696D-949B-4D00-8723-391FD806DE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955712" cy="101697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FD7B1E3-CA8E-AD39-8755-93CE0B1284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754" y="1254162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85000"/>
              </a:lnSpc>
              <a:defRPr sz="2800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B23C0AC-0EC8-7F09-7B0D-9C7B5FA593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7754" y="2571749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rgbClr val="002A4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552" y="206711"/>
            <a:ext cx="7902388" cy="61703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28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621553" y="956731"/>
            <a:ext cx="7902388" cy="367154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spcBef>
                <a:spcPts val="800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800"/>
              </a:spcBef>
              <a:buClr>
                <a:srgbClr val="68246D"/>
              </a:buClr>
              <a:buFont typeface="Arial"/>
              <a:buChar char="•"/>
              <a:defRPr sz="2000">
                <a:solidFill>
                  <a:srgbClr val="002A41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800"/>
              </a:spcBef>
              <a:buFont typeface="Lucida Grande"/>
              <a:buChar char="–"/>
              <a:defRPr sz="20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3" name="Picture 2" descr="A logo with text on it&#10;&#10;Description automatically generated">
            <a:extLst>
              <a:ext uri="{FF2B5EF4-FFF2-40B4-BE49-F238E27FC236}">
                <a16:creationId xmlns:a16="http://schemas.microsoft.com/office/drawing/2014/main" id="{73DFC01F-CFF2-0DDA-B477-1BCE3C32C0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4353" y="4628272"/>
            <a:ext cx="91440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1553" y="956732"/>
            <a:ext cx="3807190" cy="367153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spcBef>
                <a:spcPts val="800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800"/>
              </a:spcBef>
              <a:buClr>
                <a:srgbClr val="68246D"/>
              </a:buClr>
              <a:buFont typeface="Arial"/>
              <a:buChar char="•"/>
              <a:defRPr sz="2000">
                <a:solidFill>
                  <a:srgbClr val="002A41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800"/>
              </a:spcBef>
              <a:buFont typeface="Lucida Grande"/>
              <a:buChar char="–"/>
              <a:defRPr sz="20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 hasCustomPrompt="1"/>
          </p:nvPr>
        </p:nvSpPr>
        <p:spPr>
          <a:xfrm>
            <a:off x="4716751" y="956731"/>
            <a:ext cx="3807190" cy="367153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spcBef>
                <a:spcPts val="800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800"/>
              </a:spcBef>
              <a:buClr>
                <a:srgbClr val="68246D"/>
              </a:buClr>
              <a:buFont typeface="Arial"/>
              <a:buChar char="•"/>
              <a:defRPr sz="2000">
                <a:solidFill>
                  <a:srgbClr val="002A41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800"/>
              </a:spcBef>
              <a:buFont typeface="Lucida Grande"/>
              <a:buChar char="–"/>
              <a:defRPr sz="20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4" name="Picture 3" descr="A logo with text on it&#10;&#10;Description automatically generated">
            <a:extLst>
              <a:ext uri="{FF2B5EF4-FFF2-40B4-BE49-F238E27FC236}">
                <a16:creationId xmlns:a16="http://schemas.microsoft.com/office/drawing/2014/main" id="{A8645453-13D3-880F-0905-60CAF88647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4353" y="4628272"/>
            <a:ext cx="914400" cy="47548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0692A5F-90A0-00FC-AEBE-06A194FAB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552" y="206711"/>
            <a:ext cx="7902388" cy="61703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28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1553" y="921833"/>
            <a:ext cx="2435053" cy="370643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2000">
                <a:solidFill>
                  <a:srgbClr val="002A41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400"/>
              </a:spcBef>
              <a:buClr>
                <a:srgbClr val="68246D"/>
              </a:buClr>
              <a:buFont typeface="Arial"/>
              <a:buChar char="•"/>
              <a:defRPr sz="1800">
                <a:solidFill>
                  <a:srgbClr val="002A41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400"/>
              </a:spcBef>
              <a:buFont typeface="Lucida Grande"/>
              <a:buChar char="–"/>
              <a:defRPr sz="18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3355221" y="921833"/>
            <a:ext cx="2435053" cy="370643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2000">
                <a:solidFill>
                  <a:srgbClr val="002A41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400"/>
              </a:spcBef>
              <a:buClr>
                <a:srgbClr val="68246D"/>
              </a:buClr>
              <a:buFont typeface="Arial"/>
              <a:buChar char="•"/>
              <a:defRPr sz="1800">
                <a:solidFill>
                  <a:srgbClr val="002A41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400"/>
              </a:spcBef>
              <a:buFont typeface="Lucida Grande"/>
              <a:buChar char="–"/>
              <a:defRPr sz="18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6088888" y="921833"/>
            <a:ext cx="2435053" cy="370643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1800">
                <a:solidFill>
                  <a:srgbClr val="002A41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400"/>
              </a:spcBef>
              <a:buClr>
                <a:srgbClr val="68246D"/>
              </a:buClr>
              <a:buFont typeface="Arial"/>
              <a:buChar char="•"/>
              <a:defRPr sz="1800">
                <a:solidFill>
                  <a:srgbClr val="002A41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400"/>
              </a:spcBef>
              <a:buFont typeface="Lucida Grande"/>
              <a:buChar char="–"/>
              <a:defRPr sz="18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3" name="Picture 2" descr="A logo with text on it&#10;&#10;Description automatically generated">
            <a:extLst>
              <a:ext uri="{FF2B5EF4-FFF2-40B4-BE49-F238E27FC236}">
                <a16:creationId xmlns:a16="http://schemas.microsoft.com/office/drawing/2014/main" id="{DE447622-2BCC-BD28-3DE6-63C6E9F549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4353" y="4628272"/>
            <a:ext cx="914400" cy="47548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E003AAB-4C59-BE99-437B-40936FE2F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553" y="193288"/>
            <a:ext cx="7902388" cy="61703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28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133494" y="1224708"/>
            <a:ext cx="5168900" cy="29146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54145A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1000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54145A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1000"/>
              </a:spcBef>
              <a:buFont typeface="Lucida Grande"/>
              <a:buChar char="–"/>
              <a:defRPr sz="24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2" name="Picture 1" descr="A logo with text on it&#10;&#10;Description automatically generated">
            <a:extLst>
              <a:ext uri="{FF2B5EF4-FFF2-40B4-BE49-F238E27FC236}">
                <a16:creationId xmlns:a16="http://schemas.microsoft.com/office/drawing/2014/main" id="{4F352945-9AE0-8E4E-F4BB-6173CDC2D3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4353" y="4628272"/>
            <a:ext cx="91440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lang="en-US" sz="2800" b="1" kern="1200" dirty="0">
          <a:solidFill>
            <a:srgbClr val="54145A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54135A"/>
        </a:buClr>
        <a:buFont typeface="Arial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54135A"/>
        </a:buClr>
        <a:buFont typeface="Arial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54135A"/>
        </a:buClr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54135A"/>
        </a:buClr>
        <a:buFont typeface="Arial"/>
        <a:buChar char="–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54135A"/>
        </a:buClr>
        <a:buFont typeface="Arial"/>
        <a:buChar char="»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7754" y="2571749"/>
            <a:ext cx="4446814" cy="2384812"/>
          </a:xfrm>
        </p:spPr>
        <p:txBody>
          <a:bodyPr/>
          <a:lstStyle/>
          <a:p>
            <a:r>
              <a:rPr lang="en-US" dirty="0"/>
              <a:t>Dr Andrew Beetham</a:t>
            </a:r>
          </a:p>
          <a:p>
            <a:r>
              <a:rPr lang="en-US" dirty="0"/>
              <a:t>andrew.beetham@durham.ac.uk</a:t>
            </a:r>
          </a:p>
          <a:p>
            <a:endParaRPr lang="en-US" dirty="0"/>
          </a:p>
          <a:p>
            <a:r>
              <a:rPr lang="en-US" dirty="0"/>
              <a:t>Academic Support &amp; Feedback Hours: Thursday 11.00-13.00</a:t>
            </a:r>
          </a:p>
          <a:p>
            <a:r>
              <a:rPr lang="en-US" dirty="0"/>
              <a:t>PCL 181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A606C88-2B97-820A-B558-EAFB98C801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lnSpc>
                <a:spcPct val="85000"/>
              </a:lnSpc>
              <a:defRPr sz="2800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pPr algn="ctr"/>
            <a:r>
              <a:rPr lang="en-US" dirty="0"/>
              <a:t>Homicide 1 – Murder</a:t>
            </a:r>
          </a:p>
        </p:txBody>
      </p:sp>
    </p:spTree>
    <p:extLst>
      <p:ext uri="{BB962C8B-B14F-4D97-AF65-F5344CB8AC3E}">
        <p14:creationId xmlns:p14="http://schemas.microsoft.com/office/powerpoint/2010/main" val="3433382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D207C-8C0D-4108-7CD4-241A12570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552" y="206710"/>
            <a:ext cx="7902388" cy="861513"/>
          </a:xfrm>
        </p:spPr>
        <p:txBody>
          <a:bodyPr/>
          <a:lstStyle/>
          <a:p>
            <a:r>
              <a:rPr lang="en-GB" dirty="0"/>
              <a:t>By the end of this lecture, you should be able to: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45541-0F83-A06E-23A9-6756D65750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1552" y="1264778"/>
            <a:ext cx="7964887" cy="3363494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Explain the definition of the offence of murder</a:t>
            </a:r>
          </a:p>
          <a:p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Explain the </a:t>
            </a:r>
            <a:r>
              <a:rPr lang="en-GB" i="1" dirty="0"/>
              <a:t>actus reus </a:t>
            </a:r>
            <a:r>
              <a:rPr lang="en-GB" dirty="0"/>
              <a:t>and </a:t>
            </a:r>
            <a:r>
              <a:rPr lang="en-GB" i="1" dirty="0" err="1"/>
              <a:t>mens</a:t>
            </a:r>
            <a:r>
              <a:rPr lang="en-GB" i="1" dirty="0"/>
              <a:t> rea </a:t>
            </a:r>
            <a:r>
              <a:rPr lang="en-GB" dirty="0"/>
              <a:t>of the offence of murder</a:t>
            </a:r>
          </a:p>
          <a:p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Apply the elements of the offence of murder to a situation to determine if the offence has been committed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5747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AEFBA-7C40-9A97-426C-9049D8E9C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The definition of murder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C4B10-C09A-49B2-9D0E-D803A938F2B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Murder is a common law offence</a:t>
            </a:r>
          </a:p>
          <a:p>
            <a:pPr algn="just"/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Definition offer by Sir Edward Coke (3 Inst 47):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269875" algn="just"/>
            <a:r>
              <a:rPr lang="en-GB" sz="2000" dirty="0"/>
              <a:t>“</a:t>
            </a:r>
            <a:r>
              <a:rPr lang="en-GB" sz="2000" i="1" dirty="0"/>
              <a:t>Murder is when a man of sound memory, and of the age of discretion, unlawfully </a:t>
            </a:r>
            <a:r>
              <a:rPr lang="en-GB" sz="2000" i="1" dirty="0" err="1"/>
              <a:t>killeth</a:t>
            </a:r>
            <a:r>
              <a:rPr lang="en-GB" sz="2000" i="1" dirty="0"/>
              <a:t> within any county of the realm any reasonable creature in rerum natura under the King’s peace, with malice aforethought, either expressed by the party or implied by law…”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657136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52853-9CD7-7470-9132-13C16EC56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Meaning?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E8347-D9E4-5A78-1C05-BB53A698DA0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“…increasingly inaccurate definition…”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A year and a day: Law Reform (Year and a Day Rule) Act 1996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No time limit upon “unlawful” death: Andrew Devine (32 years in July 2021)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7391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BB0FF-F1FD-D44F-A63E-C2EBF6F3E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Actus Reus of Murder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2A219-D8DA-E566-7F68-099DC89EAC4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Unlawfully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Causes death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Of a human being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Under the King’s peace</a:t>
            </a:r>
          </a:p>
        </p:txBody>
      </p:sp>
    </p:spTree>
    <p:extLst>
      <p:ext uri="{BB962C8B-B14F-4D97-AF65-F5344CB8AC3E}">
        <p14:creationId xmlns:p14="http://schemas.microsoft.com/office/powerpoint/2010/main" val="1929994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D5D05-65E6-4B4F-03AD-767ADC216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Unlawfully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B9768-BB9F-12BD-09E4-62B23D245CF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Lawful or unlawful?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algn="ctr"/>
            <a:r>
              <a:rPr lang="en-GB" dirty="0"/>
              <a:t>Actus reus + </a:t>
            </a:r>
            <a:r>
              <a:rPr lang="en-GB" dirty="0" err="1"/>
              <a:t>mens</a:t>
            </a:r>
            <a:r>
              <a:rPr lang="en-GB" dirty="0"/>
              <a:t> rea – lawful defence = unlawful</a:t>
            </a:r>
          </a:p>
        </p:txBody>
      </p:sp>
    </p:spTree>
    <p:extLst>
      <p:ext uri="{BB962C8B-B14F-4D97-AF65-F5344CB8AC3E}">
        <p14:creationId xmlns:p14="http://schemas.microsoft.com/office/powerpoint/2010/main" val="2298439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7D0AE-C4BB-AF2E-9062-CF79DB0C9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Causes death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A0ED9-20E2-657F-871F-672CB9368B4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Causation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Factual causation: “but for” (</a:t>
            </a:r>
            <a:r>
              <a:rPr lang="en-GB" b="1" dirty="0"/>
              <a:t>White [1910] 2 KB 124</a:t>
            </a:r>
            <a:r>
              <a:rPr lang="en-GB" dirty="0"/>
              <a:t>)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Legal causation: operative and substantive cause of death (</a:t>
            </a:r>
            <a:r>
              <a:rPr lang="en-GB" b="1" dirty="0"/>
              <a:t>Smith [1959] 2 QB 35</a:t>
            </a:r>
            <a:r>
              <a:rPr lang="en-GB" dirty="0"/>
              <a:t>)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Must take the V as you find them (</a:t>
            </a:r>
            <a:r>
              <a:rPr lang="en-GB" b="1" dirty="0" err="1"/>
              <a:t>Blaue</a:t>
            </a:r>
            <a:r>
              <a:rPr lang="en-GB" b="1" dirty="0"/>
              <a:t> [1975] 1 WLR 1411</a:t>
            </a:r>
            <a:r>
              <a:rPr lang="en-GB" dirty="0"/>
              <a:t>)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Chain of causation can be broken, e.g. medical intervention (</a:t>
            </a:r>
            <a:r>
              <a:rPr lang="en-GB" b="1" dirty="0"/>
              <a:t>Jordan (1956) 40 Cr App R 152</a:t>
            </a:r>
            <a:r>
              <a:rPr lang="en-GB" dirty="0"/>
              <a:t>;</a:t>
            </a:r>
            <a:r>
              <a:rPr lang="en-GB" b="1" dirty="0"/>
              <a:t> Smith [1959] 2 QB 35</a:t>
            </a:r>
            <a:r>
              <a:rPr lang="en-GB" dirty="0"/>
              <a:t>;</a:t>
            </a:r>
            <a:r>
              <a:rPr lang="en-GB" b="1" dirty="0"/>
              <a:t> Cheshire [1991] 1 WLR 844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59141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EA39C-588F-06B8-DF9B-6429F35C0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 A Human Being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2A3B0-D999-BABA-CDD6-08592D80336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The V must be a human being</a:t>
            </a:r>
          </a:p>
          <a:p>
            <a:pPr algn="just"/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A foetus is not a human </a:t>
            </a:r>
            <a:r>
              <a:rPr lang="en-GB" i="1" dirty="0"/>
              <a:t>being </a:t>
            </a:r>
            <a:r>
              <a:rPr lang="en-GB" dirty="0"/>
              <a:t>/ in person: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A person is “fully expelled from the womb” and wholly outside of the mother (</a:t>
            </a:r>
            <a:r>
              <a:rPr lang="en-GB" b="1" dirty="0"/>
              <a:t>Poulton (1832) 5 C&amp;P 329</a:t>
            </a:r>
            <a:r>
              <a:rPr lang="en-GB" dirty="0"/>
              <a:t>)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Have an existence independent of the mother (</a:t>
            </a:r>
            <a:r>
              <a:rPr lang="en-GB" b="1" dirty="0"/>
              <a:t>Enoch (1833) 5 C&amp;P 539</a:t>
            </a:r>
            <a:r>
              <a:rPr lang="en-GB" dirty="0"/>
              <a:t>; </a:t>
            </a:r>
            <a:r>
              <a:rPr lang="en-GB" b="1" dirty="0"/>
              <a:t>C v S [1988] QB 135</a:t>
            </a:r>
            <a:r>
              <a:rPr lang="en-GB" dirty="0"/>
              <a:t>)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So long as the person’s body is removed, irrelevant whether umbilical cord has been cut (</a:t>
            </a:r>
            <a:r>
              <a:rPr lang="en-GB" b="1" dirty="0"/>
              <a:t>Reeves (1839) 9 C&amp;P 25</a:t>
            </a:r>
            <a:r>
              <a:rPr lang="en-GB" dirty="0"/>
              <a:t>)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9140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EA42A-769E-C823-99A9-BFF999A70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A-G Ref (No 3 of 1994) [1998] AC 245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7B3C3-7555-138C-F74A-398DE4B3F18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D stabbed V, his pregnant girlfriend. V recovered from the wounds, but baby (X) was born prematurely and died 120 days later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Held by HL: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D not guilty of murder of X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Possibly liable for unlawful and dangerous act manslaughter of X by the stabbing of V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Must be intention to kill a person, and X not a person at the time of the stabbing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021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2DC39-DAFE-84F4-E363-9C37948E6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Life start and 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C46EC-B34B-C2FA-F1F1-B199D5AA242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Starts with an independent existence but when does it end?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No authoritative </a:t>
            </a:r>
            <a:r>
              <a:rPr lang="en-GB" i="1" dirty="0"/>
              <a:t>legal </a:t>
            </a:r>
            <a:r>
              <a:rPr lang="en-GB" dirty="0"/>
              <a:t>definition, only </a:t>
            </a:r>
            <a:r>
              <a:rPr lang="en-GB" i="1" dirty="0"/>
              <a:t>medical </a:t>
            </a:r>
            <a:r>
              <a:rPr lang="en-GB" dirty="0"/>
              <a:t>ones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Body or brain: </a:t>
            </a:r>
            <a:r>
              <a:rPr lang="en-GB" b="1" dirty="0"/>
              <a:t>Bland [1993] 1 AC 789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0125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10AA5-755B-C1FD-DE83-096E50F24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Under the King’s Peace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5ACF5-F101-95D8-301D-B8F0B1509B4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Time and place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OAPA, s.9: a killing committed by a British subject outside of the UK may be tried within the UK as if it had been committed here</a:t>
            </a:r>
          </a:p>
        </p:txBody>
      </p:sp>
    </p:spTree>
    <p:extLst>
      <p:ext uri="{BB962C8B-B14F-4D97-AF65-F5344CB8AC3E}">
        <p14:creationId xmlns:p14="http://schemas.microsoft.com/office/powerpoint/2010/main" val="2879774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B1434-5B98-3ED1-0F7E-E6EB2AEB9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Mens</a:t>
            </a:r>
            <a:r>
              <a:rPr lang="en-GB" dirty="0"/>
              <a:t> Rea of Murder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25C28-6EF8-CC61-E8EC-CADC2404E3B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“Malice aforethought”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Intention to kill or intention to cause grievous bodily harm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Nothing short of intention will suffice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Direct and indirect intention</a:t>
            </a:r>
          </a:p>
        </p:txBody>
      </p:sp>
    </p:spTree>
    <p:extLst>
      <p:ext uri="{BB962C8B-B14F-4D97-AF65-F5344CB8AC3E}">
        <p14:creationId xmlns:p14="http://schemas.microsoft.com/office/powerpoint/2010/main" val="2666448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E7C0B-DA94-89BE-6021-D1E518888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Intention to cause GBH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8433F-CFD3-F5BE-17E2-A367DA4900B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Intention to kill: correspondence between AR (causing death) and MR (intending to kill)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Intention to cause GBH: no correspondence between AR (causing death) and MR (intending to cause GBH)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Constructive liability: no requirement of additional corresponding MR element for additional AR element</a:t>
            </a:r>
          </a:p>
        </p:txBody>
      </p:sp>
    </p:spTree>
    <p:extLst>
      <p:ext uri="{BB962C8B-B14F-4D97-AF65-F5344CB8AC3E}">
        <p14:creationId xmlns:p14="http://schemas.microsoft.com/office/powerpoint/2010/main" val="2823580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99AD-655C-37CD-8F99-8742669C4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Intention vs Premeditation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2FA74-1DFE-A9D3-B241-C803F41CB53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Intention to kill not the same as planning to kill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Legally different: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Premeditation is planning to kill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Intention can be formed a second before actus reus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Aggravating and mitigating feature relevant to minimum term: Sentencing Act 2020, Sch.21</a:t>
            </a:r>
          </a:p>
        </p:txBody>
      </p:sp>
    </p:spTree>
    <p:extLst>
      <p:ext uri="{BB962C8B-B14F-4D97-AF65-F5344CB8AC3E}">
        <p14:creationId xmlns:p14="http://schemas.microsoft.com/office/powerpoint/2010/main" val="4004869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7E71E-CC91-F512-0EDE-D41DCFE74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Transferred Malice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30430-CDEF-D295-7E90-CC3F9FAF4C4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MR must correspond with AR (correspondence principle)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MR directed at V1 can be transferred to V2 (</a:t>
            </a:r>
            <a:r>
              <a:rPr lang="en-GB" b="1" dirty="0"/>
              <a:t>Latimer (1886) 17 QBD 359</a:t>
            </a:r>
            <a:r>
              <a:rPr lang="en-GB" dirty="0"/>
              <a:t>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Limitations: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MR only transferred where it relates to same offence as AR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Not possible to double transfer MR (</a:t>
            </a:r>
            <a:r>
              <a:rPr lang="en-GB" b="1" dirty="0"/>
              <a:t>AG Ref (No 3 of 1994) </a:t>
            </a:r>
            <a:r>
              <a:rPr lang="en-GB" dirty="0"/>
              <a:t>[1998] AC 245)</a:t>
            </a:r>
          </a:p>
        </p:txBody>
      </p:sp>
    </p:spTree>
    <p:extLst>
      <p:ext uri="{BB962C8B-B14F-4D97-AF65-F5344CB8AC3E}">
        <p14:creationId xmlns:p14="http://schemas.microsoft.com/office/powerpoint/2010/main" val="2172884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56A25-30B2-0BF5-E496-B169E5343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Assess Glen’s liability for murder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12DC3-D4DC-E909-E392-774515868D3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algn="just"/>
            <a:r>
              <a:rPr lang="en-GB" dirty="0"/>
              <a:t>Fatima and Glen have been friends since school. One night Fatima and Glen are out drinking and they meet Harry who makes a remark about Fatima to which Glen takes offence. Glen punches Harry who falls and hits his head on a stool. Harry is rushed to hospital, but later dies due an undiagnosed brain haemorrhage. Glen told police that he only wanted to teach Harry a lesson.</a:t>
            </a:r>
          </a:p>
        </p:txBody>
      </p:sp>
    </p:spTree>
    <p:extLst>
      <p:ext uri="{BB962C8B-B14F-4D97-AF65-F5344CB8AC3E}">
        <p14:creationId xmlns:p14="http://schemas.microsoft.com/office/powerpoint/2010/main" val="18578647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587E7-84B7-142B-C7A5-BE178E98C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to discuss?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EAB0A-9078-A433-337A-AD5C447F662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en-GB" sz="2200" dirty="0"/>
              <a:t>What potential offence(s) is Glen liable?</a:t>
            </a:r>
            <a:endParaRPr lang="en-GB" sz="2200" b="1" dirty="0"/>
          </a:p>
          <a:p>
            <a:pPr marL="457200" indent="-457200" algn="just">
              <a:buFont typeface="+mj-lt"/>
              <a:buAutoNum type="arabicPeriod"/>
            </a:pPr>
            <a:endParaRPr lang="en-GB" sz="2200" dirty="0"/>
          </a:p>
          <a:p>
            <a:pPr marL="457200" indent="-457200" algn="just">
              <a:buFont typeface="+mj-lt"/>
              <a:buAutoNum type="arabicPeriod"/>
            </a:pPr>
            <a:r>
              <a:rPr lang="en-GB" sz="2200" dirty="0"/>
              <a:t>What are the AR </a:t>
            </a:r>
            <a:r>
              <a:rPr lang="en-GB" sz="2200"/>
              <a:t>and MR elements </a:t>
            </a:r>
            <a:r>
              <a:rPr lang="en-GB" sz="2200" dirty="0"/>
              <a:t>of the offence? </a:t>
            </a:r>
            <a:r>
              <a:rPr lang="en-GB" sz="2200" i="1" dirty="0"/>
              <a:t>State the law (statute / case law) and apply it</a:t>
            </a:r>
            <a:endParaRPr lang="en-GB" sz="2200" dirty="0"/>
          </a:p>
          <a:p>
            <a:pPr marL="457200" indent="-457200" algn="just">
              <a:buFont typeface="+mj-lt"/>
              <a:buAutoNum type="arabicPeriod"/>
            </a:pPr>
            <a:endParaRPr lang="en-GB" sz="2200" dirty="0"/>
          </a:p>
          <a:p>
            <a:pPr marL="457200" indent="-457200" algn="just">
              <a:buFont typeface="+mj-lt"/>
              <a:buAutoNum type="arabicPeriod"/>
            </a:pPr>
            <a:r>
              <a:rPr lang="en-GB" sz="2200" dirty="0"/>
              <a:t>Defences? </a:t>
            </a:r>
            <a:r>
              <a:rPr lang="en-GB" sz="2200" i="1" dirty="0"/>
              <a:t>Not discussed yet</a:t>
            </a:r>
          </a:p>
          <a:p>
            <a:pPr marL="457200" indent="-457200" algn="just">
              <a:buFont typeface="+mj-lt"/>
              <a:buAutoNum type="arabicPeriod"/>
            </a:pPr>
            <a:endParaRPr lang="en-GB" sz="2200" dirty="0"/>
          </a:p>
          <a:p>
            <a:pPr marL="457200" indent="-457200" algn="just">
              <a:buFont typeface="+mj-lt"/>
              <a:buAutoNum type="arabicPeriod"/>
            </a:pPr>
            <a:r>
              <a:rPr lang="en-GB" sz="2200" dirty="0"/>
              <a:t>Overall conclusion upon Glen’s liability? </a:t>
            </a:r>
            <a:r>
              <a:rPr lang="en-GB" sz="2200" i="1" dirty="0"/>
              <a:t>Academic commentary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402010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96FB6-64AD-24B2-389D-647950F30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Assess Glen’s liability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4F0C8-4609-A946-812E-9420230CF59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1600" dirty="0"/>
              <a:t>Offence: murder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1600" dirty="0"/>
              <a:t>AR of murder: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600" dirty="0"/>
              <a:t>Factual causation: is Glen the factual cause of death?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600" dirty="0"/>
              <a:t>Legal causation: operative and substantive cause of death?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600" dirty="0"/>
              <a:t>Thin skull test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1600" dirty="0"/>
              <a:t>MR of murder: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600" dirty="0"/>
              <a:t>No intention to kill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600" dirty="0"/>
              <a:t>Intention to cause GBH: Glen teaching Harry a lesson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1600" dirty="0"/>
              <a:t>Defences: No discussed yet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1600" dirty="0"/>
              <a:t>Conclusion: Glen could be liable murder depending upon interpretation of “teaching a lesson”</a:t>
            </a:r>
          </a:p>
        </p:txBody>
      </p:sp>
    </p:spTree>
    <p:extLst>
      <p:ext uri="{BB962C8B-B14F-4D97-AF65-F5344CB8AC3E}">
        <p14:creationId xmlns:p14="http://schemas.microsoft.com/office/powerpoint/2010/main" val="1173246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D5F52-8258-5C70-23AD-02B023581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week…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3F082-1ED5-FA35-1EFA-6467D9D4DDC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/>
              <a:t>Homicide 2 – Voluntary Manslaughter</a:t>
            </a:r>
          </a:p>
        </p:txBody>
      </p:sp>
    </p:spTree>
    <p:extLst>
      <p:ext uri="{BB962C8B-B14F-4D97-AF65-F5344CB8AC3E}">
        <p14:creationId xmlns:p14="http://schemas.microsoft.com/office/powerpoint/2010/main" val="295068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mage xmlns="674d51e3-3ba6-45e1-9e5a-18c440d6de5a" xsi:nil="true"/>
    <lcf76f155ced4ddcb4097134ff3c332f xmlns="674d51e3-3ba6-45e1-9e5a-18c440d6de5a">
      <Terms xmlns="http://schemas.microsoft.com/office/infopath/2007/PartnerControls"/>
    </lcf76f155ced4ddcb4097134ff3c332f>
    <Checked_x003f_ xmlns="674d51e3-3ba6-45e1-9e5a-18c440d6de5a">true</Checked_x003f_>
    <Rankings xmlns="674d51e3-3ba6-45e1-9e5a-18c440d6de5a" xsi:nil="true"/>
    <TaxCatchAll xmlns="3bf6d2de-cfb7-466c-825b-051a8e3c8b7d" xsi:nil="true"/>
    <Thumbnail xmlns="674d51e3-3ba6-45e1-9e5a-18c440d6de5a" xsi:nil="true"/>
    <SharedWithUsers xmlns="8f612c8a-2dfb-4a1a-9050-5ffbd886e57b">
      <UserInfo>
        <DisplayName>WILLIAMS, ASHLEIGH</DisplayName>
        <AccountId>22577</AccountId>
        <AccountType/>
      </UserInfo>
      <UserInfo>
        <DisplayName>HUNTER, CLAIRE L.</DisplayName>
        <AccountId>910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CE951B1D604F47AD4EB98F3F9810DA" ma:contentTypeVersion="27" ma:contentTypeDescription="Create a new document." ma:contentTypeScope="" ma:versionID="c86e2fcf5a2629d4de2018db3c3a5d05">
  <xsd:schema xmlns:xsd="http://www.w3.org/2001/XMLSchema" xmlns:xs="http://www.w3.org/2001/XMLSchema" xmlns:p="http://schemas.microsoft.com/office/2006/metadata/properties" xmlns:ns2="674d51e3-3ba6-45e1-9e5a-18c440d6de5a" xmlns:ns3="8f612c8a-2dfb-4a1a-9050-5ffbd886e57b" xmlns:ns4="3bf6d2de-cfb7-466c-825b-051a8e3c8b7d" targetNamespace="http://schemas.microsoft.com/office/2006/metadata/properties" ma:root="true" ma:fieldsID="a0ea3a93053499daa7c372dbfd9d7c59" ns2:_="" ns3:_="" ns4:_="">
    <xsd:import namespace="674d51e3-3ba6-45e1-9e5a-18c440d6de5a"/>
    <xsd:import namespace="8f612c8a-2dfb-4a1a-9050-5ffbd886e57b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Checked_x003f_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Image" minOccurs="0"/>
                <xsd:element ref="ns2:Rankings" minOccurs="0"/>
                <xsd:element ref="ns2:MediaServiceObjectDetectorVersions" minOccurs="0"/>
                <xsd:element ref="ns2:Thumbnai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4d51e3-3ba6-45e1-9e5a-18c440d6de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Checked_x003f_" ma:index="20" nillable="true" ma:displayName="Checked?" ma:default="1" ma:format="Dropdown" ma:internalName="Checked_x003f_">
      <xsd:simpleType>
        <xsd:restriction base="dms:Boolean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Image" ma:index="25" nillable="true" ma:displayName="Image" ma:format="Thumbnail" ma:internalName="Image">
      <xsd:simpleType>
        <xsd:restriction base="dms:Unknown"/>
      </xsd:simpleType>
    </xsd:element>
    <xsd:element name="Rankings" ma:index="26" nillable="true" ma:displayName="Rankings" ma:format="Dropdown" ma:internalName="Rankings">
      <xsd:simpleType>
        <xsd:restriction base="dms:Choice">
          <xsd:enumeration value="Choice 1"/>
          <xsd:enumeration value="Choice 2"/>
          <xsd:enumeration value="Choice 3"/>
        </xsd:restriction>
      </xsd:simple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Thumbnail" ma:index="28" nillable="true" ma:displayName="Thumbnail" ma:format="Thumbnail" ma:internalName="Thumbnail">
      <xsd:simpleType>
        <xsd:restriction base="dms:Unknow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612c8a-2dfb-4a1a-9050-5ffbd886e57b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4" nillable="true" ma:displayName="Taxonomy Catch All Column" ma:hidden="true" ma:list="{3fba56ad-7498-4c7f-b5a6-dab056f02876}" ma:internalName="TaxCatchAll" ma:showField="CatchAllData" ma:web="8f612c8a-2dfb-4a1a-9050-5ffbd886e57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73F50C3-625F-4387-85F6-F8762EB49D72}">
  <ds:schemaRefs>
    <ds:schemaRef ds:uri="3bf6d2de-cfb7-466c-825b-051a8e3c8b7d"/>
    <ds:schemaRef ds:uri="http://purl.org/dc/terms/"/>
    <ds:schemaRef ds:uri="674d51e3-3ba6-45e1-9e5a-18c440d6de5a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8f612c8a-2dfb-4a1a-9050-5ffbd886e57b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E1632DD-C57A-4449-86BC-061DB82E8C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74d51e3-3ba6-45e1-9e5a-18c440d6de5a"/>
    <ds:schemaRef ds:uri="8f612c8a-2dfb-4a1a-9050-5ffbd886e57b"/>
    <ds:schemaRef ds:uri="3bf6d2de-cfb7-466c-825b-051a8e3c8b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92A46E8-E1F1-4337-B47E-59BACB05702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Durham University_powerpoint 29.08.19 FINAL</Template>
  <TotalTime>566</TotalTime>
  <Words>978</Words>
  <Application>Microsoft Office PowerPoint</Application>
  <PresentationFormat>On-screen Show (16:9)</PresentationFormat>
  <Paragraphs>119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Lucida Grande</vt:lpstr>
      <vt:lpstr>Office Theme</vt:lpstr>
      <vt:lpstr>Homicide 1 – Murder</vt:lpstr>
      <vt:lpstr>By the end of this lecture, you should be able to:</vt:lpstr>
      <vt:lpstr>The definition of murder</vt:lpstr>
      <vt:lpstr>Meaning?</vt:lpstr>
      <vt:lpstr>Actus Reus of Murder</vt:lpstr>
      <vt:lpstr>Unlawfully</vt:lpstr>
      <vt:lpstr>Causes death</vt:lpstr>
      <vt:lpstr>Of A Human Being</vt:lpstr>
      <vt:lpstr>A-G Ref (No 3 of 1994) [1998] AC 245</vt:lpstr>
      <vt:lpstr>Life start and end</vt:lpstr>
      <vt:lpstr>Under the King’s Peace</vt:lpstr>
      <vt:lpstr>Mens Rea of Murder</vt:lpstr>
      <vt:lpstr>Intention to cause GBH</vt:lpstr>
      <vt:lpstr>Intention vs Premeditation</vt:lpstr>
      <vt:lpstr>Transferred Malice</vt:lpstr>
      <vt:lpstr>Assess Glen’s liability for murder</vt:lpstr>
      <vt:lpstr>What to discuss?</vt:lpstr>
      <vt:lpstr>Assess Glen’s liability</vt:lpstr>
      <vt:lpstr>Next week…</vt:lpstr>
    </vt:vector>
  </TitlesOfParts>
  <Company>Durham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DAWSON, STEPH</dc:creator>
  <cp:lastModifiedBy>Andrew Beetham</cp:lastModifiedBy>
  <cp:revision>83</cp:revision>
  <dcterms:created xsi:type="dcterms:W3CDTF">2019-09-04T13:17:49Z</dcterms:created>
  <dcterms:modified xsi:type="dcterms:W3CDTF">2024-11-05T14:08:24Z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0x0101003BCE951B1D604F47AD4EB98F3F9810DA</vt:lpwstr>
  </property>
  <property fmtid="{D5CDD505-2E9C-101B-9397-08002B2CF9AE}" pid="3" name="MediaServiceImageTags">
    <vt:lpwstr/>
  </property>
</Properties>
</file>