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 id="2147483684" r:id="rId5"/>
    <p:sldMasterId id="2147483696" r:id="rId6"/>
  </p:sldMasterIdLst>
  <p:notesMasterIdLst>
    <p:notesMasterId r:id="rId24"/>
  </p:notesMasterIdLst>
  <p:handoutMasterIdLst>
    <p:handoutMasterId r:id="rId25"/>
  </p:handoutMasterIdLst>
  <p:sldIdLst>
    <p:sldId id="285" r:id="rId7"/>
    <p:sldId id="316" r:id="rId8"/>
    <p:sldId id="317" r:id="rId9"/>
    <p:sldId id="302" r:id="rId10"/>
    <p:sldId id="303" r:id="rId11"/>
    <p:sldId id="286" r:id="rId12"/>
    <p:sldId id="305" r:id="rId13"/>
    <p:sldId id="306" r:id="rId14"/>
    <p:sldId id="290" r:id="rId15"/>
    <p:sldId id="325" r:id="rId16"/>
    <p:sldId id="304" r:id="rId17"/>
    <p:sldId id="348" r:id="rId18"/>
    <p:sldId id="322" r:id="rId19"/>
    <p:sldId id="323" r:id="rId20"/>
    <p:sldId id="324" r:id="rId21"/>
    <p:sldId id="307" r:id="rId22"/>
    <p:sldId id="349" r:id="rId23"/>
  </p:sldIdLst>
  <p:sldSz cx="9144000" cy="6858000" type="screen4x3"/>
  <p:notesSz cx="6794500" cy="9906000"/>
  <p:defaultTextStyle>
    <a:defPPr>
      <a:defRPr lang="en-GB"/>
    </a:defPPr>
    <a:lvl1pPr algn="l" rtl="0" eaLnBrk="0" fontAlgn="base" hangingPunct="0">
      <a:spcBef>
        <a:spcPct val="0"/>
      </a:spcBef>
      <a:spcAft>
        <a:spcPct val="0"/>
      </a:spcAft>
      <a:defRPr sz="2400" kern="1200">
        <a:solidFill>
          <a:schemeClr val="tx1"/>
        </a:solidFill>
        <a:latin typeface="Times"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itchFamily="18" charset="0"/>
        <a:ea typeface="+mn-ea"/>
        <a:cs typeface="+mn-cs"/>
      </a:defRPr>
    </a:lvl5pPr>
    <a:lvl6pPr marL="2286000" algn="l" defTabSz="914400" rtl="0" eaLnBrk="1" latinLnBrk="0" hangingPunct="1">
      <a:defRPr sz="2400" kern="1200">
        <a:solidFill>
          <a:schemeClr val="tx1"/>
        </a:solidFill>
        <a:latin typeface="Times" pitchFamily="18" charset="0"/>
        <a:ea typeface="+mn-ea"/>
        <a:cs typeface="+mn-cs"/>
      </a:defRPr>
    </a:lvl6pPr>
    <a:lvl7pPr marL="2743200" algn="l" defTabSz="914400" rtl="0" eaLnBrk="1" latinLnBrk="0" hangingPunct="1">
      <a:defRPr sz="2400" kern="1200">
        <a:solidFill>
          <a:schemeClr val="tx1"/>
        </a:solidFill>
        <a:latin typeface="Times" pitchFamily="18" charset="0"/>
        <a:ea typeface="+mn-ea"/>
        <a:cs typeface="+mn-cs"/>
      </a:defRPr>
    </a:lvl7pPr>
    <a:lvl8pPr marL="3200400" algn="l" defTabSz="914400" rtl="0" eaLnBrk="1" latinLnBrk="0" hangingPunct="1">
      <a:defRPr sz="2400" kern="1200">
        <a:solidFill>
          <a:schemeClr val="tx1"/>
        </a:solidFill>
        <a:latin typeface="Times" pitchFamily="18" charset="0"/>
        <a:ea typeface="+mn-ea"/>
        <a:cs typeface="+mn-cs"/>
      </a:defRPr>
    </a:lvl8pPr>
    <a:lvl9pPr marL="3657600" algn="l" defTabSz="914400" rtl="0" eaLnBrk="1" latinLnBrk="0" hangingPunct="1">
      <a:defRPr sz="2400" kern="1200">
        <a:solidFill>
          <a:schemeClr val="tx1"/>
        </a:solidFill>
        <a:latin typeface="Times"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0" userDrawn="1">
          <p15:clr>
            <a:srgbClr val="A4A3A4"/>
          </p15:clr>
        </p15:guide>
        <p15:guide id="2" pos="214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78"/>
    <p:restoredTop sz="68539" autoAdjust="0"/>
  </p:normalViewPr>
  <p:slideViewPr>
    <p:cSldViewPr>
      <p:cViewPr varScale="1">
        <p:scale>
          <a:sx n="71" d="100"/>
          <a:sy n="71" d="100"/>
        </p:scale>
        <p:origin x="2032"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4" d="100"/>
          <a:sy n="64" d="100"/>
        </p:scale>
        <p:origin x="-2862" y="-108"/>
      </p:cViewPr>
      <p:guideLst>
        <p:guide orient="horz" pos="3120"/>
        <p:guide pos="214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NGLEY, KAT L." userId="9241683d-8f04-4a48-97ed-ea540ce14852" providerId="ADAL" clId="{DC8D97B5-EC1A-3E40-A765-AB8382270007}"/>
    <pc:docChg chg="modSld">
      <pc:chgData name="LANGLEY, KAT L." userId="9241683d-8f04-4a48-97ed-ea540ce14852" providerId="ADAL" clId="{DC8D97B5-EC1A-3E40-A765-AB8382270007}" dt="2025-01-08T10:44:42.744" v="13" actId="20577"/>
      <pc:docMkLst>
        <pc:docMk/>
      </pc:docMkLst>
      <pc:sldChg chg="modNotesTx">
        <pc:chgData name="LANGLEY, KAT L." userId="9241683d-8f04-4a48-97ed-ea540ce14852" providerId="ADAL" clId="{DC8D97B5-EC1A-3E40-A765-AB8382270007}" dt="2025-01-08T10:43:45.881" v="0" actId="20577"/>
        <pc:sldMkLst>
          <pc:docMk/>
          <pc:sldMk cId="894051124" sldId="285"/>
        </pc:sldMkLst>
      </pc:sldChg>
      <pc:sldChg chg="modNotesTx">
        <pc:chgData name="LANGLEY, KAT L." userId="9241683d-8f04-4a48-97ed-ea540ce14852" providerId="ADAL" clId="{DC8D97B5-EC1A-3E40-A765-AB8382270007}" dt="2025-01-08T10:44:06.865" v="5" actId="20577"/>
        <pc:sldMkLst>
          <pc:docMk/>
          <pc:sldMk cId="0" sldId="286"/>
        </pc:sldMkLst>
      </pc:sldChg>
      <pc:sldChg chg="modNotesTx">
        <pc:chgData name="LANGLEY, KAT L." userId="9241683d-8f04-4a48-97ed-ea540ce14852" providerId="ADAL" clId="{DC8D97B5-EC1A-3E40-A765-AB8382270007}" dt="2025-01-08T10:44:20.148" v="8" actId="20577"/>
        <pc:sldMkLst>
          <pc:docMk/>
          <pc:sldMk cId="0" sldId="290"/>
        </pc:sldMkLst>
      </pc:sldChg>
      <pc:sldChg chg="modNotesTx">
        <pc:chgData name="LANGLEY, KAT L." userId="9241683d-8f04-4a48-97ed-ea540ce14852" providerId="ADAL" clId="{DC8D97B5-EC1A-3E40-A765-AB8382270007}" dt="2025-01-08T10:43:56.691" v="3" actId="20577"/>
        <pc:sldMkLst>
          <pc:docMk/>
          <pc:sldMk cId="616291069" sldId="302"/>
        </pc:sldMkLst>
      </pc:sldChg>
      <pc:sldChg chg="modNotesTx">
        <pc:chgData name="LANGLEY, KAT L." userId="9241683d-8f04-4a48-97ed-ea540ce14852" providerId="ADAL" clId="{DC8D97B5-EC1A-3E40-A765-AB8382270007}" dt="2025-01-08T10:44:03.189" v="4" actId="20577"/>
        <pc:sldMkLst>
          <pc:docMk/>
          <pc:sldMk cId="1520928176" sldId="303"/>
        </pc:sldMkLst>
      </pc:sldChg>
      <pc:sldChg chg="modNotesTx">
        <pc:chgData name="LANGLEY, KAT L." userId="9241683d-8f04-4a48-97ed-ea540ce14852" providerId="ADAL" clId="{DC8D97B5-EC1A-3E40-A765-AB8382270007}" dt="2025-01-08T10:44:25.996" v="9" actId="20577"/>
        <pc:sldMkLst>
          <pc:docMk/>
          <pc:sldMk cId="4193823968" sldId="304"/>
        </pc:sldMkLst>
      </pc:sldChg>
      <pc:sldChg chg="modNotesTx">
        <pc:chgData name="LANGLEY, KAT L." userId="9241683d-8f04-4a48-97ed-ea540ce14852" providerId="ADAL" clId="{DC8D97B5-EC1A-3E40-A765-AB8382270007}" dt="2025-01-08T10:44:11.447" v="6" actId="20577"/>
        <pc:sldMkLst>
          <pc:docMk/>
          <pc:sldMk cId="126578837" sldId="305"/>
        </pc:sldMkLst>
      </pc:sldChg>
      <pc:sldChg chg="modNotesTx">
        <pc:chgData name="LANGLEY, KAT L." userId="9241683d-8f04-4a48-97ed-ea540ce14852" providerId="ADAL" clId="{DC8D97B5-EC1A-3E40-A765-AB8382270007}" dt="2025-01-08T10:44:15.168" v="7" actId="20577"/>
        <pc:sldMkLst>
          <pc:docMk/>
          <pc:sldMk cId="586685937" sldId="306"/>
        </pc:sldMkLst>
      </pc:sldChg>
      <pc:sldChg chg="modNotesTx">
        <pc:chgData name="LANGLEY, KAT L." userId="9241683d-8f04-4a48-97ed-ea540ce14852" providerId="ADAL" clId="{DC8D97B5-EC1A-3E40-A765-AB8382270007}" dt="2025-01-08T10:44:42.744" v="13" actId="20577"/>
        <pc:sldMkLst>
          <pc:docMk/>
          <pc:sldMk cId="3302721921" sldId="307"/>
        </pc:sldMkLst>
      </pc:sldChg>
      <pc:sldChg chg="modNotesTx">
        <pc:chgData name="LANGLEY, KAT L." userId="9241683d-8f04-4a48-97ed-ea540ce14852" providerId="ADAL" clId="{DC8D97B5-EC1A-3E40-A765-AB8382270007}" dt="2025-01-08T10:43:49.510" v="1" actId="20577"/>
        <pc:sldMkLst>
          <pc:docMk/>
          <pc:sldMk cId="388385420" sldId="316"/>
        </pc:sldMkLst>
      </pc:sldChg>
      <pc:sldChg chg="modNotesTx">
        <pc:chgData name="LANGLEY, KAT L." userId="9241683d-8f04-4a48-97ed-ea540ce14852" providerId="ADAL" clId="{DC8D97B5-EC1A-3E40-A765-AB8382270007}" dt="2025-01-08T10:43:52.687" v="2" actId="20577"/>
        <pc:sldMkLst>
          <pc:docMk/>
          <pc:sldMk cId="0" sldId="317"/>
        </pc:sldMkLst>
      </pc:sldChg>
      <pc:sldChg chg="modNotesTx">
        <pc:chgData name="LANGLEY, KAT L." userId="9241683d-8f04-4a48-97ed-ea540ce14852" providerId="ADAL" clId="{DC8D97B5-EC1A-3E40-A765-AB8382270007}" dt="2025-01-08T10:44:32.694" v="11" actId="20577"/>
        <pc:sldMkLst>
          <pc:docMk/>
          <pc:sldMk cId="1177372895" sldId="322"/>
        </pc:sldMkLst>
      </pc:sldChg>
      <pc:sldChg chg="modNotesTx">
        <pc:chgData name="LANGLEY, KAT L." userId="9241683d-8f04-4a48-97ed-ea540ce14852" providerId="ADAL" clId="{DC8D97B5-EC1A-3E40-A765-AB8382270007}" dt="2025-01-08T10:44:37.536" v="12" actId="20577"/>
        <pc:sldMkLst>
          <pc:docMk/>
          <pc:sldMk cId="2275596319" sldId="324"/>
        </pc:sldMkLst>
      </pc:sldChg>
      <pc:sldChg chg="modNotesTx">
        <pc:chgData name="LANGLEY, KAT L." userId="9241683d-8f04-4a48-97ed-ea540ce14852" providerId="ADAL" clId="{DC8D97B5-EC1A-3E40-A765-AB8382270007}" dt="2025-01-08T10:44:29.465" v="10" actId="20577"/>
        <pc:sldMkLst>
          <pc:docMk/>
          <pc:sldMk cId="3314624661" sldId="34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66C330-046F-4AA0-9EEA-C261247ED125}" type="doc">
      <dgm:prSet loTypeId="urn:microsoft.com/office/officeart/2005/8/layout/hList1" loCatId="list" qsTypeId="urn:microsoft.com/office/officeart/2005/8/quickstyle/simple1" qsCatId="simple" csTypeId="urn:microsoft.com/office/officeart/2005/8/colors/accent2_2" csCatId="accent2"/>
      <dgm:spPr/>
      <dgm:t>
        <a:bodyPr/>
        <a:lstStyle/>
        <a:p>
          <a:endParaRPr lang="en-US"/>
        </a:p>
      </dgm:t>
    </dgm:pt>
    <dgm:pt modelId="{D9650DBD-C0C3-4BDF-B95C-F8677EAA6718}">
      <dgm:prSet/>
      <dgm:spPr/>
      <dgm:t>
        <a:bodyPr/>
        <a:lstStyle/>
        <a:p>
          <a:r>
            <a:rPr lang="en-GB"/>
            <a:t>Section 1</a:t>
          </a:r>
          <a:endParaRPr lang="en-US"/>
        </a:p>
      </dgm:t>
    </dgm:pt>
    <dgm:pt modelId="{331E2773-CA61-4D8B-BB62-1E2468352A28}" type="parTrans" cxnId="{360BF92D-E1C2-4E36-A92C-1FBA2002A669}">
      <dgm:prSet/>
      <dgm:spPr/>
      <dgm:t>
        <a:bodyPr/>
        <a:lstStyle/>
        <a:p>
          <a:endParaRPr lang="en-US"/>
        </a:p>
      </dgm:t>
    </dgm:pt>
    <dgm:pt modelId="{601F522A-3F69-4F69-99F5-469A32E58611}" type="sibTrans" cxnId="{360BF92D-E1C2-4E36-A92C-1FBA2002A669}">
      <dgm:prSet/>
      <dgm:spPr/>
      <dgm:t>
        <a:bodyPr/>
        <a:lstStyle/>
        <a:p>
          <a:endParaRPr lang="en-US"/>
        </a:p>
      </dgm:t>
    </dgm:pt>
    <dgm:pt modelId="{D3B721F2-4F96-4E27-9370-53AE0E521D4F}">
      <dgm:prSet/>
      <dgm:spPr/>
      <dgm:t>
        <a:bodyPr/>
        <a:lstStyle/>
        <a:p>
          <a:r>
            <a:rPr lang="en-GB" i="1"/>
            <a:t>A person is guilty of theft if he dishonestly appropriates property belonging to another with the intention of permanently depriving the other of it; and “thief” and “steal” shall be construed accordingly.</a:t>
          </a:r>
          <a:endParaRPr lang="en-US"/>
        </a:p>
      </dgm:t>
    </dgm:pt>
    <dgm:pt modelId="{8BBB7CE3-F579-4D49-AE5B-4A4B49982F36}" type="parTrans" cxnId="{422A4234-3651-4BD3-A435-F80E2C48329D}">
      <dgm:prSet/>
      <dgm:spPr/>
      <dgm:t>
        <a:bodyPr/>
        <a:lstStyle/>
        <a:p>
          <a:endParaRPr lang="en-US"/>
        </a:p>
      </dgm:t>
    </dgm:pt>
    <dgm:pt modelId="{090EB701-4DC8-45BA-B337-FAB422D8F88B}" type="sibTrans" cxnId="{422A4234-3651-4BD3-A435-F80E2C48329D}">
      <dgm:prSet/>
      <dgm:spPr/>
      <dgm:t>
        <a:bodyPr/>
        <a:lstStyle/>
        <a:p>
          <a:endParaRPr lang="en-US"/>
        </a:p>
      </dgm:t>
    </dgm:pt>
    <dgm:pt modelId="{FC6D1B70-2A6E-45B7-9107-01987CF6A10F}">
      <dgm:prSet/>
      <dgm:spPr/>
      <dgm:t>
        <a:bodyPr/>
        <a:lstStyle/>
        <a:p>
          <a:r>
            <a:rPr lang="en-GB"/>
            <a:t>Actus reus</a:t>
          </a:r>
          <a:endParaRPr lang="en-US"/>
        </a:p>
      </dgm:t>
    </dgm:pt>
    <dgm:pt modelId="{F982E37B-B39A-4236-8B18-43EFD6AC81D4}" type="parTrans" cxnId="{933B15E6-C250-4F41-A49B-B508861AC6B9}">
      <dgm:prSet/>
      <dgm:spPr/>
      <dgm:t>
        <a:bodyPr/>
        <a:lstStyle/>
        <a:p>
          <a:endParaRPr lang="en-US"/>
        </a:p>
      </dgm:t>
    </dgm:pt>
    <dgm:pt modelId="{77D9FD14-5564-46F1-B556-789F924B1608}" type="sibTrans" cxnId="{933B15E6-C250-4F41-A49B-B508861AC6B9}">
      <dgm:prSet/>
      <dgm:spPr/>
      <dgm:t>
        <a:bodyPr/>
        <a:lstStyle/>
        <a:p>
          <a:endParaRPr lang="en-US"/>
        </a:p>
      </dgm:t>
    </dgm:pt>
    <dgm:pt modelId="{8183E24E-A8F6-469D-B1C4-013B43034252}">
      <dgm:prSet/>
      <dgm:spPr/>
      <dgm:t>
        <a:bodyPr/>
        <a:lstStyle/>
        <a:p>
          <a:r>
            <a:rPr lang="en-GB"/>
            <a:t>appropriation </a:t>
          </a:r>
          <a:endParaRPr lang="en-US"/>
        </a:p>
      </dgm:t>
    </dgm:pt>
    <dgm:pt modelId="{0A179E05-97C5-4222-AAB5-56E85E41685A}" type="parTrans" cxnId="{D7C7D105-BC03-43E6-B814-CD8C7DC09F4E}">
      <dgm:prSet/>
      <dgm:spPr/>
      <dgm:t>
        <a:bodyPr/>
        <a:lstStyle/>
        <a:p>
          <a:endParaRPr lang="en-US"/>
        </a:p>
      </dgm:t>
    </dgm:pt>
    <dgm:pt modelId="{852517D8-586A-4026-805F-F6E156C00431}" type="sibTrans" cxnId="{D7C7D105-BC03-43E6-B814-CD8C7DC09F4E}">
      <dgm:prSet/>
      <dgm:spPr/>
      <dgm:t>
        <a:bodyPr/>
        <a:lstStyle/>
        <a:p>
          <a:endParaRPr lang="en-US"/>
        </a:p>
      </dgm:t>
    </dgm:pt>
    <dgm:pt modelId="{BF91E9CF-AF9D-41E3-958D-01BCA01726C7}">
      <dgm:prSet/>
      <dgm:spPr/>
      <dgm:t>
        <a:bodyPr/>
        <a:lstStyle/>
        <a:p>
          <a:r>
            <a:rPr lang="en-GB"/>
            <a:t>property </a:t>
          </a:r>
          <a:endParaRPr lang="en-US"/>
        </a:p>
      </dgm:t>
    </dgm:pt>
    <dgm:pt modelId="{86765581-086D-447F-AF7D-D2AFBEF50209}" type="parTrans" cxnId="{B100A1AC-3D19-4B5E-88F5-36FBC0D9F536}">
      <dgm:prSet/>
      <dgm:spPr/>
      <dgm:t>
        <a:bodyPr/>
        <a:lstStyle/>
        <a:p>
          <a:endParaRPr lang="en-US"/>
        </a:p>
      </dgm:t>
    </dgm:pt>
    <dgm:pt modelId="{39CF8BC3-BFF6-4A41-9836-618D1D44EE36}" type="sibTrans" cxnId="{B100A1AC-3D19-4B5E-88F5-36FBC0D9F536}">
      <dgm:prSet/>
      <dgm:spPr/>
      <dgm:t>
        <a:bodyPr/>
        <a:lstStyle/>
        <a:p>
          <a:endParaRPr lang="en-US"/>
        </a:p>
      </dgm:t>
    </dgm:pt>
    <dgm:pt modelId="{457B867E-B5AA-4ADA-97DC-443A07DFF786}">
      <dgm:prSet/>
      <dgm:spPr/>
      <dgm:t>
        <a:bodyPr/>
        <a:lstStyle/>
        <a:p>
          <a:r>
            <a:rPr lang="en-GB"/>
            <a:t>belonging to another</a:t>
          </a:r>
          <a:endParaRPr lang="en-US"/>
        </a:p>
      </dgm:t>
    </dgm:pt>
    <dgm:pt modelId="{4C7480F9-3C25-4D68-8C32-05C646B0A437}" type="parTrans" cxnId="{4C63B459-60F4-41E8-BDF7-A26AE1E6E51A}">
      <dgm:prSet/>
      <dgm:spPr/>
      <dgm:t>
        <a:bodyPr/>
        <a:lstStyle/>
        <a:p>
          <a:endParaRPr lang="en-US"/>
        </a:p>
      </dgm:t>
    </dgm:pt>
    <dgm:pt modelId="{C9972B34-6814-41C1-8977-F18B64F84D36}" type="sibTrans" cxnId="{4C63B459-60F4-41E8-BDF7-A26AE1E6E51A}">
      <dgm:prSet/>
      <dgm:spPr/>
      <dgm:t>
        <a:bodyPr/>
        <a:lstStyle/>
        <a:p>
          <a:endParaRPr lang="en-US"/>
        </a:p>
      </dgm:t>
    </dgm:pt>
    <dgm:pt modelId="{E323D3BA-ADA1-4AF7-85C1-78CBD4B36060}">
      <dgm:prSet/>
      <dgm:spPr/>
      <dgm:t>
        <a:bodyPr/>
        <a:lstStyle/>
        <a:p>
          <a:r>
            <a:rPr lang="en-GB"/>
            <a:t>Mens rea</a:t>
          </a:r>
          <a:endParaRPr lang="en-US"/>
        </a:p>
      </dgm:t>
    </dgm:pt>
    <dgm:pt modelId="{B7413A87-5FA9-4737-B720-AA4AAB8A06EF}" type="parTrans" cxnId="{542E82D5-D119-42FA-8517-F4C09BD57AA9}">
      <dgm:prSet/>
      <dgm:spPr/>
      <dgm:t>
        <a:bodyPr/>
        <a:lstStyle/>
        <a:p>
          <a:endParaRPr lang="en-US"/>
        </a:p>
      </dgm:t>
    </dgm:pt>
    <dgm:pt modelId="{7F000683-6104-4A1C-A1B5-176A86EB8C89}" type="sibTrans" cxnId="{542E82D5-D119-42FA-8517-F4C09BD57AA9}">
      <dgm:prSet/>
      <dgm:spPr/>
      <dgm:t>
        <a:bodyPr/>
        <a:lstStyle/>
        <a:p>
          <a:endParaRPr lang="en-US"/>
        </a:p>
      </dgm:t>
    </dgm:pt>
    <dgm:pt modelId="{00696727-20E6-4651-B29C-B3502419F11F}">
      <dgm:prSet/>
      <dgm:spPr/>
      <dgm:t>
        <a:bodyPr/>
        <a:lstStyle/>
        <a:p>
          <a:r>
            <a:rPr lang="en-GB"/>
            <a:t>intention permanently to deprive </a:t>
          </a:r>
          <a:endParaRPr lang="en-US"/>
        </a:p>
      </dgm:t>
    </dgm:pt>
    <dgm:pt modelId="{2DA565AE-1924-42F3-80ED-396A2BED1BE4}" type="parTrans" cxnId="{4258FB65-A94D-4B9E-9CC2-5672F48C3177}">
      <dgm:prSet/>
      <dgm:spPr/>
      <dgm:t>
        <a:bodyPr/>
        <a:lstStyle/>
        <a:p>
          <a:endParaRPr lang="en-US"/>
        </a:p>
      </dgm:t>
    </dgm:pt>
    <dgm:pt modelId="{AC2BCCD4-EB83-4BF1-8842-AE3BE0AD4D5E}" type="sibTrans" cxnId="{4258FB65-A94D-4B9E-9CC2-5672F48C3177}">
      <dgm:prSet/>
      <dgm:spPr/>
      <dgm:t>
        <a:bodyPr/>
        <a:lstStyle/>
        <a:p>
          <a:endParaRPr lang="en-US"/>
        </a:p>
      </dgm:t>
    </dgm:pt>
    <dgm:pt modelId="{2E3A41F3-FE63-4137-AB04-B25C5D85301A}">
      <dgm:prSet/>
      <dgm:spPr/>
      <dgm:t>
        <a:bodyPr/>
        <a:lstStyle/>
        <a:p>
          <a:r>
            <a:rPr lang="en-GB"/>
            <a:t>dishonesty</a:t>
          </a:r>
          <a:endParaRPr lang="en-US"/>
        </a:p>
      </dgm:t>
    </dgm:pt>
    <dgm:pt modelId="{0FBD1F21-92CC-422E-9F3E-B793FFE2A5C4}" type="parTrans" cxnId="{956649AE-D721-4C51-8291-962F3FBEBE04}">
      <dgm:prSet/>
      <dgm:spPr/>
      <dgm:t>
        <a:bodyPr/>
        <a:lstStyle/>
        <a:p>
          <a:endParaRPr lang="en-US"/>
        </a:p>
      </dgm:t>
    </dgm:pt>
    <dgm:pt modelId="{C6F69569-A037-42DC-8F85-DB0860B9822C}" type="sibTrans" cxnId="{956649AE-D721-4C51-8291-962F3FBEBE04}">
      <dgm:prSet/>
      <dgm:spPr/>
      <dgm:t>
        <a:bodyPr/>
        <a:lstStyle/>
        <a:p>
          <a:endParaRPr lang="en-US"/>
        </a:p>
      </dgm:t>
    </dgm:pt>
    <dgm:pt modelId="{B94B1AD3-EB69-9A42-BF0D-7BA782943F21}" type="pres">
      <dgm:prSet presAssocID="{1566C330-046F-4AA0-9EEA-C261247ED125}" presName="Name0" presStyleCnt="0">
        <dgm:presLayoutVars>
          <dgm:dir/>
          <dgm:animLvl val="lvl"/>
          <dgm:resizeHandles val="exact"/>
        </dgm:presLayoutVars>
      </dgm:prSet>
      <dgm:spPr/>
    </dgm:pt>
    <dgm:pt modelId="{080EF7EC-C1CE-504D-9F06-AFC5D9D156D5}" type="pres">
      <dgm:prSet presAssocID="{D9650DBD-C0C3-4BDF-B95C-F8677EAA6718}" presName="composite" presStyleCnt="0"/>
      <dgm:spPr/>
    </dgm:pt>
    <dgm:pt modelId="{63310AE7-9A71-E942-9AA2-932B83598F37}" type="pres">
      <dgm:prSet presAssocID="{D9650DBD-C0C3-4BDF-B95C-F8677EAA6718}" presName="parTx" presStyleLbl="alignNode1" presStyleIdx="0" presStyleCnt="3">
        <dgm:presLayoutVars>
          <dgm:chMax val="0"/>
          <dgm:chPref val="0"/>
          <dgm:bulletEnabled val="1"/>
        </dgm:presLayoutVars>
      </dgm:prSet>
      <dgm:spPr/>
    </dgm:pt>
    <dgm:pt modelId="{7CBF7C46-44DC-AC4A-82F3-534AAEABAADF}" type="pres">
      <dgm:prSet presAssocID="{D9650DBD-C0C3-4BDF-B95C-F8677EAA6718}" presName="desTx" presStyleLbl="alignAccFollowNode1" presStyleIdx="0" presStyleCnt="3">
        <dgm:presLayoutVars>
          <dgm:bulletEnabled val="1"/>
        </dgm:presLayoutVars>
      </dgm:prSet>
      <dgm:spPr/>
    </dgm:pt>
    <dgm:pt modelId="{0C8BC9EF-FF14-6F40-B049-E299C4747CB8}" type="pres">
      <dgm:prSet presAssocID="{601F522A-3F69-4F69-99F5-469A32E58611}" presName="space" presStyleCnt="0"/>
      <dgm:spPr/>
    </dgm:pt>
    <dgm:pt modelId="{D4A319EF-8C2D-9444-8548-9B473C0867BF}" type="pres">
      <dgm:prSet presAssocID="{FC6D1B70-2A6E-45B7-9107-01987CF6A10F}" presName="composite" presStyleCnt="0"/>
      <dgm:spPr/>
    </dgm:pt>
    <dgm:pt modelId="{42B6A65D-225A-7A47-927A-E783F9F6A57B}" type="pres">
      <dgm:prSet presAssocID="{FC6D1B70-2A6E-45B7-9107-01987CF6A10F}" presName="parTx" presStyleLbl="alignNode1" presStyleIdx="1" presStyleCnt="3">
        <dgm:presLayoutVars>
          <dgm:chMax val="0"/>
          <dgm:chPref val="0"/>
          <dgm:bulletEnabled val="1"/>
        </dgm:presLayoutVars>
      </dgm:prSet>
      <dgm:spPr/>
    </dgm:pt>
    <dgm:pt modelId="{803EC241-3DFE-C943-8793-0BE45111053A}" type="pres">
      <dgm:prSet presAssocID="{FC6D1B70-2A6E-45B7-9107-01987CF6A10F}" presName="desTx" presStyleLbl="alignAccFollowNode1" presStyleIdx="1" presStyleCnt="3">
        <dgm:presLayoutVars>
          <dgm:bulletEnabled val="1"/>
        </dgm:presLayoutVars>
      </dgm:prSet>
      <dgm:spPr/>
    </dgm:pt>
    <dgm:pt modelId="{0650A657-CB2B-D347-AD15-4B5D8C23BF5D}" type="pres">
      <dgm:prSet presAssocID="{77D9FD14-5564-46F1-B556-789F924B1608}" presName="space" presStyleCnt="0"/>
      <dgm:spPr/>
    </dgm:pt>
    <dgm:pt modelId="{1081BC5C-FA8A-2E43-AF3E-4871A22CB2E3}" type="pres">
      <dgm:prSet presAssocID="{E323D3BA-ADA1-4AF7-85C1-78CBD4B36060}" presName="composite" presStyleCnt="0"/>
      <dgm:spPr/>
    </dgm:pt>
    <dgm:pt modelId="{F0763119-BDAF-C042-8DA7-08E02C804A5E}" type="pres">
      <dgm:prSet presAssocID="{E323D3BA-ADA1-4AF7-85C1-78CBD4B36060}" presName="parTx" presStyleLbl="alignNode1" presStyleIdx="2" presStyleCnt="3">
        <dgm:presLayoutVars>
          <dgm:chMax val="0"/>
          <dgm:chPref val="0"/>
          <dgm:bulletEnabled val="1"/>
        </dgm:presLayoutVars>
      </dgm:prSet>
      <dgm:spPr/>
    </dgm:pt>
    <dgm:pt modelId="{60FF4EA7-EF28-524F-B1E7-866086833C8F}" type="pres">
      <dgm:prSet presAssocID="{E323D3BA-ADA1-4AF7-85C1-78CBD4B36060}" presName="desTx" presStyleLbl="alignAccFollowNode1" presStyleIdx="2" presStyleCnt="3">
        <dgm:presLayoutVars>
          <dgm:bulletEnabled val="1"/>
        </dgm:presLayoutVars>
      </dgm:prSet>
      <dgm:spPr/>
    </dgm:pt>
  </dgm:ptLst>
  <dgm:cxnLst>
    <dgm:cxn modelId="{D7C7D105-BC03-43E6-B814-CD8C7DC09F4E}" srcId="{FC6D1B70-2A6E-45B7-9107-01987CF6A10F}" destId="{8183E24E-A8F6-469D-B1C4-013B43034252}" srcOrd="0" destOrd="0" parTransId="{0A179E05-97C5-4222-AAB5-56E85E41685A}" sibTransId="{852517D8-586A-4026-805F-F6E156C00431}"/>
    <dgm:cxn modelId="{002A8B08-0FE3-264E-9285-D8E687D03B5A}" type="presOf" srcId="{E323D3BA-ADA1-4AF7-85C1-78CBD4B36060}" destId="{F0763119-BDAF-C042-8DA7-08E02C804A5E}" srcOrd="0" destOrd="0" presId="urn:microsoft.com/office/officeart/2005/8/layout/hList1"/>
    <dgm:cxn modelId="{DDB12B10-A3CE-F744-97E5-F58E73CD7AAD}" type="presOf" srcId="{BF91E9CF-AF9D-41E3-958D-01BCA01726C7}" destId="{803EC241-3DFE-C943-8793-0BE45111053A}" srcOrd="0" destOrd="1" presId="urn:microsoft.com/office/officeart/2005/8/layout/hList1"/>
    <dgm:cxn modelId="{353BC31E-D17E-704D-9636-21F02C3B40CE}" type="presOf" srcId="{457B867E-B5AA-4ADA-97DC-443A07DFF786}" destId="{803EC241-3DFE-C943-8793-0BE45111053A}" srcOrd="0" destOrd="2" presId="urn:microsoft.com/office/officeart/2005/8/layout/hList1"/>
    <dgm:cxn modelId="{360BF92D-E1C2-4E36-A92C-1FBA2002A669}" srcId="{1566C330-046F-4AA0-9EEA-C261247ED125}" destId="{D9650DBD-C0C3-4BDF-B95C-F8677EAA6718}" srcOrd="0" destOrd="0" parTransId="{331E2773-CA61-4D8B-BB62-1E2468352A28}" sibTransId="{601F522A-3F69-4F69-99F5-469A32E58611}"/>
    <dgm:cxn modelId="{422A4234-3651-4BD3-A435-F80E2C48329D}" srcId="{D9650DBD-C0C3-4BDF-B95C-F8677EAA6718}" destId="{D3B721F2-4F96-4E27-9370-53AE0E521D4F}" srcOrd="0" destOrd="0" parTransId="{8BBB7CE3-F579-4D49-AE5B-4A4B49982F36}" sibTransId="{090EB701-4DC8-45BA-B337-FAB422D8F88B}"/>
    <dgm:cxn modelId="{E54B643A-5D14-F145-8B7F-DFB65B3BEF2B}" type="presOf" srcId="{D9650DBD-C0C3-4BDF-B95C-F8677EAA6718}" destId="{63310AE7-9A71-E942-9AA2-932B83598F37}" srcOrd="0" destOrd="0" presId="urn:microsoft.com/office/officeart/2005/8/layout/hList1"/>
    <dgm:cxn modelId="{4C63B459-60F4-41E8-BDF7-A26AE1E6E51A}" srcId="{FC6D1B70-2A6E-45B7-9107-01987CF6A10F}" destId="{457B867E-B5AA-4ADA-97DC-443A07DFF786}" srcOrd="2" destOrd="0" parTransId="{4C7480F9-3C25-4D68-8C32-05C646B0A437}" sibTransId="{C9972B34-6814-41C1-8977-F18B64F84D36}"/>
    <dgm:cxn modelId="{4258FB65-A94D-4B9E-9CC2-5672F48C3177}" srcId="{E323D3BA-ADA1-4AF7-85C1-78CBD4B36060}" destId="{00696727-20E6-4651-B29C-B3502419F11F}" srcOrd="0" destOrd="0" parTransId="{2DA565AE-1924-42F3-80ED-396A2BED1BE4}" sibTransId="{AC2BCCD4-EB83-4BF1-8842-AE3BE0AD4D5E}"/>
    <dgm:cxn modelId="{6103FD69-4470-2348-B458-C38A95143828}" type="presOf" srcId="{FC6D1B70-2A6E-45B7-9107-01987CF6A10F}" destId="{42B6A65D-225A-7A47-927A-E783F9F6A57B}" srcOrd="0" destOrd="0" presId="urn:microsoft.com/office/officeart/2005/8/layout/hList1"/>
    <dgm:cxn modelId="{6A3EE684-71DA-C842-9C33-24B0FCC6EE0E}" type="presOf" srcId="{D3B721F2-4F96-4E27-9370-53AE0E521D4F}" destId="{7CBF7C46-44DC-AC4A-82F3-534AAEABAADF}" srcOrd="0" destOrd="0" presId="urn:microsoft.com/office/officeart/2005/8/layout/hList1"/>
    <dgm:cxn modelId="{4CDF2788-1422-0843-875B-922209267BAA}" type="presOf" srcId="{00696727-20E6-4651-B29C-B3502419F11F}" destId="{60FF4EA7-EF28-524F-B1E7-866086833C8F}" srcOrd="0" destOrd="0" presId="urn:microsoft.com/office/officeart/2005/8/layout/hList1"/>
    <dgm:cxn modelId="{1F0C52A8-E722-6747-9DC8-C71F5C507310}" type="presOf" srcId="{1566C330-046F-4AA0-9EEA-C261247ED125}" destId="{B94B1AD3-EB69-9A42-BF0D-7BA782943F21}" srcOrd="0" destOrd="0" presId="urn:microsoft.com/office/officeart/2005/8/layout/hList1"/>
    <dgm:cxn modelId="{B100A1AC-3D19-4B5E-88F5-36FBC0D9F536}" srcId="{FC6D1B70-2A6E-45B7-9107-01987CF6A10F}" destId="{BF91E9CF-AF9D-41E3-958D-01BCA01726C7}" srcOrd="1" destOrd="0" parTransId="{86765581-086D-447F-AF7D-D2AFBEF50209}" sibTransId="{39CF8BC3-BFF6-4A41-9836-618D1D44EE36}"/>
    <dgm:cxn modelId="{956649AE-D721-4C51-8291-962F3FBEBE04}" srcId="{E323D3BA-ADA1-4AF7-85C1-78CBD4B36060}" destId="{2E3A41F3-FE63-4137-AB04-B25C5D85301A}" srcOrd="1" destOrd="0" parTransId="{0FBD1F21-92CC-422E-9F3E-B793FFE2A5C4}" sibTransId="{C6F69569-A037-42DC-8F85-DB0860B9822C}"/>
    <dgm:cxn modelId="{B1B28AB0-4E08-FB43-B05D-35BA850696E3}" type="presOf" srcId="{8183E24E-A8F6-469D-B1C4-013B43034252}" destId="{803EC241-3DFE-C943-8793-0BE45111053A}" srcOrd="0" destOrd="0" presId="urn:microsoft.com/office/officeart/2005/8/layout/hList1"/>
    <dgm:cxn modelId="{542E82D5-D119-42FA-8517-F4C09BD57AA9}" srcId="{1566C330-046F-4AA0-9EEA-C261247ED125}" destId="{E323D3BA-ADA1-4AF7-85C1-78CBD4B36060}" srcOrd="2" destOrd="0" parTransId="{B7413A87-5FA9-4737-B720-AA4AAB8A06EF}" sibTransId="{7F000683-6104-4A1C-A1B5-176A86EB8C89}"/>
    <dgm:cxn modelId="{933B15E6-C250-4F41-A49B-B508861AC6B9}" srcId="{1566C330-046F-4AA0-9EEA-C261247ED125}" destId="{FC6D1B70-2A6E-45B7-9107-01987CF6A10F}" srcOrd="1" destOrd="0" parTransId="{F982E37B-B39A-4236-8B18-43EFD6AC81D4}" sibTransId="{77D9FD14-5564-46F1-B556-789F924B1608}"/>
    <dgm:cxn modelId="{7EB3F0E7-F3E6-3842-90EF-0E78CE8964F8}" type="presOf" srcId="{2E3A41F3-FE63-4137-AB04-B25C5D85301A}" destId="{60FF4EA7-EF28-524F-B1E7-866086833C8F}" srcOrd="0" destOrd="1" presId="urn:microsoft.com/office/officeart/2005/8/layout/hList1"/>
    <dgm:cxn modelId="{97BD76BC-74E2-4440-B983-2E3B41D672FA}" type="presParOf" srcId="{B94B1AD3-EB69-9A42-BF0D-7BA782943F21}" destId="{080EF7EC-C1CE-504D-9F06-AFC5D9D156D5}" srcOrd="0" destOrd="0" presId="urn:microsoft.com/office/officeart/2005/8/layout/hList1"/>
    <dgm:cxn modelId="{C052EC40-1543-4141-913C-D32DCD9498BC}" type="presParOf" srcId="{080EF7EC-C1CE-504D-9F06-AFC5D9D156D5}" destId="{63310AE7-9A71-E942-9AA2-932B83598F37}" srcOrd="0" destOrd="0" presId="urn:microsoft.com/office/officeart/2005/8/layout/hList1"/>
    <dgm:cxn modelId="{9D5868A9-0A76-D745-8277-3C0E8818EF40}" type="presParOf" srcId="{080EF7EC-C1CE-504D-9F06-AFC5D9D156D5}" destId="{7CBF7C46-44DC-AC4A-82F3-534AAEABAADF}" srcOrd="1" destOrd="0" presId="urn:microsoft.com/office/officeart/2005/8/layout/hList1"/>
    <dgm:cxn modelId="{726CF004-EF8D-E242-BD81-9DD403D9C608}" type="presParOf" srcId="{B94B1AD3-EB69-9A42-BF0D-7BA782943F21}" destId="{0C8BC9EF-FF14-6F40-B049-E299C4747CB8}" srcOrd="1" destOrd="0" presId="urn:microsoft.com/office/officeart/2005/8/layout/hList1"/>
    <dgm:cxn modelId="{3F3364F7-2F66-E149-9A26-5B99C0A3F649}" type="presParOf" srcId="{B94B1AD3-EB69-9A42-BF0D-7BA782943F21}" destId="{D4A319EF-8C2D-9444-8548-9B473C0867BF}" srcOrd="2" destOrd="0" presId="urn:microsoft.com/office/officeart/2005/8/layout/hList1"/>
    <dgm:cxn modelId="{DFAE324A-0A99-D340-8234-A02C2AD1D47D}" type="presParOf" srcId="{D4A319EF-8C2D-9444-8548-9B473C0867BF}" destId="{42B6A65D-225A-7A47-927A-E783F9F6A57B}" srcOrd="0" destOrd="0" presId="urn:microsoft.com/office/officeart/2005/8/layout/hList1"/>
    <dgm:cxn modelId="{B2BDAACF-D6B5-E54F-B6FA-91AB731E74D8}" type="presParOf" srcId="{D4A319EF-8C2D-9444-8548-9B473C0867BF}" destId="{803EC241-3DFE-C943-8793-0BE45111053A}" srcOrd="1" destOrd="0" presId="urn:microsoft.com/office/officeart/2005/8/layout/hList1"/>
    <dgm:cxn modelId="{9D42B0B3-2440-A144-A9B2-355E70CAAB42}" type="presParOf" srcId="{B94B1AD3-EB69-9A42-BF0D-7BA782943F21}" destId="{0650A657-CB2B-D347-AD15-4B5D8C23BF5D}" srcOrd="3" destOrd="0" presId="urn:microsoft.com/office/officeart/2005/8/layout/hList1"/>
    <dgm:cxn modelId="{64171859-A095-C94C-A76A-D9FCB0F1AB6D}" type="presParOf" srcId="{B94B1AD3-EB69-9A42-BF0D-7BA782943F21}" destId="{1081BC5C-FA8A-2E43-AF3E-4871A22CB2E3}" srcOrd="4" destOrd="0" presId="urn:microsoft.com/office/officeart/2005/8/layout/hList1"/>
    <dgm:cxn modelId="{D00D5E97-437C-D340-A29A-3F395FF0C9E5}" type="presParOf" srcId="{1081BC5C-FA8A-2E43-AF3E-4871A22CB2E3}" destId="{F0763119-BDAF-C042-8DA7-08E02C804A5E}" srcOrd="0" destOrd="0" presId="urn:microsoft.com/office/officeart/2005/8/layout/hList1"/>
    <dgm:cxn modelId="{7BD9F714-C749-3F4E-AB12-E74F50F941BB}" type="presParOf" srcId="{1081BC5C-FA8A-2E43-AF3E-4871A22CB2E3}" destId="{60FF4EA7-EF28-524F-B1E7-866086833C8F}"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EBA98F4-EE36-44DA-8F8C-492116B69635}" type="doc">
      <dgm:prSet loTypeId="urn:microsoft.com/office/officeart/2005/8/layout/hProcess9" loCatId="process" qsTypeId="urn:microsoft.com/office/officeart/2005/8/quickstyle/simple1" qsCatId="simple" csTypeId="urn:microsoft.com/office/officeart/2005/8/colors/accent0_2" csCatId="mainScheme" phldr="1"/>
      <dgm:spPr/>
    </dgm:pt>
    <dgm:pt modelId="{65F3A2B1-0EDB-42D7-8E2D-DC007585B115}">
      <dgm:prSet phldrT="[Text]"/>
      <dgm:spPr/>
      <dgm:t>
        <a:bodyPr/>
        <a:lstStyle/>
        <a:p>
          <a:r>
            <a:rPr lang="en-US" dirty="0"/>
            <a:t>Appropriation</a:t>
          </a:r>
        </a:p>
      </dgm:t>
    </dgm:pt>
    <dgm:pt modelId="{1319625F-CF9F-4ED3-8C07-4D46A8798A21}" type="parTrans" cxnId="{9810F358-7900-4174-A5FE-65420B113F1B}">
      <dgm:prSet/>
      <dgm:spPr/>
      <dgm:t>
        <a:bodyPr/>
        <a:lstStyle/>
        <a:p>
          <a:endParaRPr lang="en-US"/>
        </a:p>
      </dgm:t>
    </dgm:pt>
    <dgm:pt modelId="{2A65FE2B-EBCF-4B51-B003-AA69EFB0DAAB}" type="sibTrans" cxnId="{9810F358-7900-4174-A5FE-65420B113F1B}">
      <dgm:prSet/>
      <dgm:spPr/>
      <dgm:t>
        <a:bodyPr/>
        <a:lstStyle/>
        <a:p>
          <a:endParaRPr lang="en-US"/>
        </a:p>
      </dgm:t>
    </dgm:pt>
    <dgm:pt modelId="{2FA29782-A3B4-4C9A-8CD3-AEEC3E8B2621}">
      <dgm:prSet phldrT="[Text]"/>
      <dgm:spPr/>
      <dgm:t>
        <a:bodyPr/>
        <a:lstStyle/>
        <a:p>
          <a:r>
            <a:rPr lang="en-US"/>
            <a:t>Property</a:t>
          </a:r>
          <a:endParaRPr lang="en-US" dirty="0"/>
        </a:p>
      </dgm:t>
    </dgm:pt>
    <dgm:pt modelId="{F8431013-952E-4534-A401-CCBD6CA240A2}" type="parTrans" cxnId="{12865F4D-5483-4CD7-8352-BB9F7504F38D}">
      <dgm:prSet/>
      <dgm:spPr/>
      <dgm:t>
        <a:bodyPr/>
        <a:lstStyle/>
        <a:p>
          <a:endParaRPr lang="en-US"/>
        </a:p>
      </dgm:t>
    </dgm:pt>
    <dgm:pt modelId="{61A0B22E-FE8C-48D1-B1E6-0D81E346E683}" type="sibTrans" cxnId="{12865F4D-5483-4CD7-8352-BB9F7504F38D}">
      <dgm:prSet/>
      <dgm:spPr/>
      <dgm:t>
        <a:bodyPr/>
        <a:lstStyle/>
        <a:p>
          <a:endParaRPr lang="en-US"/>
        </a:p>
      </dgm:t>
    </dgm:pt>
    <dgm:pt modelId="{8F4EB7CA-5589-46A8-9926-FEFC8575F1CC}">
      <dgm:prSet phldrT="[Text]"/>
      <dgm:spPr/>
      <dgm:t>
        <a:bodyPr/>
        <a:lstStyle/>
        <a:p>
          <a:r>
            <a:rPr lang="en-US" dirty="0"/>
            <a:t>Belonging to another</a:t>
          </a:r>
        </a:p>
      </dgm:t>
    </dgm:pt>
    <dgm:pt modelId="{C6B06B04-6880-4BCC-A3EA-403045F867E0}" type="parTrans" cxnId="{14AB833A-7B96-45E8-AD2F-B3EF8CD1A0A5}">
      <dgm:prSet/>
      <dgm:spPr/>
      <dgm:t>
        <a:bodyPr/>
        <a:lstStyle/>
        <a:p>
          <a:endParaRPr lang="en-US"/>
        </a:p>
      </dgm:t>
    </dgm:pt>
    <dgm:pt modelId="{4FC71A76-ED92-41B7-90F1-5A5ECB59E6CE}" type="sibTrans" cxnId="{14AB833A-7B96-45E8-AD2F-B3EF8CD1A0A5}">
      <dgm:prSet/>
      <dgm:spPr/>
      <dgm:t>
        <a:bodyPr/>
        <a:lstStyle/>
        <a:p>
          <a:endParaRPr lang="en-US"/>
        </a:p>
      </dgm:t>
    </dgm:pt>
    <dgm:pt modelId="{B9C878D3-4593-4129-99E0-619491558BEF}" type="pres">
      <dgm:prSet presAssocID="{DEBA98F4-EE36-44DA-8F8C-492116B69635}" presName="CompostProcess" presStyleCnt="0">
        <dgm:presLayoutVars>
          <dgm:dir/>
          <dgm:resizeHandles val="exact"/>
        </dgm:presLayoutVars>
      </dgm:prSet>
      <dgm:spPr/>
    </dgm:pt>
    <dgm:pt modelId="{F2113F44-FA7B-4F42-A625-34ADF8FAFE16}" type="pres">
      <dgm:prSet presAssocID="{DEBA98F4-EE36-44DA-8F8C-492116B69635}" presName="arrow" presStyleLbl="bgShp" presStyleIdx="0" presStyleCnt="1"/>
      <dgm:spPr/>
    </dgm:pt>
    <dgm:pt modelId="{3BAC650D-D895-4DC1-B91E-0ADFB03976D8}" type="pres">
      <dgm:prSet presAssocID="{DEBA98F4-EE36-44DA-8F8C-492116B69635}" presName="linearProcess" presStyleCnt="0"/>
      <dgm:spPr/>
    </dgm:pt>
    <dgm:pt modelId="{975CE1DF-CDE7-4B11-B057-D57F80E4F8CD}" type="pres">
      <dgm:prSet presAssocID="{65F3A2B1-0EDB-42D7-8E2D-DC007585B115}" presName="textNode" presStyleLbl="node1" presStyleIdx="0" presStyleCnt="3">
        <dgm:presLayoutVars>
          <dgm:bulletEnabled val="1"/>
        </dgm:presLayoutVars>
      </dgm:prSet>
      <dgm:spPr/>
    </dgm:pt>
    <dgm:pt modelId="{C883E486-E309-4A97-B6D5-252E4BA90946}" type="pres">
      <dgm:prSet presAssocID="{2A65FE2B-EBCF-4B51-B003-AA69EFB0DAAB}" presName="sibTrans" presStyleCnt="0"/>
      <dgm:spPr/>
    </dgm:pt>
    <dgm:pt modelId="{91DC2C3B-6C5D-4921-8F05-0E3070BE64AE}" type="pres">
      <dgm:prSet presAssocID="{2FA29782-A3B4-4C9A-8CD3-AEEC3E8B2621}" presName="textNode" presStyleLbl="node1" presStyleIdx="1" presStyleCnt="3">
        <dgm:presLayoutVars>
          <dgm:bulletEnabled val="1"/>
        </dgm:presLayoutVars>
      </dgm:prSet>
      <dgm:spPr/>
    </dgm:pt>
    <dgm:pt modelId="{5776D04D-E282-49D0-8119-A92111AD5D21}" type="pres">
      <dgm:prSet presAssocID="{61A0B22E-FE8C-48D1-B1E6-0D81E346E683}" presName="sibTrans" presStyleCnt="0"/>
      <dgm:spPr/>
    </dgm:pt>
    <dgm:pt modelId="{97F921E1-0588-420D-B362-E8F46698262A}" type="pres">
      <dgm:prSet presAssocID="{8F4EB7CA-5589-46A8-9926-FEFC8575F1CC}" presName="textNode" presStyleLbl="node1" presStyleIdx="2" presStyleCnt="3">
        <dgm:presLayoutVars>
          <dgm:bulletEnabled val="1"/>
        </dgm:presLayoutVars>
      </dgm:prSet>
      <dgm:spPr/>
    </dgm:pt>
  </dgm:ptLst>
  <dgm:cxnLst>
    <dgm:cxn modelId="{CE76D232-F493-4D1F-8A8C-1D500FC8C27C}" type="presOf" srcId="{2FA29782-A3B4-4C9A-8CD3-AEEC3E8B2621}" destId="{91DC2C3B-6C5D-4921-8F05-0E3070BE64AE}" srcOrd="0" destOrd="0" presId="urn:microsoft.com/office/officeart/2005/8/layout/hProcess9"/>
    <dgm:cxn modelId="{14AB833A-7B96-45E8-AD2F-B3EF8CD1A0A5}" srcId="{DEBA98F4-EE36-44DA-8F8C-492116B69635}" destId="{8F4EB7CA-5589-46A8-9926-FEFC8575F1CC}" srcOrd="2" destOrd="0" parTransId="{C6B06B04-6880-4BCC-A3EA-403045F867E0}" sibTransId="{4FC71A76-ED92-41B7-90F1-5A5ECB59E6CE}"/>
    <dgm:cxn modelId="{12865F4D-5483-4CD7-8352-BB9F7504F38D}" srcId="{DEBA98F4-EE36-44DA-8F8C-492116B69635}" destId="{2FA29782-A3B4-4C9A-8CD3-AEEC3E8B2621}" srcOrd="1" destOrd="0" parTransId="{F8431013-952E-4534-A401-CCBD6CA240A2}" sibTransId="{61A0B22E-FE8C-48D1-B1E6-0D81E346E683}"/>
    <dgm:cxn modelId="{9810F358-7900-4174-A5FE-65420B113F1B}" srcId="{DEBA98F4-EE36-44DA-8F8C-492116B69635}" destId="{65F3A2B1-0EDB-42D7-8E2D-DC007585B115}" srcOrd="0" destOrd="0" parTransId="{1319625F-CF9F-4ED3-8C07-4D46A8798A21}" sibTransId="{2A65FE2B-EBCF-4B51-B003-AA69EFB0DAAB}"/>
    <dgm:cxn modelId="{05A74360-5C6A-473B-9836-11CA64B99A43}" type="presOf" srcId="{8F4EB7CA-5589-46A8-9926-FEFC8575F1CC}" destId="{97F921E1-0588-420D-B362-E8F46698262A}" srcOrd="0" destOrd="0" presId="urn:microsoft.com/office/officeart/2005/8/layout/hProcess9"/>
    <dgm:cxn modelId="{11A41F8E-A0B5-443D-83D8-7C1B05072CFD}" type="presOf" srcId="{65F3A2B1-0EDB-42D7-8E2D-DC007585B115}" destId="{975CE1DF-CDE7-4B11-B057-D57F80E4F8CD}" srcOrd="0" destOrd="0" presId="urn:microsoft.com/office/officeart/2005/8/layout/hProcess9"/>
    <dgm:cxn modelId="{46AC39E1-D269-4AD1-9986-3BBE88C49ACF}" type="presOf" srcId="{DEBA98F4-EE36-44DA-8F8C-492116B69635}" destId="{B9C878D3-4593-4129-99E0-619491558BEF}" srcOrd="0" destOrd="0" presId="urn:microsoft.com/office/officeart/2005/8/layout/hProcess9"/>
    <dgm:cxn modelId="{C75BEEE1-3F61-4227-ACB9-465C059AEF8B}" type="presParOf" srcId="{B9C878D3-4593-4129-99E0-619491558BEF}" destId="{F2113F44-FA7B-4F42-A625-34ADF8FAFE16}" srcOrd="0" destOrd="0" presId="urn:microsoft.com/office/officeart/2005/8/layout/hProcess9"/>
    <dgm:cxn modelId="{94610B82-F6BB-4B9D-B8F8-AF48CE8628FF}" type="presParOf" srcId="{B9C878D3-4593-4129-99E0-619491558BEF}" destId="{3BAC650D-D895-4DC1-B91E-0ADFB03976D8}" srcOrd="1" destOrd="0" presId="urn:microsoft.com/office/officeart/2005/8/layout/hProcess9"/>
    <dgm:cxn modelId="{0C8D40CE-354B-4846-997E-1FAE2ACDA1C0}" type="presParOf" srcId="{3BAC650D-D895-4DC1-B91E-0ADFB03976D8}" destId="{975CE1DF-CDE7-4B11-B057-D57F80E4F8CD}" srcOrd="0" destOrd="0" presId="urn:microsoft.com/office/officeart/2005/8/layout/hProcess9"/>
    <dgm:cxn modelId="{DFC7819E-88CE-4A90-9D44-10DA01DC80F7}" type="presParOf" srcId="{3BAC650D-D895-4DC1-B91E-0ADFB03976D8}" destId="{C883E486-E309-4A97-B6D5-252E4BA90946}" srcOrd="1" destOrd="0" presId="urn:microsoft.com/office/officeart/2005/8/layout/hProcess9"/>
    <dgm:cxn modelId="{8029BF19-7052-4FF8-BC2F-240629F51A21}" type="presParOf" srcId="{3BAC650D-D895-4DC1-B91E-0ADFB03976D8}" destId="{91DC2C3B-6C5D-4921-8F05-0E3070BE64AE}" srcOrd="2" destOrd="0" presId="urn:microsoft.com/office/officeart/2005/8/layout/hProcess9"/>
    <dgm:cxn modelId="{6FEA65F0-9888-4B24-A22D-53C1D7A6E7DD}" type="presParOf" srcId="{3BAC650D-D895-4DC1-B91E-0ADFB03976D8}" destId="{5776D04D-E282-49D0-8119-A92111AD5D21}" srcOrd="3" destOrd="0" presId="urn:microsoft.com/office/officeart/2005/8/layout/hProcess9"/>
    <dgm:cxn modelId="{F53CB3BC-3315-42E8-8A55-0B7AA715C651}" type="presParOf" srcId="{3BAC650D-D895-4DC1-B91E-0ADFB03976D8}" destId="{97F921E1-0588-420D-B362-E8F46698262A}"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E86E965-6DAE-4BAD-8834-8B742193D8C5}" type="doc">
      <dgm:prSet loTypeId="urn:microsoft.com/office/officeart/2005/8/layout/list1" loCatId="list" qsTypeId="urn:microsoft.com/office/officeart/2005/8/quickstyle/simple1" qsCatId="simple" csTypeId="urn:microsoft.com/office/officeart/2005/8/colors/accent0_2" csCatId="mainScheme" phldr="1"/>
      <dgm:spPr/>
      <dgm:t>
        <a:bodyPr/>
        <a:lstStyle/>
        <a:p>
          <a:endParaRPr lang="en-GB"/>
        </a:p>
      </dgm:t>
    </dgm:pt>
    <dgm:pt modelId="{A8DEAC6D-3245-4443-9AF8-3E845582E514}">
      <dgm:prSet phldrT="[Text]"/>
      <dgm:spPr/>
      <dgm:t>
        <a:bodyPr/>
        <a:lstStyle/>
        <a:p>
          <a:r>
            <a:rPr lang="en-GB" dirty="0"/>
            <a:t>Dishonesty</a:t>
          </a:r>
        </a:p>
      </dgm:t>
    </dgm:pt>
    <dgm:pt modelId="{2312DF60-8F5C-4B73-927F-68608B895FC5}" type="parTrans" cxnId="{698FABC2-5BC9-42E4-85A7-334624E6F0EC}">
      <dgm:prSet/>
      <dgm:spPr/>
      <dgm:t>
        <a:bodyPr/>
        <a:lstStyle/>
        <a:p>
          <a:endParaRPr lang="en-GB"/>
        </a:p>
      </dgm:t>
    </dgm:pt>
    <dgm:pt modelId="{032C78E0-4D26-4DFF-A42B-795150FEB65C}" type="sibTrans" cxnId="{698FABC2-5BC9-42E4-85A7-334624E6F0EC}">
      <dgm:prSet/>
      <dgm:spPr/>
      <dgm:t>
        <a:bodyPr/>
        <a:lstStyle/>
        <a:p>
          <a:endParaRPr lang="en-GB"/>
        </a:p>
      </dgm:t>
    </dgm:pt>
    <dgm:pt modelId="{B50095CC-1313-41E7-854D-0FA93FDF4464}">
      <dgm:prSet phldrT="[Text]"/>
      <dgm:spPr/>
      <dgm:t>
        <a:bodyPr/>
        <a:lstStyle/>
        <a:p>
          <a:r>
            <a:rPr lang="en-GB" dirty="0"/>
            <a:t>Intention permanently to deprive</a:t>
          </a:r>
        </a:p>
      </dgm:t>
    </dgm:pt>
    <dgm:pt modelId="{FF9CAFCB-C0D0-4B44-83FE-EF0C301BD449}" type="parTrans" cxnId="{F2C51A2E-F26E-4AE1-88C1-9907F7E159CB}">
      <dgm:prSet/>
      <dgm:spPr/>
      <dgm:t>
        <a:bodyPr/>
        <a:lstStyle/>
        <a:p>
          <a:endParaRPr lang="en-GB"/>
        </a:p>
      </dgm:t>
    </dgm:pt>
    <dgm:pt modelId="{CB97C537-E74D-40B4-AE13-4BAB9B695A8B}" type="sibTrans" cxnId="{F2C51A2E-F26E-4AE1-88C1-9907F7E159CB}">
      <dgm:prSet/>
      <dgm:spPr/>
      <dgm:t>
        <a:bodyPr/>
        <a:lstStyle/>
        <a:p>
          <a:endParaRPr lang="en-GB"/>
        </a:p>
      </dgm:t>
    </dgm:pt>
    <dgm:pt modelId="{DD6AD76E-E291-404B-8C37-32C35388535C}" type="pres">
      <dgm:prSet presAssocID="{5E86E965-6DAE-4BAD-8834-8B742193D8C5}" presName="linear" presStyleCnt="0">
        <dgm:presLayoutVars>
          <dgm:dir/>
          <dgm:animLvl val="lvl"/>
          <dgm:resizeHandles val="exact"/>
        </dgm:presLayoutVars>
      </dgm:prSet>
      <dgm:spPr/>
    </dgm:pt>
    <dgm:pt modelId="{E5A5E2EE-80F5-4130-9A4C-4CE590E9752C}" type="pres">
      <dgm:prSet presAssocID="{A8DEAC6D-3245-4443-9AF8-3E845582E514}" presName="parentLin" presStyleCnt="0"/>
      <dgm:spPr/>
    </dgm:pt>
    <dgm:pt modelId="{9BD893F0-41B2-49BE-B2F3-652BF897CA4E}" type="pres">
      <dgm:prSet presAssocID="{A8DEAC6D-3245-4443-9AF8-3E845582E514}" presName="parentLeftMargin" presStyleLbl="node1" presStyleIdx="0" presStyleCnt="2"/>
      <dgm:spPr/>
    </dgm:pt>
    <dgm:pt modelId="{1BA2F8B8-DE15-4A06-835D-65339590E2DF}" type="pres">
      <dgm:prSet presAssocID="{A8DEAC6D-3245-4443-9AF8-3E845582E514}" presName="parentText" presStyleLbl="node1" presStyleIdx="0" presStyleCnt="2">
        <dgm:presLayoutVars>
          <dgm:chMax val="0"/>
          <dgm:bulletEnabled val="1"/>
        </dgm:presLayoutVars>
      </dgm:prSet>
      <dgm:spPr/>
    </dgm:pt>
    <dgm:pt modelId="{6EE3D355-3CA8-4B3B-ACC3-328A67041AED}" type="pres">
      <dgm:prSet presAssocID="{A8DEAC6D-3245-4443-9AF8-3E845582E514}" presName="negativeSpace" presStyleCnt="0"/>
      <dgm:spPr/>
    </dgm:pt>
    <dgm:pt modelId="{288A57E7-D3BF-4967-A436-98D88762EF4B}" type="pres">
      <dgm:prSet presAssocID="{A8DEAC6D-3245-4443-9AF8-3E845582E514}" presName="childText" presStyleLbl="conFgAcc1" presStyleIdx="0" presStyleCnt="2">
        <dgm:presLayoutVars>
          <dgm:bulletEnabled val="1"/>
        </dgm:presLayoutVars>
      </dgm:prSet>
      <dgm:spPr/>
    </dgm:pt>
    <dgm:pt modelId="{05DD320A-D98F-49AE-B853-36483E6DDAE8}" type="pres">
      <dgm:prSet presAssocID="{032C78E0-4D26-4DFF-A42B-795150FEB65C}" presName="spaceBetweenRectangles" presStyleCnt="0"/>
      <dgm:spPr/>
    </dgm:pt>
    <dgm:pt modelId="{66CF7FEF-6B4D-4470-93F0-0E04FA1E6076}" type="pres">
      <dgm:prSet presAssocID="{B50095CC-1313-41E7-854D-0FA93FDF4464}" presName="parentLin" presStyleCnt="0"/>
      <dgm:spPr/>
    </dgm:pt>
    <dgm:pt modelId="{923945C5-01BF-477A-853D-D5C480405851}" type="pres">
      <dgm:prSet presAssocID="{B50095CC-1313-41E7-854D-0FA93FDF4464}" presName="parentLeftMargin" presStyleLbl="node1" presStyleIdx="0" presStyleCnt="2"/>
      <dgm:spPr/>
    </dgm:pt>
    <dgm:pt modelId="{F0FB58EC-01EE-4015-A9FC-787DF7FC0477}" type="pres">
      <dgm:prSet presAssocID="{B50095CC-1313-41E7-854D-0FA93FDF4464}" presName="parentText" presStyleLbl="node1" presStyleIdx="1" presStyleCnt="2">
        <dgm:presLayoutVars>
          <dgm:chMax val="0"/>
          <dgm:bulletEnabled val="1"/>
        </dgm:presLayoutVars>
      </dgm:prSet>
      <dgm:spPr/>
    </dgm:pt>
    <dgm:pt modelId="{08BBA791-4B20-4A8F-80CB-16AA688C5522}" type="pres">
      <dgm:prSet presAssocID="{B50095CC-1313-41E7-854D-0FA93FDF4464}" presName="negativeSpace" presStyleCnt="0"/>
      <dgm:spPr/>
    </dgm:pt>
    <dgm:pt modelId="{3DB51F72-6FFB-4730-89D6-F36AFBC55667}" type="pres">
      <dgm:prSet presAssocID="{B50095CC-1313-41E7-854D-0FA93FDF4464}" presName="childText" presStyleLbl="conFgAcc1" presStyleIdx="1" presStyleCnt="2">
        <dgm:presLayoutVars>
          <dgm:bulletEnabled val="1"/>
        </dgm:presLayoutVars>
      </dgm:prSet>
      <dgm:spPr/>
    </dgm:pt>
  </dgm:ptLst>
  <dgm:cxnLst>
    <dgm:cxn modelId="{2DCD2A19-22F2-4BFE-AB72-F3E8FC621166}" type="presOf" srcId="{A8DEAC6D-3245-4443-9AF8-3E845582E514}" destId="{1BA2F8B8-DE15-4A06-835D-65339590E2DF}" srcOrd="1" destOrd="0" presId="urn:microsoft.com/office/officeart/2005/8/layout/list1"/>
    <dgm:cxn modelId="{B6072029-69AE-4EA5-BA89-0F9A257B485A}" type="presOf" srcId="{B50095CC-1313-41E7-854D-0FA93FDF4464}" destId="{F0FB58EC-01EE-4015-A9FC-787DF7FC0477}" srcOrd="1" destOrd="0" presId="urn:microsoft.com/office/officeart/2005/8/layout/list1"/>
    <dgm:cxn modelId="{F2C51A2E-F26E-4AE1-88C1-9907F7E159CB}" srcId="{5E86E965-6DAE-4BAD-8834-8B742193D8C5}" destId="{B50095CC-1313-41E7-854D-0FA93FDF4464}" srcOrd="1" destOrd="0" parTransId="{FF9CAFCB-C0D0-4B44-83FE-EF0C301BD449}" sibTransId="{CB97C537-E74D-40B4-AE13-4BAB9B695A8B}"/>
    <dgm:cxn modelId="{350B8252-56BD-4AE7-8DC8-953A93359A6B}" type="presOf" srcId="{A8DEAC6D-3245-4443-9AF8-3E845582E514}" destId="{9BD893F0-41B2-49BE-B2F3-652BF897CA4E}" srcOrd="0" destOrd="0" presId="urn:microsoft.com/office/officeart/2005/8/layout/list1"/>
    <dgm:cxn modelId="{19FDEBBB-31C2-40B4-928D-9F7F626EEF7A}" type="presOf" srcId="{5E86E965-6DAE-4BAD-8834-8B742193D8C5}" destId="{DD6AD76E-E291-404B-8C37-32C35388535C}" srcOrd="0" destOrd="0" presId="urn:microsoft.com/office/officeart/2005/8/layout/list1"/>
    <dgm:cxn modelId="{28B034C2-98FC-4C1C-8B1F-87BF23690D9B}" type="presOf" srcId="{B50095CC-1313-41E7-854D-0FA93FDF4464}" destId="{923945C5-01BF-477A-853D-D5C480405851}" srcOrd="0" destOrd="0" presId="urn:microsoft.com/office/officeart/2005/8/layout/list1"/>
    <dgm:cxn modelId="{698FABC2-5BC9-42E4-85A7-334624E6F0EC}" srcId="{5E86E965-6DAE-4BAD-8834-8B742193D8C5}" destId="{A8DEAC6D-3245-4443-9AF8-3E845582E514}" srcOrd="0" destOrd="0" parTransId="{2312DF60-8F5C-4B73-927F-68608B895FC5}" sibTransId="{032C78E0-4D26-4DFF-A42B-795150FEB65C}"/>
    <dgm:cxn modelId="{23E1943F-2290-45ED-BD3F-D499174A651B}" type="presParOf" srcId="{DD6AD76E-E291-404B-8C37-32C35388535C}" destId="{E5A5E2EE-80F5-4130-9A4C-4CE590E9752C}" srcOrd="0" destOrd="0" presId="urn:microsoft.com/office/officeart/2005/8/layout/list1"/>
    <dgm:cxn modelId="{81300959-5113-4682-A66A-DC54AECC46DF}" type="presParOf" srcId="{E5A5E2EE-80F5-4130-9A4C-4CE590E9752C}" destId="{9BD893F0-41B2-49BE-B2F3-652BF897CA4E}" srcOrd="0" destOrd="0" presId="urn:microsoft.com/office/officeart/2005/8/layout/list1"/>
    <dgm:cxn modelId="{03D25118-4382-40FB-94C0-BF9E2129615D}" type="presParOf" srcId="{E5A5E2EE-80F5-4130-9A4C-4CE590E9752C}" destId="{1BA2F8B8-DE15-4A06-835D-65339590E2DF}" srcOrd="1" destOrd="0" presId="urn:microsoft.com/office/officeart/2005/8/layout/list1"/>
    <dgm:cxn modelId="{4D20AA2E-7EC4-46DA-8641-ED52AB93426B}" type="presParOf" srcId="{DD6AD76E-E291-404B-8C37-32C35388535C}" destId="{6EE3D355-3CA8-4B3B-ACC3-328A67041AED}" srcOrd="1" destOrd="0" presId="urn:microsoft.com/office/officeart/2005/8/layout/list1"/>
    <dgm:cxn modelId="{C54E1680-1D6E-4CC6-8393-344F99DD4989}" type="presParOf" srcId="{DD6AD76E-E291-404B-8C37-32C35388535C}" destId="{288A57E7-D3BF-4967-A436-98D88762EF4B}" srcOrd="2" destOrd="0" presId="urn:microsoft.com/office/officeart/2005/8/layout/list1"/>
    <dgm:cxn modelId="{274706CF-72DC-426B-98A7-CDDB47DE7344}" type="presParOf" srcId="{DD6AD76E-E291-404B-8C37-32C35388535C}" destId="{05DD320A-D98F-49AE-B853-36483E6DDAE8}" srcOrd="3" destOrd="0" presId="urn:microsoft.com/office/officeart/2005/8/layout/list1"/>
    <dgm:cxn modelId="{27B00CD9-C534-4CCA-B871-C7B2E93A0FB4}" type="presParOf" srcId="{DD6AD76E-E291-404B-8C37-32C35388535C}" destId="{66CF7FEF-6B4D-4470-93F0-0E04FA1E6076}" srcOrd="4" destOrd="0" presId="urn:microsoft.com/office/officeart/2005/8/layout/list1"/>
    <dgm:cxn modelId="{21B6F609-E2DD-4587-86B1-2D23EB1F0DED}" type="presParOf" srcId="{66CF7FEF-6B4D-4470-93F0-0E04FA1E6076}" destId="{923945C5-01BF-477A-853D-D5C480405851}" srcOrd="0" destOrd="0" presId="urn:microsoft.com/office/officeart/2005/8/layout/list1"/>
    <dgm:cxn modelId="{B420F960-B026-484A-A3CF-58581AE14EB6}" type="presParOf" srcId="{66CF7FEF-6B4D-4470-93F0-0E04FA1E6076}" destId="{F0FB58EC-01EE-4015-A9FC-787DF7FC0477}" srcOrd="1" destOrd="0" presId="urn:microsoft.com/office/officeart/2005/8/layout/list1"/>
    <dgm:cxn modelId="{CD05709C-AA13-46FA-ACFF-A30804B3C887}" type="presParOf" srcId="{DD6AD76E-E291-404B-8C37-32C35388535C}" destId="{08BBA791-4B20-4A8F-80CB-16AA688C5522}" srcOrd="5" destOrd="0" presId="urn:microsoft.com/office/officeart/2005/8/layout/list1"/>
    <dgm:cxn modelId="{89A1CDB7-543B-4BC3-96F0-D3B9EDF53CD7}" type="presParOf" srcId="{DD6AD76E-E291-404B-8C37-32C35388535C}" destId="{3DB51F72-6FFB-4730-89D6-F36AFBC55667}"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310AE7-9A71-E942-9AA2-932B83598F37}">
      <dsp:nvSpPr>
        <dsp:cNvPr id="0" name=""/>
        <dsp:cNvSpPr/>
      </dsp:nvSpPr>
      <dsp:spPr>
        <a:xfrm>
          <a:off x="2428" y="76764"/>
          <a:ext cx="2368153" cy="489600"/>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GB" sz="1700" kern="1200"/>
            <a:t>Section 1</a:t>
          </a:r>
          <a:endParaRPr lang="en-US" sz="1700" kern="1200"/>
        </a:p>
      </dsp:txBody>
      <dsp:txXfrm>
        <a:off x="2428" y="76764"/>
        <a:ext cx="2368153" cy="489600"/>
      </dsp:txXfrm>
    </dsp:sp>
    <dsp:sp modelId="{7CBF7C46-44DC-AC4A-82F3-534AAEABAADF}">
      <dsp:nvSpPr>
        <dsp:cNvPr id="0" name=""/>
        <dsp:cNvSpPr/>
      </dsp:nvSpPr>
      <dsp:spPr>
        <a:xfrm>
          <a:off x="2428" y="566365"/>
          <a:ext cx="2368153" cy="3173220"/>
        </a:xfrm>
        <a:prstGeom prst="rect">
          <a:avLst/>
        </a:prstGeom>
        <a:solidFill>
          <a:schemeClr val="accent2">
            <a:alpha val="90000"/>
            <a:tint val="40000"/>
            <a:hueOff val="0"/>
            <a:satOff val="0"/>
            <a:lumOff val="0"/>
            <a:alphaOff val="0"/>
          </a:schemeClr>
        </a:solidFill>
        <a:ln w="254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GB" sz="1700" i="1" kern="1200"/>
            <a:t>A person is guilty of theft if he dishonestly appropriates property belonging to another with the intention of permanently depriving the other of it; and “thief” and “steal” shall be construed accordingly.</a:t>
          </a:r>
          <a:endParaRPr lang="en-US" sz="1700" kern="1200"/>
        </a:p>
      </dsp:txBody>
      <dsp:txXfrm>
        <a:off x="2428" y="566365"/>
        <a:ext cx="2368153" cy="3173220"/>
      </dsp:txXfrm>
    </dsp:sp>
    <dsp:sp modelId="{42B6A65D-225A-7A47-927A-E783F9F6A57B}">
      <dsp:nvSpPr>
        <dsp:cNvPr id="0" name=""/>
        <dsp:cNvSpPr/>
      </dsp:nvSpPr>
      <dsp:spPr>
        <a:xfrm>
          <a:off x="2702123" y="76764"/>
          <a:ext cx="2368153" cy="489600"/>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GB" sz="1700" kern="1200"/>
            <a:t>Actus reus</a:t>
          </a:r>
          <a:endParaRPr lang="en-US" sz="1700" kern="1200"/>
        </a:p>
      </dsp:txBody>
      <dsp:txXfrm>
        <a:off x="2702123" y="76764"/>
        <a:ext cx="2368153" cy="489600"/>
      </dsp:txXfrm>
    </dsp:sp>
    <dsp:sp modelId="{803EC241-3DFE-C943-8793-0BE45111053A}">
      <dsp:nvSpPr>
        <dsp:cNvPr id="0" name=""/>
        <dsp:cNvSpPr/>
      </dsp:nvSpPr>
      <dsp:spPr>
        <a:xfrm>
          <a:off x="2702123" y="566365"/>
          <a:ext cx="2368153" cy="3173220"/>
        </a:xfrm>
        <a:prstGeom prst="rect">
          <a:avLst/>
        </a:prstGeom>
        <a:solidFill>
          <a:schemeClr val="accent2">
            <a:alpha val="90000"/>
            <a:tint val="40000"/>
            <a:hueOff val="0"/>
            <a:satOff val="0"/>
            <a:lumOff val="0"/>
            <a:alphaOff val="0"/>
          </a:schemeClr>
        </a:solidFill>
        <a:ln w="254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GB" sz="1700" kern="1200"/>
            <a:t>appropriation </a:t>
          </a:r>
          <a:endParaRPr lang="en-US" sz="1700" kern="1200"/>
        </a:p>
        <a:p>
          <a:pPr marL="171450" lvl="1" indent="-171450" algn="l" defTabSz="755650">
            <a:lnSpc>
              <a:spcPct val="90000"/>
            </a:lnSpc>
            <a:spcBef>
              <a:spcPct val="0"/>
            </a:spcBef>
            <a:spcAft>
              <a:spcPct val="15000"/>
            </a:spcAft>
            <a:buChar char="•"/>
          </a:pPr>
          <a:r>
            <a:rPr lang="en-GB" sz="1700" kern="1200"/>
            <a:t>property </a:t>
          </a:r>
          <a:endParaRPr lang="en-US" sz="1700" kern="1200"/>
        </a:p>
        <a:p>
          <a:pPr marL="171450" lvl="1" indent="-171450" algn="l" defTabSz="755650">
            <a:lnSpc>
              <a:spcPct val="90000"/>
            </a:lnSpc>
            <a:spcBef>
              <a:spcPct val="0"/>
            </a:spcBef>
            <a:spcAft>
              <a:spcPct val="15000"/>
            </a:spcAft>
            <a:buChar char="•"/>
          </a:pPr>
          <a:r>
            <a:rPr lang="en-GB" sz="1700" kern="1200"/>
            <a:t>belonging to another</a:t>
          </a:r>
          <a:endParaRPr lang="en-US" sz="1700" kern="1200"/>
        </a:p>
      </dsp:txBody>
      <dsp:txXfrm>
        <a:off x="2702123" y="566365"/>
        <a:ext cx="2368153" cy="3173220"/>
      </dsp:txXfrm>
    </dsp:sp>
    <dsp:sp modelId="{F0763119-BDAF-C042-8DA7-08E02C804A5E}">
      <dsp:nvSpPr>
        <dsp:cNvPr id="0" name=""/>
        <dsp:cNvSpPr/>
      </dsp:nvSpPr>
      <dsp:spPr>
        <a:xfrm>
          <a:off x="5401818" y="76764"/>
          <a:ext cx="2368153" cy="489600"/>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GB" sz="1700" kern="1200"/>
            <a:t>Mens rea</a:t>
          </a:r>
          <a:endParaRPr lang="en-US" sz="1700" kern="1200"/>
        </a:p>
      </dsp:txBody>
      <dsp:txXfrm>
        <a:off x="5401818" y="76764"/>
        <a:ext cx="2368153" cy="489600"/>
      </dsp:txXfrm>
    </dsp:sp>
    <dsp:sp modelId="{60FF4EA7-EF28-524F-B1E7-866086833C8F}">
      <dsp:nvSpPr>
        <dsp:cNvPr id="0" name=""/>
        <dsp:cNvSpPr/>
      </dsp:nvSpPr>
      <dsp:spPr>
        <a:xfrm>
          <a:off x="5401818" y="566365"/>
          <a:ext cx="2368153" cy="3173220"/>
        </a:xfrm>
        <a:prstGeom prst="rect">
          <a:avLst/>
        </a:prstGeom>
        <a:solidFill>
          <a:schemeClr val="accent2">
            <a:alpha val="90000"/>
            <a:tint val="40000"/>
            <a:hueOff val="0"/>
            <a:satOff val="0"/>
            <a:lumOff val="0"/>
            <a:alphaOff val="0"/>
          </a:schemeClr>
        </a:solidFill>
        <a:ln w="254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GB" sz="1700" kern="1200"/>
            <a:t>intention permanently to deprive </a:t>
          </a:r>
          <a:endParaRPr lang="en-US" sz="1700" kern="1200"/>
        </a:p>
        <a:p>
          <a:pPr marL="171450" lvl="1" indent="-171450" algn="l" defTabSz="755650">
            <a:lnSpc>
              <a:spcPct val="90000"/>
            </a:lnSpc>
            <a:spcBef>
              <a:spcPct val="0"/>
            </a:spcBef>
            <a:spcAft>
              <a:spcPct val="15000"/>
            </a:spcAft>
            <a:buChar char="•"/>
          </a:pPr>
          <a:r>
            <a:rPr lang="en-GB" sz="1700" kern="1200"/>
            <a:t>dishonesty</a:t>
          </a:r>
          <a:endParaRPr lang="en-US" sz="1700" kern="1200"/>
        </a:p>
      </dsp:txBody>
      <dsp:txXfrm>
        <a:off x="5401818" y="566365"/>
        <a:ext cx="2368153" cy="31732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113F44-FA7B-4F42-A625-34ADF8FAFE16}">
      <dsp:nvSpPr>
        <dsp:cNvPr id="0" name=""/>
        <dsp:cNvSpPr/>
      </dsp:nvSpPr>
      <dsp:spPr>
        <a:xfrm>
          <a:off x="582930" y="0"/>
          <a:ext cx="6606539" cy="3816350"/>
        </a:xfrm>
        <a:prstGeom prst="rightArrow">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5CE1DF-CDE7-4B11-B057-D57F80E4F8CD}">
      <dsp:nvSpPr>
        <dsp:cNvPr id="0" name=""/>
        <dsp:cNvSpPr/>
      </dsp:nvSpPr>
      <dsp:spPr>
        <a:xfrm>
          <a:off x="8349" y="1144905"/>
          <a:ext cx="2501741" cy="1526540"/>
        </a:xfrm>
        <a:prstGeom prst="round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Appropriation</a:t>
          </a:r>
        </a:p>
      </dsp:txBody>
      <dsp:txXfrm>
        <a:off x="82869" y="1219425"/>
        <a:ext cx="2352701" cy="1377500"/>
      </dsp:txXfrm>
    </dsp:sp>
    <dsp:sp modelId="{91DC2C3B-6C5D-4921-8F05-0E3070BE64AE}">
      <dsp:nvSpPr>
        <dsp:cNvPr id="0" name=""/>
        <dsp:cNvSpPr/>
      </dsp:nvSpPr>
      <dsp:spPr>
        <a:xfrm>
          <a:off x="2635329" y="1144905"/>
          <a:ext cx="2501741" cy="1526540"/>
        </a:xfrm>
        <a:prstGeom prst="round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Property</a:t>
          </a:r>
          <a:endParaRPr lang="en-US" sz="2800" kern="1200" dirty="0"/>
        </a:p>
      </dsp:txBody>
      <dsp:txXfrm>
        <a:off x="2709849" y="1219425"/>
        <a:ext cx="2352701" cy="1377500"/>
      </dsp:txXfrm>
    </dsp:sp>
    <dsp:sp modelId="{97F921E1-0588-420D-B362-E8F46698262A}">
      <dsp:nvSpPr>
        <dsp:cNvPr id="0" name=""/>
        <dsp:cNvSpPr/>
      </dsp:nvSpPr>
      <dsp:spPr>
        <a:xfrm>
          <a:off x="5262309" y="1144905"/>
          <a:ext cx="2501741" cy="1526540"/>
        </a:xfrm>
        <a:prstGeom prst="round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Belonging to another</a:t>
          </a:r>
        </a:p>
      </dsp:txBody>
      <dsp:txXfrm>
        <a:off x="5336829" y="1219425"/>
        <a:ext cx="2352701" cy="13775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8A57E7-D3BF-4967-A436-98D88762EF4B}">
      <dsp:nvSpPr>
        <dsp:cNvPr id="0" name=""/>
        <dsp:cNvSpPr/>
      </dsp:nvSpPr>
      <dsp:spPr>
        <a:xfrm>
          <a:off x="0" y="792175"/>
          <a:ext cx="7772400" cy="1008000"/>
        </a:xfrm>
        <a:prstGeom prst="rect">
          <a:avLst/>
        </a:prstGeom>
        <a:solidFill>
          <a:schemeClr val="dk2">
            <a:alpha val="90000"/>
            <a:tint val="4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BA2F8B8-DE15-4A06-835D-65339590E2DF}">
      <dsp:nvSpPr>
        <dsp:cNvPr id="0" name=""/>
        <dsp:cNvSpPr/>
      </dsp:nvSpPr>
      <dsp:spPr>
        <a:xfrm>
          <a:off x="388620" y="201775"/>
          <a:ext cx="5440680" cy="1180799"/>
        </a:xfrm>
        <a:prstGeom prst="round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5645" tIns="0" rIns="205645" bIns="0" numCol="1" spcCol="1270" anchor="ctr" anchorCtr="0">
          <a:noAutofit/>
        </a:bodyPr>
        <a:lstStyle/>
        <a:p>
          <a:pPr marL="0" lvl="0" indent="0" algn="l" defTabSz="1778000">
            <a:lnSpc>
              <a:spcPct val="90000"/>
            </a:lnSpc>
            <a:spcBef>
              <a:spcPct val="0"/>
            </a:spcBef>
            <a:spcAft>
              <a:spcPct val="35000"/>
            </a:spcAft>
            <a:buNone/>
          </a:pPr>
          <a:r>
            <a:rPr lang="en-GB" sz="4000" kern="1200" dirty="0"/>
            <a:t>Dishonesty</a:t>
          </a:r>
        </a:p>
      </dsp:txBody>
      <dsp:txXfrm>
        <a:off x="446262" y="259417"/>
        <a:ext cx="5325396" cy="1065515"/>
      </dsp:txXfrm>
    </dsp:sp>
    <dsp:sp modelId="{3DB51F72-6FFB-4730-89D6-F36AFBC55667}">
      <dsp:nvSpPr>
        <dsp:cNvPr id="0" name=""/>
        <dsp:cNvSpPr/>
      </dsp:nvSpPr>
      <dsp:spPr>
        <a:xfrm>
          <a:off x="0" y="2606574"/>
          <a:ext cx="7772400" cy="1008000"/>
        </a:xfrm>
        <a:prstGeom prst="rect">
          <a:avLst/>
        </a:prstGeom>
        <a:solidFill>
          <a:schemeClr val="dk2">
            <a:alpha val="90000"/>
            <a:tint val="4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0FB58EC-01EE-4015-A9FC-787DF7FC0477}">
      <dsp:nvSpPr>
        <dsp:cNvPr id="0" name=""/>
        <dsp:cNvSpPr/>
      </dsp:nvSpPr>
      <dsp:spPr>
        <a:xfrm>
          <a:off x="388620" y="2016175"/>
          <a:ext cx="5440680" cy="1180799"/>
        </a:xfrm>
        <a:prstGeom prst="round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5645" tIns="0" rIns="205645" bIns="0" numCol="1" spcCol="1270" anchor="ctr" anchorCtr="0">
          <a:noAutofit/>
        </a:bodyPr>
        <a:lstStyle/>
        <a:p>
          <a:pPr marL="0" lvl="0" indent="0" algn="l" defTabSz="1778000">
            <a:lnSpc>
              <a:spcPct val="90000"/>
            </a:lnSpc>
            <a:spcBef>
              <a:spcPct val="0"/>
            </a:spcBef>
            <a:spcAft>
              <a:spcPct val="35000"/>
            </a:spcAft>
            <a:buNone/>
          </a:pPr>
          <a:r>
            <a:rPr lang="en-GB" sz="4000" kern="1200" dirty="0"/>
            <a:t>Intention permanently to deprive</a:t>
          </a:r>
        </a:p>
      </dsp:txBody>
      <dsp:txXfrm>
        <a:off x="446262" y="2073817"/>
        <a:ext cx="5325396" cy="1065515"/>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4283" cy="495300"/>
          </a:xfrm>
          <a:prstGeom prst="rect">
            <a:avLst/>
          </a:prstGeom>
        </p:spPr>
        <p:txBody>
          <a:bodyPr vert="horz" lIns="91294" tIns="45647" rIns="91294" bIns="45647" rtlCol="0"/>
          <a:lstStyle>
            <a:lvl1pPr algn="l">
              <a:defRPr sz="1200"/>
            </a:lvl1pPr>
          </a:lstStyle>
          <a:p>
            <a:endParaRPr lang="en-GB"/>
          </a:p>
        </p:txBody>
      </p:sp>
      <p:sp>
        <p:nvSpPr>
          <p:cNvPr id="3" name="Date Placeholder 2"/>
          <p:cNvSpPr>
            <a:spLocks noGrp="1"/>
          </p:cNvSpPr>
          <p:nvPr>
            <p:ph type="dt" sz="quarter" idx="1"/>
          </p:nvPr>
        </p:nvSpPr>
        <p:spPr>
          <a:xfrm>
            <a:off x="3848645" y="0"/>
            <a:ext cx="2944283" cy="495300"/>
          </a:xfrm>
          <a:prstGeom prst="rect">
            <a:avLst/>
          </a:prstGeom>
        </p:spPr>
        <p:txBody>
          <a:bodyPr vert="horz" lIns="91294" tIns="45647" rIns="91294" bIns="45647" rtlCol="0"/>
          <a:lstStyle>
            <a:lvl1pPr algn="r">
              <a:defRPr sz="1200"/>
            </a:lvl1pPr>
          </a:lstStyle>
          <a:p>
            <a:fld id="{DC7D0385-F596-42C9-8BF1-76E61BE05E6F}" type="datetimeFigureOut">
              <a:rPr lang="en-GB" smtClean="0"/>
              <a:t>08/01/2025</a:t>
            </a:fld>
            <a:endParaRPr lang="en-GB"/>
          </a:p>
        </p:txBody>
      </p:sp>
      <p:sp>
        <p:nvSpPr>
          <p:cNvPr id="4" name="Footer Placeholder 3"/>
          <p:cNvSpPr>
            <a:spLocks noGrp="1"/>
          </p:cNvSpPr>
          <p:nvPr>
            <p:ph type="ftr" sz="quarter" idx="2"/>
          </p:nvPr>
        </p:nvSpPr>
        <p:spPr>
          <a:xfrm>
            <a:off x="1" y="9408981"/>
            <a:ext cx="2944283" cy="495300"/>
          </a:xfrm>
          <a:prstGeom prst="rect">
            <a:avLst/>
          </a:prstGeom>
        </p:spPr>
        <p:txBody>
          <a:bodyPr vert="horz" lIns="91294" tIns="45647" rIns="91294" bIns="45647" rtlCol="0" anchor="b"/>
          <a:lstStyle>
            <a:lvl1pPr algn="l">
              <a:defRPr sz="1200"/>
            </a:lvl1pPr>
          </a:lstStyle>
          <a:p>
            <a:endParaRPr lang="en-GB"/>
          </a:p>
        </p:txBody>
      </p:sp>
      <p:sp>
        <p:nvSpPr>
          <p:cNvPr id="5" name="Slide Number Placeholder 4"/>
          <p:cNvSpPr>
            <a:spLocks noGrp="1"/>
          </p:cNvSpPr>
          <p:nvPr>
            <p:ph type="sldNum" sz="quarter" idx="3"/>
          </p:nvPr>
        </p:nvSpPr>
        <p:spPr>
          <a:xfrm>
            <a:off x="3848645" y="9408981"/>
            <a:ext cx="2944283" cy="495300"/>
          </a:xfrm>
          <a:prstGeom prst="rect">
            <a:avLst/>
          </a:prstGeom>
        </p:spPr>
        <p:txBody>
          <a:bodyPr vert="horz" lIns="91294" tIns="45647" rIns="91294" bIns="45647" rtlCol="0" anchor="b"/>
          <a:lstStyle>
            <a:lvl1pPr algn="r">
              <a:defRPr sz="1200"/>
            </a:lvl1pPr>
          </a:lstStyle>
          <a:p>
            <a:fld id="{A22CBF9F-1C1E-490C-BC4D-4C3FBDBC1AE0}" type="slidenum">
              <a:rPr lang="en-GB" smtClean="0"/>
              <a:t>‹#›</a:t>
            </a:fld>
            <a:endParaRPr lang="en-GB"/>
          </a:p>
        </p:txBody>
      </p:sp>
    </p:spTree>
    <p:extLst>
      <p:ext uri="{BB962C8B-B14F-4D97-AF65-F5344CB8AC3E}">
        <p14:creationId xmlns:p14="http://schemas.microsoft.com/office/powerpoint/2010/main" val="29049555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1" y="0"/>
            <a:ext cx="2944283" cy="495300"/>
          </a:xfrm>
          <a:prstGeom prst="rect">
            <a:avLst/>
          </a:prstGeom>
          <a:noFill/>
          <a:ln w="9525">
            <a:noFill/>
            <a:miter lim="800000"/>
            <a:headEnd/>
            <a:tailEnd/>
          </a:ln>
          <a:effectLst/>
        </p:spPr>
        <p:txBody>
          <a:bodyPr vert="horz" wrap="square" lIns="91294" tIns="45647" rIns="91294" bIns="45647" numCol="1" anchor="t" anchorCtr="0" compatLnSpc="1">
            <a:prstTxWarp prst="textNoShape">
              <a:avLst/>
            </a:prstTxWarp>
          </a:bodyPr>
          <a:lstStyle>
            <a:lvl1pPr>
              <a:defRPr sz="1200"/>
            </a:lvl1pPr>
          </a:lstStyle>
          <a:p>
            <a:pPr>
              <a:defRPr/>
            </a:pPr>
            <a:endParaRPr lang="en-GB"/>
          </a:p>
        </p:txBody>
      </p:sp>
      <p:sp>
        <p:nvSpPr>
          <p:cNvPr id="24579" name="Rectangle 3"/>
          <p:cNvSpPr>
            <a:spLocks noGrp="1" noChangeArrowheads="1"/>
          </p:cNvSpPr>
          <p:nvPr>
            <p:ph type="dt" idx="1"/>
          </p:nvPr>
        </p:nvSpPr>
        <p:spPr bwMode="auto">
          <a:xfrm>
            <a:off x="3848645" y="0"/>
            <a:ext cx="2944283" cy="495300"/>
          </a:xfrm>
          <a:prstGeom prst="rect">
            <a:avLst/>
          </a:prstGeom>
          <a:noFill/>
          <a:ln w="9525">
            <a:noFill/>
            <a:miter lim="800000"/>
            <a:headEnd/>
            <a:tailEnd/>
          </a:ln>
          <a:effectLst/>
        </p:spPr>
        <p:txBody>
          <a:bodyPr vert="horz" wrap="square" lIns="91294" tIns="45647" rIns="91294" bIns="45647" numCol="1" anchor="t" anchorCtr="0" compatLnSpc="1">
            <a:prstTxWarp prst="textNoShape">
              <a:avLst/>
            </a:prstTxWarp>
          </a:bodyPr>
          <a:lstStyle>
            <a:lvl1pPr algn="r">
              <a:defRPr sz="1200"/>
            </a:lvl1pPr>
          </a:lstStyle>
          <a:p>
            <a:pPr>
              <a:defRPr/>
            </a:pPr>
            <a:endParaRPr lang="en-GB"/>
          </a:p>
        </p:txBody>
      </p:sp>
      <p:sp>
        <p:nvSpPr>
          <p:cNvPr id="6148" name="Rectangle 4"/>
          <p:cNvSpPr>
            <a:spLocks noGrp="1" noRot="1" noChangeAspect="1" noChangeArrowheads="1" noTextEdit="1"/>
          </p:cNvSpPr>
          <p:nvPr>
            <p:ph type="sldImg" idx="2"/>
          </p:nvPr>
        </p:nvSpPr>
        <p:spPr bwMode="auto">
          <a:xfrm>
            <a:off x="920750" y="742950"/>
            <a:ext cx="4953000" cy="3714750"/>
          </a:xfrm>
          <a:prstGeom prst="rect">
            <a:avLst/>
          </a:prstGeom>
          <a:noFill/>
          <a:ln w="9525">
            <a:solidFill>
              <a:srgbClr val="000000"/>
            </a:solidFill>
            <a:miter lim="800000"/>
            <a:headEnd/>
            <a:tailEnd/>
          </a:ln>
        </p:spPr>
      </p:sp>
      <p:sp>
        <p:nvSpPr>
          <p:cNvPr id="24581" name="Rectangle 5"/>
          <p:cNvSpPr>
            <a:spLocks noGrp="1" noChangeArrowheads="1"/>
          </p:cNvSpPr>
          <p:nvPr>
            <p:ph type="body" sz="quarter" idx="3"/>
          </p:nvPr>
        </p:nvSpPr>
        <p:spPr bwMode="auto">
          <a:xfrm>
            <a:off x="679450" y="4705350"/>
            <a:ext cx="5435600" cy="4457700"/>
          </a:xfrm>
          <a:prstGeom prst="rect">
            <a:avLst/>
          </a:prstGeom>
          <a:noFill/>
          <a:ln w="9525">
            <a:noFill/>
            <a:miter lim="800000"/>
            <a:headEnd/>
            <a:tailEnd/>
          </a:ln>
          <a:effectLst/>
        </p:spPr>
        <p:txBody>
          <a:bodyPr vert="horz" wrap="square" lIns="91294" tIns="45647" rIns="91294" bIns="45647"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582" name="Rectangle 6"/>
          <p:cNvSpPr>
            <a:spLocks noGrp="1" noChangeArrowheads="1"/>
          </p:cNvSpPr>
          <p:nvPr>
            <p:ph type="ftr" sz="quarter" idx="4"/>
          </p:nvPr>
        </p:nvSpPr>
        <p:spPr bwMode="auto">
          <a:xfrm>
            <a:off x="1" y="9408981"/>
            <a:ext cx="2944283" cy="495300"/>
          </a:xfrm>
          <a:prstGeom prst="rect">
            <a:avLst/>
          </a:prstGeom>
          <a:noFill/>
          <a:ln w="9525">
            <a:noFill/>
            <a:miter lim="800000"/>
            <a:headEnd/>
            <a:tailEnd/>
          </a:ln>
          <a:effectLst/>
        </p:spPr>
        <p:txBody>
          <a:bodyPr vert="horz" wrap="square" lIns="91294" tIns="45647" rIns="91294" bIns="45647" numCol="1" anchor="b" anchorCtr="0" compatLnSpc="1">
            <a:prstTxWarp prst="textNoShape">
              <a:avLst/>
            </a:prstTxWarp>
          </a:bodyPr>
          <a:lstStyle>
            <a:lvl1pPr>
              <a:defRPr sz="1200"/>
            </a:lvl1pPr>
          </a:lstStyle>
          <a:p>
            <a:pPr>
              <a:defRPr/>
            </a:pPr>
            <a:endParaRPr lang="en-GB"/>
          </a:p>
        </p:txBody>
      </p:sp>
      <p:sp>
        <p:nvSpPr>
          <p:cNvPr id="24583" name="Rectangle 7"/>
          <p:cNvSpPr>
            <a:spLocks noGrp="1" noChangeArrowheads="1"/>
          </p:cNvSpPr>
          <p:nvPr>
            <p:ph type="sldNum" sz="quarter" idx="5"/>
          </p:nvPr>
        </p:nvSpPr>
        <p:spPr bwMode="auto">
          <a:xfrm>
            <a:off x="3848645" y="9408981"/>
            <a:ext cx="2944283" cy="495300"/>
          </a:xfrm>
          <a:prstGeom prst="rect">
            <a:avLst/>
          </a:prstGeom>
          <a:noFill/>
          <a:ln w="9525">
            <a:noFill/>
            <a:miter lim="800000"/>
            <a:headEnd/>
            <a:tailEnd/>
          </a:ln>
          <a:effectLst/>
        </p:spPr>
        <p:txBody>
          <a:bodyPr vert="horz" wrap="square" lIns="91294" tIns="45647" rIns="91294" bIns="45647" numCol="1" anchor="b" anchorCtr="0" compatLnSpc="1">
            <a:prstTxWarp prst="textNoShape">
              <a:avLst/>
            </a:prstTxWarp>
          </a:bodyPr>
          <a:lstStyle>
            <a:lvl1pPr algn="r">
              <a:defRPr sz="1200"/>
            </a:lvl1pPr>
          </a:lstStyle>
          <a:p>
            <a:pPr>
              <a:defRPr/>
            </a:pPr>
            <a:fld id="{AF1A0DEF-8C78-439D-A7BB-06D1B273CEAA}" type="slidenum">
              <a:rPr lang="en-GB"/>
              <a:pPr>
                <a:defRPr/>
              </a:pPr>
              <a:t>‹#›</a:t>
            </a:fld>
            <a:endParaRPr lang="en-GB"/>
          </a:p>
        </p:txBody>
      </p:sp>
    </p:spTree>
    <p:extLst>
      <p:ext uri="{BB962C8B-B14F-4D97-AF65-F5344CB8AC3E}">
        <p14:creationId xmlns:p14="http://schemas.microsoft.com/office/powerpoint/2010/main" val="31725415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lvl1pPr defTabSz="888902">
              <a:defRPr sz="2600">
                <a:solidFill>
                  <a:srgbClr val="004D75"/>
                </a:solidFill>
                <a:latin typeface="Verdana" pitchFamily="34" charset="0"/>
                <a:cs typeface="Arial" charset="0"/>
              </a:defRPr>
            </a:lvl1pPr>
            <a:lvl2pPr marL="697997" indent="-268461" defTabSz="888902">
              <a:defRPr sz="2600">
                <a:solidFill>
                  <a:srgbClr val="004D75"/>
                </a:solidFill>
                <a:latin typeface="Verdana" pitchFamily="34" charset="0"/>
                <a:cs typeface="Arial" charset="0"/>
              </a:defRPr>
            </a:lvl2pPr>
            <a:lvl3pPr marL="1073842" indent="-214769" defTabSz="888902">
              <a:defRPr sz="2600">
                <a:solidFill>
                  <a:srgbClr val="004D75"/>
                </a:solidFill>
                <a:latin typeface="Verdana" pitchFamily="34" charset="0"/>
                <a:cs typeface="Arial" charset="0"/>
              </a:defRPr>
            </a:lvl3pPr>
            <a:lvl4pPr marL="1503379" indent="-214769" defTabSz="888902">
              <a:defRPr sz="2600">
                <a:solidFill>
                  <a:srgbClr val="004D75"/>
                </a:solidFill>
                <a:latin typeface="Verdana" pitchFamily="34" charset="0"/>
                <a:cs typeface="Arial" charset="0"/>
              </a:defRPr>
            </a:lvl4pPr>
            <a:lvl5pPr marL="1932915" indent="-214769" defTabSz="888902">
              <a:defRPr sz="2600">
                <a:solidFill>
                  <a:srgbClr val="004D75"/>
                </a:solidFill>
                <a:latin typeface="Verdana" pitchFamily="34" charset="0"/>
                <a:cs typeface="Arial" charset="0"/>
              </a:defRPr>
            </a:lvl5pPr>
            <a:lvl6pPr marL="2362453" indent="-214769" defTabSz="888902" eaLnBrk="0" fontAlgn="base" hangingPunct="0">
              <a:spcBef>
                <a:spcPct val="0"/>
              </a:spcBef>
              <a:spcAft>
                <a:spcPct val="0"/>
              </a:spcAft>
              <a:defRPr sz="2600">
                <a:solidFill>
                  <a:srgbClr val="004D75"/>
                </a:solidFill>
                <a:latin typeface="Verdana" pitchFamily="34" charset="0"/>
                <a:cs typeface="Arial" charset="0"/>
              </a:defRPr>
            </a:lvl6pPr>
            <a:lvl7pPr marL="2791990" indent="-214769" defTabSz="888902" eaLnBrk="0" fontAlgn="base" hangingPunct="0">
              <a:spcBef>
                <a:spcPct val="0"/>
              </a:spcBef>
              <a:spcAft>
                <a:spcPct val="0"/>
              </a:spcAft>
              <a:defRPr sz="2600">
                <a:solidFill>
                  <a:srgbClr val="004D75"/>
                </a:solidFill>
                <a:latin typeface="Verdana" pitchFamily="34" charset="0"/>
                <a:cs typeface="Arial" charset="0"/>
              </a:defRPr>
            </a:lvl7pPr>
            <a:lvl8pPr marL="3221526" indent="-214769" defTabSz="888902" eaLnBrk="0" fontAlgn="base" hangingPunct="0">
              <a:spcBef>
                <a:spcPct val="0"/>
              </a:spcBef>
              <a:spcAft>
                <a:spcPct val="0"/>
              </a:spcAft>
              <a:defRPr sz="2600">
                <a:solidFill>
                  <a:srgbClr val="004D75"/>
                </a:solidFill>
                <a:latin typeface="Verdana" pitchFamily="34" charset="0"/>
                <a:cs typeface="Arial" charset="0"/>
              </a:defRPr>
            </a:lvl8pPr>
            <a:lvl9pPr marL="3651063" indent="-214769" defTabSz="888902" eaLnBrk="0" fontAlgn="base" hangingPunct="0">
              <a:spcBef>
                <a:spcPct val="0"/>
              </a:spcBef>
              <a:spcAft>
                <a:spcPct val="0"/>
              </a:spcAft>
              <a:defRPr sz="2600">
                <a:solidFill>
                  <a:srgbClr val="004D75"/>
                </a:solidFill>
                <a:latin typeface="Verdana" pitchFamily="34" charset="0"/>
                <a:cs typeface="Arial" charset="0"/>
              </a:defRPr>
            </a:lvl9pPr>
          </a:lstStyle>
          <a:p>
            <a:fld id="{A39AFC6A-131F-4D87-84A6-7FFA5EA6F2EF}" type="slidenum">
              <a:rPr lang="en-US" sz="1100">
                <a:solidFill>
                  <a:schemeClr val="tx1"/>
                </a:solidFill>
                <a:latin typeface="Times New Roman" pitchFamily="18" charset="0"/>
              </a:rPr>
              <a:pPr/>
              <a:t>1</a:t>
            </a:fld>
            <a:endParaRPr lang="en-US" sz="1100">
              <a:solidFill>
                <a:schemeClr val="tx1"/>
              </a:solidFill>
              <a:latin typeface="Times New Roman" pitchFamily="18"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p:spPr>
        <p:txBody>
          <a:bodyPr/>
          <a:lstStyle/>
          <a:p>
            <a:endParaRPr lang="en-GB" dirty="0"/>
          </a:p>
        </p:txBody>
      </p:sp>
    </p:spTree>
    <p:extLst>
      <p:ext uri="{BB962C8B-B14F-4D97-AF65-F5344CB8AC3E}">
        <p14:creationId xmlns:p14="http://schemas.microsoft.com/office/powerpoint/2010/main" val="2323590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1C77DB36-FD0D-48C1-A012-6A01241BC482}" type="slidenum">
              <a:rPr lang="en-GB" altLang="en-US" smtClean="0"/>
              <a:pPr>
                <a:defRPr/>
              </a:pPr>
              <a:t>2</a:t>
            </a:fld>
            <a:endParaRPr lang="en-GB" altLang="en-US"/>
          </a:p>
        </p:txBody>
      </p:sp>
    </p:spTree>
    <p:extLst>
      <p:ext uri="{BB962C8B-B14F-4D97-AF65-F5344CB8AC3E}">
        <p14:creationId xmlns:p14="http://schemas.microsoft.com/office/powerpoint/2010/main" val="1982505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3</a:t>
            </a:fld>
            <a:endParaRPr lang="en-GB"/>
          </a:p>
        </p:txBody>
      </p:sp>
    </p:spTree>
    <p:extLst>
      <p:ext uri="{BB962C8B-B14F-4D97-AF65-F5344CB8AC3E}">
        <p14:creationId xmlns:p14="http://schemas.microsoft.com/office/powerpoint/2010/main" val="1418191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4</a:t>
            </a:fld>
            <a:endParaRPr lang="en-GB"/>
          </a:p>
        </p:txBody>
      </p:sp>
    </p:spTree>
    <p:extLst>
      <p:ext uri="{BB962C8B-B14F-4D97-AF65-F5344CB8AC3E}">
        <p14:creationId xmlns:p14="http://schemas.microsoft.com/office/powerpoint/2010/main" val="14883833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5</a:t>
            </a:fld>
            <a:endParaRPr lang="en-GB"/>
          </a:p>
        </p:txBody>
      </p:sp>
    </p:spTree>
    <p:extLst>
      <p:ext uri="{BB962C8B-B14F-4D97-AF65-F5344CB8AC3E}">
        <p14:creationId xmlns:p14="http://schemas.microsoft.com/office/powerpoint/2010/main" val="945850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6</a:t>
            </a:fld>
            <a:endParaRPr lang="en-GB"/>
          </a:p>
        </p:txBody>
      </p:sp>
    </p:spTree>
    <p:extLst>
      <p:ext uri="{BB962C8B-B14F-4D97-AF65-F5344CB8AC3E}">
        <p14:creationId xmlns:p14="http://schemas.microsoft.com/office/powerpoint/2010/main" val="40234301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7</a:t>
            </a:fld>
            <a:endParaRPr lang="en-GB"/>
          </a:p>
        </p:txBody>
      </p:sp>
    </p:spTree>
    <p:extLst>
      <p:ext uri="{BB962C8B-B14F-4D97-AF65-F5344CB8AC3E}">
        <p14:creationId xmlns:p14="http://schemas.microsoft.com/office/powerpoint/2010/main" val="17186719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8</a:t>
            </a:fld>
            <a:endParaRPr lang="en-GB"/>
          </a:p>
        </p:txBody>
      </p:sp>
    </p:spTree>
    <p:extLst>
      <p:ext uri="{BB962C8B-B14F-4D97-AF65-F5344CB8AC3E}">
        <p14:creationId xmlns:p14="http://schemas.microsoft.com/office/powerpoint/2010/main" val="2423715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9</a:t>
            </a:fld>
            <a:endParaRPr lang="en-GB"/>
          </a:p>
        </p:txBody>
      </p:sp>
    </p:spTree>
    <p:extLst>
      <p:ext uri="{BB962C8B-B14F-4D97-AF65-F5344CB8AC3E}">
        <p14:creationId xmlns:p14="http://schemas.microsoft.com/office/powerpoint/2010/main" val="2724003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10</a:t>
            </a:fld>
            <a:endParaRPr lang="en-GB"/>
          </a:p>
        </p:txBody>
      </p:sp>
    </p:spTree>
    <p:extLst>
      <p:ext uri="{BB962C8B-B14F-4D97-AF65-F5344CB8AC3E}">
        <p14:creationId xmlns:p14="http://schemas.microsoft.com/office/powerpoint/2010/main" val="3574695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11</a:t>
            </a:fld>
            <a:endParaRPr lang="en-GB"/>
          </a:p>
        </p:txBody>
      </p:sp>
    </p:spTree>
    <p:extLst>
      <p:ext uri="{BB962C8B-B14F-4D97-AF65-F5344CB8AC3E}">
        <p14:creationId xmlns:p14="http://schemas.microsoft.com/office/powerpoint/2010/main" val="10966450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12</a:t>
            </a:fld>
            <a:endParaRPr lang="en-GB"/>
          </a:p>
        </p:txBody>
      </p:sp>
    </p:spTree>
    <p:extLst>
      <p:ext uri="{BB962C8B-B14F-4D97-AF65-F5344CB8AC3E}">
        <p14:creationId xmlns:p14="http://schemas.microsoft.com/office/powerpoint/2010/main" val="6373288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13</a:t>
            </a:fld>
            <a:endParaRPr lang="en-GB"/>
          </a:p>
        </p:txBody>
      </p:sp>
    </p:spTree>
    <p:extLst>
      <p:ext uri="{BB962C8B-B14F-4D97-AF65-F5344CB8AC3E}">
        <p14:creationId xmlns:p14="http://schemas.microsoft.com/office/powerpoint/2010/main" val="41004264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15</a:t>
            </a:fld>
            <a:endParaRPr lang="en-GB"/>
          </a:p>
        </p:txBody>
      </p:sp>
    </p:spTree>
    <p:extLst>
      <p:ext uri="{BB962C8B-B14F-4D97-AF65-F5344CB8AC3E}">
        <p14:creationId xmlns:p14="http://schemas.microsoft.com/office/powerpoint/2010/main" val="26010191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16</a:t>
            </a:fld>
            <a:endParaRPr lang="en-GB"/>
          </a:p>
        </p:txBody>
      </p:sp>
    </p:spTree>
    <p:extLst>
      <p:ext uri="{BB962C8B-B14F-4D97-AF65-F5344CB8AC3E}">
        <p14:creationId xmlns:p14="http://schemas.microsoft.com/office/powerpoint/2010/main" val="2729348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213271"/>
            <a:ext cx="9144000" cy="5516563"/>
          </a:xfrm>
          <a:prstGeom prst="rect">
            <a:avLst/>
          </a:prstGeom>
          <a:solidFill>
            <a:srgbClr val="663366"/>
          </a:solidFill>
          <a:ln w="9525">
            <a:noFill/>
            <a:miter lim="800000"/>
            <a:headEnd/>
            <a:tailEnd/>
          </a:ln>
          <a:effectLst/>
        </p:spPr>
        <p:txBody>
          <a:bodyPr wrap="none" anchor="ctr"/>
          <a:lstStyle/>
          <a:p>
            <a:pPr algn="ctr">
              <a:defRPr/>
            </a:pPr>
            <a:endParaRPr lang="en-US">
              <a:solidFill>
                <a:srgbClr val="663366"/>
              </a:solidFill>
            </a:endParaRPr>
          </a:p>
        </p:txBody>
      </p:sp>
      <p:pic>
        <p:nvPicPr>
          <p:cNvPr id="5" name="Picture 8"/>
          <p:cNvPicPr>
            <a:picLocks noChangeAspect="1" noChangeArrowheads="1"/>
          </p:cNvPicPr>
          <p:nvPr userDrawn="1"/>
        </p:nvPicPr>
        <p:blipFill>
          <a:blip r:embed="rId2" cstate="print"/>
          <a:srcRect/>
          <a:stretch>
            <a:fillRect/>
          </a:stretch>
        </p:blipFill>
        <p:spPr bwMode="auto">
          <a:xfrm>
            <a:off x="266700" y="5843588"/>
            <a:ext cx="1943100" cy="862012"/>
          </a:xfrm>
          <a:prstGeom prst="rect">
            <a:avLst/>
          </a:prstGeom>
          <a:noFill/>
          <a:ln w="9525">
            <a:noFill/>
            <a:miter lim="800000"/>
            <a:headEnd/>
            <a:tailEnd/>
          </a:ln>
        </p:spPr>
      </p:pic>
      <p:sp>
        <p:nvSpPr>
          <p:cNvPr id="8203" name="Rectangle 11"/>
          <p:cNvSpPr>
            <a:spLocks noGrp="1" noChangeArrowheads="1"/>
          </p:cNvSpPr>
          <p:nvPr>
            <p:ph type="ctrTitle" sz="quarter"/>
          </p:nvPr>
        </p:nvSpPr>
        <p:spPr>
          <a:xfrm>
            <a:off x="755650" y="476250"/>
            <a:ext cx="7772400" cy="1800622"/>
          </a:xfrm>
        </p:spPr>
        <p:txBody>
          <a:bodyPr/>
          <a:lstStyle>
            <a:lvl1pPr algn="l">
              <a:defRPr sz="4400">
                <a:solidFill>
                  <a:schemeClr val="bg1"/>
                </a:solidFill>
              </a:defRPr>
            </a:lvl1pPr>
          </a:lstStyle>
          <a:p>
            <a:r>
              <a:rPr lang="en-GB" noProof="0" dirty="0"/>
              <a:t>Click to edit Master title style</a:t>
            </a:r>
          </a:p>
        </p:txBody>
      </p:sp>
      <p:sp>
        <p:nvSpPr>
          <p:cNvPr id="8204" name="Rectangle 12"/>
          <p:cNvSpPr>
            <a:spLocks noGrp="1" noChangeArrowheads="1"/>
          </p:cNvSpPr>
          <p:nvPr>
            <p:ph type="subTitle" sz="quarter" idx="1"/>
          </p:nvPr>
        </p:nvSpPr>
        <p:spPr>
          <a:xfrm>
            <a:off x="755650" y="2801926"/>
            <a:ext cx="7772400" cy="2431231"/>
          </a:xfrm>
        </p:spPr>
        <p:txBody>
          <a:bodyPr/>
          <a:lstStyle>
            <a:lvl1pPr marL="0" indent="0" algn="r">
              <a:defRPr sz="2400" b="0">
                <a:solidFill>
                  <a:schemeClr val="bg1"/>
                </a:solidFill>
              </a:defRPr>
            </a:lvl1pPr>
          </a:lstStyle>
          <a:p>
            <a:r>
              <a:rPr lang="en-GB" noProof="0" dirty="0"/>
              <a:t>Click to edit Master subtitle style</a:t>
            </a:r>
          </a:p>
        </p:txBody>
      </p:sp>
      <p:sp>
        <p:nvSpPr>
          <p:cNvPr id="6" name="Rectangle 6"/>
          <p:cNvSpPr>
            <a:spLocks noGrp="1" noChangeArrowheads="1"/>
          </p:cNvSpPr>
          <p:nvPr>
            <p:ph type="sldNum" sz="quarter" idx="10"/>
          </p:nvPr>
        </p:nvSpPr>
        <p:spPr>
          <a:xfrm>
            <a:off x="6553200" y="6245225"/>
            <a:ext cx="2133600" cy="476250"/>
          </a:xfrm>
        </p:spPr>
        <p:txBody>
          <a:bodyPr/>
          <a:lstStyle>
            <a:lvl1pPr>
              <a:defRPr/>
            </a:lvl1pPr>
          </a:lstStyle>
          <a:p>
            <a:pPr>
              <a:defRPr/>
            </a:pPr>
            <a:fld id="{8737E7BC-0AD6-4697-8AE2-1050AD12CB8F}" type="slidenum">
              <a:rPr lang="en-GB"/>
              <a:pPr>
                <a:defRPr/>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Click to edit Master title style</a:t>
            </a:r>
          </a:p>
        </p:txBody>
      </p:sp>
      <p:sp>
        <p:nvSpPr>
          <p:cNvPr id="3" name="Content Placeholder 2"/>
          <p:cNvSpPr>
            <a:spLocks noGrp="1"/>
          </p:cNvSpPr>
          <p:nvPr>
            <p:ph idx="1"/>
          </p:nvPr>
        </p:nvSpPr>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F4912F08-1523-45E2-8BAA-A9F45CA558CC}" type="slidenum">
              <a:rPr lang="en-GB"/>
              <a:pPr>
                <a:defRPr/>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0" cap="all"/>
            </a:lvl1pPr>
          </a:lstStyle>
          <a:p>
            <a:r>
              <a:rPr lang="en-GB" noProof="0"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8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noProof="0" dirty="0"/>
              <a:t>Click to edit Master text styles</a:t>
            </a:r>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B4D38D05-2521-46AF-B091-01B951CDC625}" type="slidenum">
              <a:rPr lang="en-GB"/>
              <a:pPr>
                <a:defRPr/>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Click to edit Master title style</a:t>
            </a:r>
          </a:p>
        </p:txBody>
      </p:sp>
      <p:sp>
        <p:nvSpPr>
          <p:cNvPr id="3" name="Content Placeholder 2"/>
          <p:cNvSpPr>
            <a:spLocks noGrp="1"/>
          </p:cNvSpPr>
          <p:nvPr>
            <p:ph sz="half" idx="1"/>
          </p:nvPr>
        </p:nvSpPr>
        <p:spPr>
          <a:xfrm>
            <a:off x="684213" y="1556792"/>
            <a:ext cx="3810000" cy="42486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Content Placeholder 3"/>
          <p:cNvSpPr>
            <a:spLocks noGrp="1"/>
          </p:cNvSpPr>
          <p:nvPr>
            <p:ph sz="half" idx="2"/>
          </p:nvPr>
        </p:nvSpPr>
        <p:spPr>
          <a:xfrm>
            <a:off x="4646613" y="1556792"/>
            <a:ext cx="3810000" cy="42486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CCC6FAAD-47EB-4642-A20E-D6984E4E470D}" type="slidenum">
              <a:rPr lang="en-GB"/>
              <a:pPr>
                <a:defRPr/>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GB" noProof="0"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 edit Master text styles</a:t>
            </a:r>
          </a:p>
        </p:txBody>
      </p:sp>
      <p:sp>
        <p:nvSpPr>
          <p:cNvPr id="4" name="Content Placeholder 3"/>
          <p:cNvSpPr>
            <a:spLocks noGrp="1"/>
          </p:cNvSpPr>
          <p:nvPr>
            <p:ph sz="half" idx="2"/>
          </p:nvPr>
        </p:nvSpPr>
        <p:spPr>
          <a:xfrm>
            <a:off x="457200" y="2174875"/>
            <a:ext cx="4040188" cy="363038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 edit Master text styles</a:t>
            </a:r>
          </a:p>
        </p:txBody>
      </p:sp>
      <p:sp>
        <p:nvSpPr>
          <p:cNvPr id="6" name="Content Placeholder 5"/>
          <p:cNvSpPr>
            <a:spLocks noGrp="1"/>
          </p:cNvSpPr>
          <p:nvPr>
            <p:ph sz="quarter" idx="4"/>
          </p:nvPr>
        </p:nvSpPr>
        <p:spPr>
          <a:xfrm>
            <a:off x="4645025" y="2174875"/>
            <a:ext cx="4041775" cy="363038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0958A245-B2A4-4D64-9F17-8921249642A6}" type="slidenum">
              <a:rPr lang="en-GB"/>
              <a:pPr>
                <a:defRPr/>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Click to edit Master title style</a:t>
            </a:r>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8CD46157-7DE3-44BB-B05A-899920269FF4}" type="slidenum">
              <a:rPr lang="en-GB"/>
              <a:pPr>
                <a:defRPr/>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0F579CBE-EE5B-4C6C-91B6-8F09653FD416}" type="slidenum">
              <a:rPr lang="en-GB"/>
              <a:pPr>
                <a:defRPr/>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noProof="0"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Text Placeholder 3"/>
          <p:cNvSpPr>
            <a:spLocks noGrp="1"/>
          </p:cNvSpPr>
          <p:nvPr>
            <p:ph type="body" sz="half" idx="2"/>
          </p:nvPr>
        </p:nvSpPr>
        <p:spPr>
          <a:xfrm>
            <a:off x="457200" y="1435101"/>
            <a:ext cx="3008313" cy="437016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noProof="0" dirty="0"/>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116C9DAA-14DF-41CB-AECF-883B94965DEE}" type="slidenum">
              <a:rPr lang="en-GB"/>
              <a:pPr>
                <a:defRPr/>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noProof="0"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noProof="0" dirty="0"/>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95C932C4-36C2-4D67-A23F-5A8A2E0B6DF0}" type="slidenum">
              <a:rPr lang="en-GB"/>
              <a:pPr>
                <a:defRPr/>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Click to edit Master title style</a:t>
            </a:r>
          </a:p>
        </p:txBody>
      </p:sp>
      <p:sp>
        <p:nvSpPr>
          <p:cNvPr id="3" name="Vertical Text Placeholder 2"/>
          <p:cNvSpPr>
            <a:spLocks noGrp="1"/>
          </p:cNvSpPr>
          <p:nvPr>
            <p:ph type="body" orient="vert" idx="1"/>
          </p:nvPr>
        </p:nvSpPr>
        <p:spPr/>
        <p:txBody>
          <a:bodyPr vert="eaVert"/>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D47CF5CD-C373-4001-B614-6EE9712AD039}" type="slidenum">
              <a:rPr lang="en-GB"/>
              <a:pPr>
                <a:defRPr/>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GB" noProof="0" dirty="0"/>
              <a:t>Click to edit Master title style</a:t>
            </a:r>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FD037EC9-F64E-416F-A73B-52D4D68F7875}" type="slidenum">
              <a:rPr lang="en-GB"/>
              <a:pPr>
                <a:defRPr/>
              </a:pPr>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516563"/>
          </a:xfrm>
          <a:prstGeom prst="rect">
            <a:avLst/>
          </a:prstGeom>
          <a:solidFill>
            <a:srgbClr val="663366"/>
          </a:solidFill>
          <a:ln>
            <a:noFill/>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endParaRPr lang="en-US" altLang="en-US">
              <a:solidFill>
                <a:srgbClr val="663366"/>
              </a:solidFill>
            </a:endParaRPr>
          </a:p>
        </p:txBody>
      </p:sp>
      <p:pic>
        <p:nvPicPr>
          <p:cNvPr id="5"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GB"/>
              <a:t>Click to edit Master title style</a:t>
            </a:r>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GB"/>
              <a:t>Click to edit Master subtitle style</a:t>
            </a:r>
          </a:p>
        </p:txBody>
      </p:sp>
      <p:sp>
        <p:nvSpPr>
          <p:cNvPr id="6" name="Rectangle 6"/>
          <p:cNvSpPr>
            <a:spLocks noGrp="1" noChangeArrowheads="1"/>
          </p:cNvSpPr>
          <p:nvPr>
            <p:ph type="sldNum" sz="quarter" idx="10"/>
          </p:nvPr>
        </p:nvSpPr>
        <p:spPr>
          <a:xfrm>
            <a:off x="6553200" y="6245225"/>
            <a:ext cx="2133600" cy="476250"/>
          </a:xfrm>
        </p:spPr>
        <p:txBody>
          <a:bodyPr/>
          <a:lstStyle>
            <a:lvl1pPr>
              <a:defRPr/>
            </a:lvl1pPr>
          </a:lstStyle>
          <a:p>
            <a:pPr>
              <a:defRPr/>
            </a:pPr>
            <a:fld id="{374865E9-C975-46B8-BCC7-F2D761D0BAFA}" type="slidenum">
              <a:rPr lang="en-GB" altLang="en-US"/>
              <a:pPr>
                <a:defRPr/>
              </a:pPr>
              <a:t>‹#›</a:t>
            </a:fld>
            <a:endParaRPr lang="en-GB" altLang="en-US"/>
          </a:p>
        </p:txBody>
      </p:sp>
    </p:spTree>
    <p:extLst>
      <p:ext uri="{BB962C8B-B14F-4D97-AF65-F5344CB8AC3E}">
        <p14:creationId xmlns:p14="http://schemas.microsoft.com/office/powerpoint/2010/main" val="29412558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C373052-BFBF-46FC-93B6-1CF00E3EE40D}" type="slidenum">
              <a:rPr lang="en-GB" altLang="en-US"/>
              <a:pPr>
                <a:defRPr/>
              </a:pPr>
              <a:t>‹#›</a:t>
            </a:fld>
            <a:endParaRPr lang="en-GB" altLang="en-US"/>
          </a:p>
        </p:txBody>
      </p:sp>
    </p:spTree>
    <p:extLst>
      <p:ext uri="{BB962C8B-B14F-4D97-AF65-F5344CB8AC3E}">
        <p14:creationId xmlns:p14="http://schemas.microsoft.com/office/powerpoint/2010/main" val="25414135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891A14E7-0E1F-4BAB-8E37-497D900DC396}" type="slidenum">
              <a:rPr lang="en-GB" altLang="en-US"/>
              <a:pPr>
                <a:defRPr/>
              </a:pPr>
              <a:t>‹#›</a:t>
            </a:fld>
            <a:endParaRPr lang="en-GB" altLang="en-US"/>
          </a:p>
        </p:txBody>
      </p:sp>
    </p:spTree>
    <p:extLst>
      <p:ext uri="{BB962C8B-B14F-4D97-AF65-F5344CB8AC3E}">
        <p14:creationId xmlns:p14="http://schemas.microsoft.com/office/powerpoint/2010/main" val="32543283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56D2E12F-85BD-4F5C-A357-240497D2C7A0}" type="slidenum">
              <a:rPr lang="en-GB" altLang="en-US"/>
              <a:pPr>
                <a:defRPr/>
              </a:pPr>
              <a:t>‹#›</a:t>
            </a:fld>
            <a:endParaRPr lang="en-GB" altLang="en-US"/>
          </a:p>
        </p:txBody>
      </p:sp>
    </p:spTree>
    <p:extLst>
      <p:ext uri="{BB962C8B-B14F-4D97-AF65-F5344CB8AC3E}">
        <p14:creationId xmlns:p14="http://schemas.microsoft.com/office/powerpoint/2010/main" val="31614203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A5370C4E-86BA-4D72-86E3-675490C30C16}" type="slidenum">
              <a:rPr lang="en-GB" altLang="en-US"/>
              <a:pPr>
                <a:defRPr/>
              </a:pPr>
              <a:t>‹#›</a:t>
            </a:fld>
            <a:endParaRPr lang="en-GB" altLang="en-US"/>
          </a:p>
        </p:txBody>
      </p:sp>
    </p:spTree>
    <p:extLst>
      <p:ext uri="{BB962C8B-B14F-4D97-AF65-F5344CB8AC3E}">
        <p14:creationId xmlns:p14="http://schemas.microsoft.com/office/powerpoint/2010/main" val="42669705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11ED3913-B0E8-4C31-93FA-6AF5B9A4C8FD}" type="slidenum">
              <a:rPr lang="en-GB" altLang="en-US"/>
              <a:pPr>
                <a:defRPr/>
              </a:pPr>
              <a:t>‹#›</a:t>
            </a:fld>
            <a:endParaRPr lang="en-GB" altLang="en-US"/>
          </a:p>
        </p:txBody>
      </p:sp>
    </p:spTree>
    <p:extLst>
      <p:ext uri="{BB962C8B-B14F-4D97-AF65-F5344CB8AC3E}">
        <p14:creationId xmlns:p14="http://schemas.microsoft.com/office/powerpoint/2010/main" val="12354470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DDEC0345-3EE4-4F0D-8AEF-84A9B492946B}" type="slidenum">
              <a:rPr lang="en-GB" altLang="en-US"/>
              <a:pPr>
                <a:defRPr/>
              </a:pPr>
              <a:t>‹#›</a:t>
            </a:fld>
            <a:endParaRPr lang="en-GB" altLang="en-US"/>
          </a:p>
        </p:txBody>
      </p:sp>
    </p:spTree>
    <p:extLst>
      <p:ext uri="{BB962C8B-B14F-4D97-AF65-F5344CB8AC3E}">
        <p14:creationId xmlns:p14="http://schemas.microsoft.com/office/powerpoint/2010/main" val="37154513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A0F79929-02DF-4E06-AA76-063D5B88FD07}" type="slidenum">
              <a:rPr lang="en-GB" altLang="en-US"/>
              <a:pPr>
                <a:defRPr/>
              </a:pPr>
              <a:t>‹#›</a:t>
            </a:fld>
            <a:endParaRPr lang="en-GB" altLang="en-US"/>
          </a:p>
        </p:txBody>
      </p:sp>
    </p:spTree>
    <p:extLst>
      <p:ext uri="{BB962C8B-B14F-4D97-AF65-F5344CB8AC3E}">
        <p14:creationId xmlns:p14="http://schemas.microsoft.com/office/powerpoint/2010/main" val="2347756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99B0DD1E-FA50-4EA3-82A1-A11F7B5BF8AF}" type="slidenum">
              <a:rPr lang="en-GB" altLang="en-US"/>
              <a:pPr>
                <a:defRPr/>
              </a:pPr>
              <a:t>‹#›</a:t>
            </a:fld>
            <a:endParaRPr lang="en-GB" altLang="en-US"/>
          </a:p>
        </p:txBody>
      </p:sp>
    </p:spTree>
    <p:extLst>
      <p:ext uri="{BB962C8B-B14F-4D97-AF65-F5344CB8AC3E}">
        <p14:creationId xmlns:p14="http://schemas.microsoft.com/office/powerpoint/2010/main" val="34769764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27E8A823-E353-442E-AF5C-DDC5B9E70F5A}" type="slidenum">
              <a:rPr lang="en-GB" altLang="en-US"/>
              <a:pPr>
                <a:defRPr/>
              </a:pPr>
              <a:t>‹#›</a:t>
            </a:fld>
            <a:endParaRPr lang="en-GB" altLang="en-US"/>
          </a:p>
        </p:txBody>
      </p:sp>
    </p:spTree>
    <p:extLst>
      <p:ext uri="{BB962C8B-B14F-4D97-AF65-F5344CB8AC3E}">
        <p14:creationId xmlns:p14="http://schemas.microsoft.com/office/powerpoint/2010/main" val="36766844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3C1FE3B0-2A27-40DB-9C91-0277A0C7B2D2}" type="slidenum">
              <a:rPr lang="en-GB" altLang="en-US"/>
              <a:pPr>
                <a:defRPr/>
              </a:pPr>
              <a:t>‹#›</a:t>
            </a:fld>
            <a:endParaRPr lang="en-GB" altLang="en-US"/>
          </a:p>
        </p:txBody>
      </p:sp>
    </p:spTree>
    <p:extLst>
      <p:ext uri="{BB962C8B-B14F-4D97-AF65-F5344CB8AC3E}">
        <p14:creationId xmlns:p14="http://schemas.microsoft.com/office/powerpoint/2010/main" val="11992492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516563"/>
          </a:xfrm>
          <a:prstGeom prst="rect">
            <a:avLst/>
          </a:prstGeom>
          <a:solidFill>
            <a:srgbClr val="66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endParaRPr lang="en-US" altLang="en-US">
              <a:solidFill>
                <a:srgbClr val="663366"/>
              </a:solidFill>
            </a:endParaRPr>
          </a:p>
        </p:txBody>
      </p:sp>
      <p:pic>
        <p:nvPicPr>
          <p:cNvPr id="5"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US"/>
              <a:t>Click to edit Master title style</a:t>
            </a:r>
            <a:endParaRPr lang="en-GB"/>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US"/>
              <a:t>Click to edit Master subtitle style</a:t>
            </a:r>
            <a:endParaRPr lang="en-GB"/>
          </a:p>
        </p:txBody>
      </p:sp>
      <p:sp>
        <p:nvSpPr>
          <p:cNvPr id="6" name="Rectangle 6"/>
          <p:cNvSpPr>
            <a:spLocks noGrp="1" noChangeArrowheads="1"/>
          </p:cNvSpPr>
          <p:nvPr>
            <p:ph type="sldNum" sz="quarter" idx="10"/>
          </p:nvPr>
        </p:nvSpPr>
        <p:spPr>
          <a:xfrm>
            <a:off x="6553200" y="6245225"/>
            <a:ext cx="2133600" cy="476250"/>
          </a:xfrm>
        </p:spPr>
        <p:txBody>
          <a:bodyPr/>
          <a:lstStyle>
            <a:lvl1pPr>
              <a:defRPr/>
            </a:lvl1pPr>
          </a:lstStyle>
          <a:p>
            <a:pPr>
              <a:defRPr/>
            </a:pPr>
            <a:fld id="{F0A05A82-F9D2-47EA-A53D-C5B1C141EFE6}" type="slidenum">
              <a:rPr lang="en-GB"/>
              <a:pPr>
                <a:defRPr/>
              </a:pPr>
              <a:t>‹#›</a:t>
            </a:fld>
            <a:endParaRPr lang="en-GB"/>
          </a:p>
        </p:txBody>
      </p:sp>
    </p:spTree>
    <p:extLst>
      <p:ext uri="{BB962C8B-B14F-4D97-AF65-F5344CB8AC3E}">
        <p14:creationId xmlns:p14="http://schemas.microsoft.com/office/powerpoint/2010/main" val="1490392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95B3DC4-CCB9-4BE6-B627-F4CDCA0C3B2D}" type="slidenum">
              <a:rPr lang="en-GB"/>
              <a:pPr>
                <a:defRPr/>
              </a:pPr>
              <a:t>‹#›</a:t>
            </a:fld>
            <a:endParaRPr lang="en-GB"/>
          </a:p>
        </p:txBody>
      </p:sp>
    </p:spTree>
    <p:extLst>
      <p:ext uri="{BB962C8B-B14F-4D97-AF65-F5344CB8AC3E}">
        <p14:creationId xmlns:p14="http://schemas.microsoft.com/office/powerpoint/2010/main" val="20919131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3584A337-24A0-4E6A-83C6-252289EF5C73}" type="slidenum">
              <a:rPr lang="en-GB"/>
              <a:pPr>
                <a:defRPr/>
              </a:pPr>
              <a:t>‹#›</a:t>
            </a:fld>
            <a:endParaRPr lang="en-GB"/>
          </a:p>
        </p:txBody>
      </p:sp>
    </p:spTree>
    <p:extLst>
      <p:ext uri="{BB962C8B-B14F-4D97-AF65-F5344CB8AC3E}">
        <p14:creationId xmlns:p14="http://schemas.microsoft.com/office/powerpoint/2010/main" val="18508472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C420EFCA-A8F9-4538-8E15-BC2CE75ECD42}" type="slidenum">
              <a:rPr lang="en-GB"/>
              <a:pPr>
                <a:defRPr/>
              </a:pPr>
              <a:t>‹#›</a:t>
            </a:fld>
            <a:endParaRPr lang="en-GB"/>
          </a:p>
        </p:txBody>
      </p:sp>
    </p:spTree>
    <p:extLst>
      <p:ext uri="{BB962C8B-B14F-4D97-AF65-F5344CB8AC3E}">
        <p14:creationId xmlns:p14="http://schemas.microsoft.com/office/powerpoint/2010/main" val="28476437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293A6066-C2B3-41DB-8295-7A0DC59F2B85}" type="slidenum">
              <a:rPr lang="en-GB"/>
              <a:pPr>
                <a:defRPr/>
              </a:pPr>
              <a:t>‹#›</a:t>
            </a:fld>
            <a:endParaRPr lang="en-GB"/>
          </a:p>
        </p:txBody>
      </p:sp>
    </p:spTree>
    <p:extLst>
      <p:ext uri="{BB962C8B-B14F-4D97-AF65-F5344CB8AC3E}">
        <p14:creationId xmlns:p14="http://schemas.microsoft.com/office/powerpoint/2010/main" val="38123386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DF2BE154-6E77-48AA-B7F0-DA90B1E58544}" type="slidenum">
              <a:rPr lang="en-GB"/>
              <a:pPr>
                <a:defRPr/>
              </a:pPr>
              <a:t>‹#›</a:t>
            </a:fld>
            <a:endParaRPr lang="en-GB"/>
          </a:p>
        </p:txBody>
      </p:sp>
    </p:spTree>
    <p:extLst>
      <p:ext uri="{BB962C8B-B14F-4D97-AF65-F5344CB8AC3E}">
        <p14:creationId xmlns:p14="http://schemas.microsoft.com/office/powerpoint/2010/main" val="3118309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483E5B82-9B59-41BF-9D43-E1C2BEC5294D}" type="slidenum">
              <a:rPr lang="en-GB"/>
              <a:pPr>
                <a:defRPr/>
              </a:pPr>
              <a:t>‹#›</a:t>
            </a:fld>
            <a:endParaRPr lang="en-GB"/>
          </a:p>
        </p:txBody>
      </p:sp>
    </p:spTree>
    <p:extLst>
      <p:ext uri="{BB962C8B-B14F-4D97-AF65-F5344CB8AC3E}">
        <p14:creationId xmlns:p14="http://schemas.microsoft.com/office/powerpoint/2010/main" val="40206868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1E777202-0675-4E62-A35F-1EF4B75B8544}" type="slidenum">
              <a:rPr lang="en-GB"/>
              <a:pPr>
                <a:defRPr/>
              </a:pPr>
              <a:t>‹#›</a:t>
            </a:fld>
            <a:endParaRPr lang="en-GB"/>
          </a:p>
        </p:txBody>
      </p:sp>
    </p:spTree>
    <p:extLst>
      <p:ext uri="{BB962C8B-B14F-4D97-AF65-F5344CB8AC3E}">
        <p14:creationId xmlns:p14="http://schemas.microsoft.com/office/powerpoint/2010/main" val="21023097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3909CCA7-CA38-483C-9196-8F2252A44515}" type="slidenum">
              <a:rPr lang="en-GB"/>
              <a:pPr>
                <a:defRPr/>
              </a:pPr>
              <a:t>‹#›</a:t>
            </a:fld>
            <a:endParaRPr lang="en-GB"/>
          </a:p>
        </p:txBody>
      </p:sp>
    </p:spTree>
    <p:extLst>
      <p:ext uri="{BB962C8B-B14F-4D97-AF65-F5344CB8AC3E}">
        <p14:creationId xmlns:p14="http://schemas.microsoft.com/office/powerpoint/2010/main" val="80235376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2398ED76-811C-49CD-9E1B-513D5F0A5E91}" type="slidenum">
              <a:rPr lang="en-GB"/>
              <a:pPr>
                <a:defRPr/>
              </a:pPr>
              <a:t>‹#›</a:t>
            </a:fld>
            <a:endParaRPr lang="en-GB"/>
          </a:p>
        </p:txBody>
      </p:sp>
    </p:spTree>
    <p:extLst>
      <p:ext uri="{BB962C8B-B14F-4D97-AF65-F5344CB8AC3E}">
        <p14:creationId xmlns:p14="http://schemas.microsoft.com/office/powerpoint/2010/main" val="38968643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67D3FCB-50EE-4C60-9FE5-3C1D4E45E0AE}" type="slidenum">
              <a:rPr lang="en-GB"/>
              <a:pPr>
                <a:defRPr/>
              </a:pPr>
              <a:t>‹#›</a:t>
            </a:fld>
            <a:endParaRPr lang="en-GB"/>
          </a:p>
        </p:txBody>
      </p:sp>
    </p:spTree>
    <p:extLst>
      <p:ext uri="{BB962C8B-B14F-4D97-AF65-F5344CB8AC3E}">
        <p14:creationId xmlns:p14="http://schemas.microsoft.com/office/powerpoint/2010/main" val="1075233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7"/>
          <p:cNvSpPr>
            <a:spLocks noChangeArrowheads="1"/>
          </p:cNvSpPr>
          <p:nvPr/>
        </p:nvSpPr>
        <p:spPr bwMode="auto">
          <a:xfrm>
            <a:off x="0" y="0"/>
            <a:ext cx="9140825" cy="6873875"/>
          </a:xfrm>
          <a:prstGeom prst="rect">
            <a:avLst/>
          </a:prstGeom>
          <a:solidFill>
            <a:srgbClr val="663366"/>
          </a:solidFill>
          <a:ln w="9525">
            <a:noFill/>
            <a:miter lim="800000"/>
            <a:headEnd/>
            <a:tailEnd/>
          </a:ln>
          <a:effectLst/>
        </p:spPr>
        <p:txBody>
          <a:bodyPr wrap="none" anchor="ctr"/>
          <a:lstStyle/>
          <a:p>
            <a:pPr algn="ctr">
              <a:defRPr/>
            </a:pPr>
            <a:r>
              <a:rPr lang="en-GB">
                <a:solidFill>
                  <a:srgbClr val="663366"/>
                </a:solidFill>
              </a:rPr>
              <a:t>∂</a:t>
            </a:r>
          </a:p>
        </p:txBody>
      </p:sp>
      <p:sp>
        <p:nvSpPr>
          <p:cNvPr id="1032" name="Rectangle 8"/>
          <p:cNvSpPr>
            <a:spLocks noChangeArrowheads="1"/>
          </p:cNvSpPr>
          <p:nvPr/>
        </p:nvSpPr>
        <p:spPr bwMode="auto">
          <a:xfrm>
            <a:off x="109537" y="100012"/>
            <a:ext cx="8924925" cy="6657975"/>
          </a:xfrm>
          <a:prstGeom prst="rect">
            <a:avLst/>
          </a:prstGeom>
          <a:solidFill>
            <a:schemeClr val="bg1"/>
          </a:solidFill>
          <a:ln w="9525">
            <a:noFill/>
            <a:miter lim="800000"/>
            <a:headEnd/>
            <a:tailEnd/>
          </a:ln>
          <a:effectLst/>
        </p:spPr>
        <p:txBody>
          <a:bodyPr wrap="none" anchor="ctr"/>
          <a:lstStyle/>
          <a:p>
            <a:pPr algn="ctr">
              <a:defRPr/>
            </a:pPr>
            <a:endParaRPr lang="en-US">
              <a:solidFill>
                <a:srgbClr val="663366"/>
              </a:solidFill>
            </a:endParaRPr>
          </a:p>
        </p:txBody>
      </p:sp>
      <p:sp>
        <p:nvSpPr>
          <p:cNvPr id="1028" name="Rectangle 2"/>
          <p:cNvSpPr>
            <a:spLocks noGrp="1" noChangeArrowheads="1"/>
          </p:cNvSpPr>
          <p:nvPr>
            <p:ph type="title"/>
          </p:nvPr>
        </p:nvSpPr>
        <p:spPr bwMode="auto">
          <a:xfrm>
            <a:off x="685800" y="609600"/>
            <a:ext cx="7772400" cy="74612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noProof="0" dirty="0"/>
              <a:t>Heading style</a:t>
            </a:r>
          </a:p>
        </p:txBody>
      </p:sp>
      <p:sp>
        <p:nvSpPr>
          <p:cNvPr id="1029" name="Rectangle 3"/>
          <p:cNvSpPr>
            <a:spLocks noGrp="1" noChangeArrowheads="1"/>
          </p:cNvSpPr>
          <p:nvPr>
            <p:ph type="body" idx="1"/>
          </p:nvPr>
        </p:nvSpPr>
        <p:spPr bwMode="auto">
          <a:xfrm>
            <a:off x="684212" y="1587501"/>
            <a:ext cx="8131175" cy="454501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panose="020B0604020202020204" pitchFamily="34" charset="0"/>
                <a:cs typeface="Arial" panose="020B0604020202020204" pitchFamily="34" charset="0"/>
              </a:defRPr>
            </a:lvl1pPr>
          </a:lstStyle>
          <a:p>
            <a:pPr>
              <a:defRPr/>
            </a:pPr>
            <a:endParaRPr lang="en-GB" dirty="0">
              <a:latin typeface="Arial" panose="020B0604020202020204" pitchFamily="34" charset="0"/>
              <a:cs typeface="Arial" panose="020B0604020202020204" pitchFamily="34" charset="0"/>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anose="020B0604020202020204" pitchFamily="34" charset="0"/>
                <a:cs typeface="Arial" panose="020B0604020202020204" pitchFamily="34" charset="0"/>
              </a:defRPr>
            </a:lvl1pPr>
          </a:lstStyle>
          <a:p>
            <a:pPr>
              <a:defRPr/>
            </a:pPr>
            <a:fld id="{44A284BA-A63D-4214-92FC-61D78B3D9DA5}" type="slidenum">
              <a:rPr lang="en-GB" smtClean="0"/>
              <a:pPr>
                <a:defRPr/>
              </a:pPr>
              <a:t>‹#›</a:t>
            </a:fld>
            <a:endParaRPr lang="en-GB" dirty="0">
              <a:latin typeface="Arial" panose="020B0604020202020204" pitchFamily="34" charset="0"/>
              <a:cs typeface="Arial" panose="020B0604020202020204" pitchFamily="34" charset="0"/>
            </a:endParaRPr>
          </a:p>
        </p:txBody>
      </p:sp>
      <p:sp>
        <p:nvSpPr>
          <p:cNvPr id="1033" name="Rectangle 9"/>
          <p:cNvSpPr>
            <a:spLocks noChangeArrowheads="1"/>
          </p:cNvSpPr>
          <p:nvPr/>
        </p:nvSpPr>
        <p:spPr bwMode="auto">
          <a:xfrm>
            <a:off x="790575" y="611188"/>
            <a:ext cx="8024813" cy="1143000"/>
          </a:xfrm>
          <a:prstGeom prst="rect">
            <a:avLst/>
          </a:prstGeom>
          <a:noFill/>
          <a:ln w="9525">
            <a:noFill/>
            <a:miter lim="800000"/>
            <a:headEnd/>
            <a:tailEnd/>
          </a:ln>
        </p:spPr>
        <p:txBody>
          <a:bodyPr/>
          <a:lstStyle/>
          <a:p>
            <a:pPr eaLnBrk="1" hangingPunct="1">
              <a:defRPr/>
            </a:pPr>
            <a:endParaRPr lang="en-US" sz="4400">
              <a:solidFill>
                <a:schemeClr val="bg1"/>
              </a:solidFill>
            </a:endParaRPr>
          </a:p>
        </p:txBody>
      </p:sp>
      <p:sp>
        <p:nvSpPr>
          <p:cNvPr id="1034" name="Rectangle 10"/>
          <p:cNvSpPr>
            <a:spLocks noChangeArrowheads="1"/>
          </p:cNvSpPr>
          <p:nvPr/>
        </p:nvSpPr>
        <p:spPr bwMode="auto">
          <a:xfrm>
            <a:off x="790575" y="1798638"/>
            <a:ext cx="8024813" cy="3813175"/>
          </a:xfrm>
          <a:prstGeom prst="rect">
            <a:avLst/>
          </a:prstGeom>
          <a:noFill/>
          <a:ln w="9525">
            <a:noFill/>
            <a:miter lim="800000"/>
            <a:headEnd/>
            <a:tailEnd/>
          </a:ln>
        </p:spPr>
        <p:txBody>
          <a:bodyPr/>
          <a:lstStyle/>
          <a:p>
            <a:pPr eaLnBrk="1" hangingPunct="1">
              <a:spcBef>
                <a:spcPct val="20000"/>
              </a:spcBef>
              <a:defRPr/>
            </a:pPr>
            <a:endParaRPr lang="en-US" sz="1800" b="1">
              <a:solidFill>
                <a:schemeClr val="bg1"/>
              </a:solidFill>
              <a:latin typeface="Arial" charset="0"/>
            </a:endParaRPr>
          </a:p>
        </p:txBody>
      </p:sp>
      <p:pic>
        <p:nvPicPr>
          <p:cNvPr id="1035" name="Picture 11"/>
          <p:cNvPicPr>
            <a:picLocks noChangeAspect="1" noChangeArrowheads="1"/>
          </p:cNvPicPr>
          <p:nvPr/>
        </p:nvPicPr>
        <p:blipFill>
          <a:blip r:embed="rId13" cstate="print"/>
          <a:srcRect/>
          <a:stretch>
            <a:fillRect/>
          </a:stretch>
        </p:blipFill>
        <p:spPr bwMode="auto">
          <a:xfrm>
            <a:off x="266700" y="5843588"/>
            <a:ext cx="1943100" cy="86201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3"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xStyles>
    <p:titleStyle>
      <a:lvl1pPr algn="l" rtl="0" eaLnBrk="1" fontAlgn="base" hangingPunct="1">
        <a:spcBef>
          <a:spcPct val="0"/>
        </a:spcBef>
        <a:spcAft>
          <a:spcPct val="0"/>
        </a:spcAft>
        <a:defRPr sz="4000">
          <a:solidFill>
            <a:srgbClr val="663366"/>
          </a:solidFill>
          <a:latin typeface="Arial" panose="020B0604020202020204" pitchFamily="34" charset="0"/>
          <a:ea typeface="+mj-ea"/>
          <a:cs typeface="Arial" panose="020B0604020202020204" pitchFamily="34" charset="0"/>
        </a:defRPr>
      </a:lvl1pPr>
      <a:lvl2pPr algn="l" rtl="0" eaLnBrk="1" fontAlgn="base" hangingPunct="1">
        <a:spcBef>
          <a:spcPct val="0"/>
        </a:spcBef>
        <a:spcAft>
          <a:spcPct val="0"/>
        </a:spcAft>
        <a:defRPr sz="4400">
          <a:solidFill>
            <a:srgbClr val="663366"/>
          </a:solidFill>
          <a:latin typeface="Times" pitchFamily="18" charset="0"/>
        </a:defRPr>
      </a:lvl2pPr>
      <a:lvl3pPr algn="l" rtl="0" eaLnBrk="1" fontAlgn="base" hangingPunct="1">
        <a:spcBef>
          <a:spcPct val="0"/>
        </a:spcBef>
        <a:spcAft>
          <a:spcPct val="0"/>
        </a:spcAft>
        <a:defRPr sz="4400">
          <a:solidFill>
            <a:srgbClr val="663366"/>
          </a:solidFill>
          <a:latin typeface="Times" pitchFamily="18" charset="0"/>
        </a:defRPr>
      </a:lvl3pPr>
      <a:lvl4pPr algn="l" rtl="0" eaLnBrk="1" fontAlgn="base" hangingPunct="1">
        <a:spcBef>
          <a:spcPct val="0"/>
        </a:spcBef>
        <a:spcAft>
          <a:spcPct val="0"/>
        </a:spcAft>
        <a:defRPr sz="4400">
          <a:solidFill>
            <a:srgbClr val="663366"/>
          </a:solidFill>
          <a:latin typeface="Times" pitchFamily="18" charset="0"/>
        </a:defRPr>
      </a:lvl4pPr>
      <a:lvl5pPr algn="l" rtl="0" eaLnBrk="1" fontAlgn="base" hangingPunct="1">
        <a:spcBef>
          <a:spcPct val="0"/>
        </a:spcBef>
        <a:spcAft>
          <a:spcPct val="0"/>
        </a:spcAft>
        <a:defRPr sz="4400">
          <a:solidFill>
            <a:srgbClr val="663366"/>
          </a:solidFill>
          <a:latin typeface="Times" pitchFamily="18" charset="0"/>
        </a:defRPr>
      </a:lvl5pPr>
      <a:lvl6pPr marL="457200" algn="l" rtl="0" eaLnBrk="1" fontAlgn="base" hangingPunct="1">
        <a:spcBef>
          <a:spcPct val="0"/>
        </a:spcBef>
        <a:spcAft>
          <a:spcPct val="0"/>
        </a:spcAft>
        <a:defRPr sz="4400">
          <a:solidFill>
            <a:srgbClr val="663366"/>
          </a:solidFill>
          <a:latin typeface="Times" pitchFamily="18" charset="0"/>
        </a:defRPr>
      </a:lvl6pPr>
      <a:lvl7pPr marL="914400" algn="l" rtl="0" eaLnBrk="1" fontAlgn="base" hangingPunct="1">
        <a:spcBef>
          <a:spcPct val="0"/>
        </a:spcBef>
        <a:spcAft>
          <a:spcPct val="0"/>
        </a:spcAft>
        <a:defRPr sz="4400">
          <a:solidFill>
            <a:srgbClr val="663366"/>
          </a:solidFill>
          <a:latin typeface="Times" pitchFamily="18" charset="0"/>
        </a:defRPr>
      </a:lvl7pPr>
      <a:lvl8pPr marL="1371600" algn="l" rtl="0" eaLnBrk="1" fontAlgn="base" hangingPunct="1">
        <a:spcBef>
          <a:spcPct val="0"/>
        </a:spcBef>
        <a:spcAft>
          <a:spcPct val="0"/>
        </a:spcAft>
        <a:defRPr sz="4400">
          <a:solidFill>
            <a:srgbClr val="663366"/>
          </a:solidFill>
          <a:latin typeface="Times" pitchFamily="18" charset="0"/>
        </a:defRPr>
      </a:lvl8pPr>
      <a:lvl9pPr marL="1828800" algn="l" rtl="0" eaLnBrk="1" fontAlgn="base" hangingPunct="1">
        <a:spcBef>
          <a:spcPct val="0"/>
        </a:spcBef>
        <a:spcAft>
          <a:spcPct val="0"/>
        </a:spcAft>
        <a:defRPr sz="4400">
          <a:solidFill>
            <a:srgbClr val="663366"/>
          </a:solidFill>
          <a:latin typeface="Times" pitchFamily="18" charset="0"/>
        </a:defRPr>
      </a:lvl9pPr>
    </p:titleStyle>
    <p:bodyStyle>
      <a:lvl1pPr marL="284400" indent="-284400" algn="l" rtl="0" eaLnBrk="1" fontAlgn="base" hangingPunct="1">
        <a:spcBef>
          <a:spcPct val="20000"/>
        </a:spcBef>
        <a:spcAft>
          <a:spcPct val="0"/>
        </a:spcAft>
        <a:buFont typeface="Arial" panose="020B0604020202020204" pitchFamily="34" charset="0"/>
        <a:buChar char="•"/>
        <a:defRPr sz="2800">
          <a:solidFill>
            <a:schemeClr val="tx1"/>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lgn="l" rtl="0" eaLnBrk="1" fontAlgn="base" hangingPunct="1">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3pPr>
      <a:lvl4pPr marL="1600200" indent="-228600" algn="l" rtl="0" eaLnBrk="1" fontAlgn="base" hangingPunct="1">
        <a:spcBef>
          <a:spcPct val="20000"/>
        </a:spcBef>
        <a:spcAft>
          <a:spcPct val="0"/>
        </a:spcAft>
        <a:buFont typeface="Arial" panose="020B0604020202020204" pitchFamily="34" charset="0"/>
        <a:buChar char="•"/>
        <a:defRPr sz="1800">
          <a:solidFill>
            <a:schemeClr val="tx1"/>
          </a:solidFill>
          <a:latin typeface="Arial" panose="020B0604020202020204" pitchFamily="34" charset="0"/>
          <a:cs typeface="Arial" panose="020B0604020202020204" pitchFamily="34" charset="0"/>
        </a:defRPr>
      </a:lvl4pPr>
      <a:lvl5pPr marL="2057400" indent="-228600" algn="l" rtl="0" eaLnBrk="1" fontAlgn="base" hangingPunct="1">
        <a:spcBef>
          <a:spcPct val="20000"/>
        </a:spcBef>
        <a:spcAft>
          <a:spcPct val="0"/>
        </a:spcAft>
        <a:buFont typeface="Arial" panose="020B0604020202020204" pitchFamily="34" charset="0"/>
        <a:buChar char="•"/>
        <a:defRPr sz="1800">
          <a:solidFill>
            <a:schemeClr val="tx1"/>
          </a:solidFill>
          <a:latin typeface="Arial" panose="020B0604020202020204" pitchFamily="34" charset="0"/>
          <a:cs typeface="Arial" panose="020B0604020202020204" pitchFamily="34" charset="0"/>
        </a:defRPr>
      </a:lvl5pPr>
      <a:lvl6pPr marL="2514600" indent="-228600" algn="l" rtl="0" eaLnBrk="1" fontAlgn="base" hangingPunct="1">
        <a:spcBef>
          <a:spcPct val="20000"/>
        </a:spcBef>
        <a:spcAft>
          <a:spcPct val="0"/>
        </a:spcAft>
        <a:buChar char="»"/>
        <a:defRPr sz="1200">
          <a:solidFill>
            <a:schemeClr val="tx1"/>
          </a:solidFill>
          <a:latin typeface="+mn-lt"/>
        </a:defRPr>
      </a:lvl6pPr>
      <a:lvl7pPr marL="2971800" indent="-228600" algn="l" rtl="0" eaLnBrk="1" fontAlgn="base" hangingPunct="1">
        <a:spcBef>
          <a:spcPct val="20000"/>
        </a:spcBef>
        <a:spcAft>
          <a:spcPct val="0"/>
        </a:spcAft>
        <a:buChar char="»"/>
        <a:defRPr sz="1200">
          <a:solidFill>
            <a:schemeClr val="tx1"/>
          </a:solidFill>
          <a:latin typeface="+mn-lt"/>
        </a:defRPr>
      </a:lvl7pPr>
      <a:lvl8pPr marL="3429000" indent="-228600" algn="l" rtl="0" eaLnBrk="1" fontAlgn="base" hangingPunct="1">
        <a:spcBef>
          <a:spcPct val="20000"/>
        </a:spcBef>
        <a:spcAft>
          <a:spcPct val="0"/>
        </a:spcAft>
        <a:buChar char="»"/>
        <a:defRPr sz="1200">
          <a:solidFill>
            <a:schemeClr val="tx1"/>
          </a:solidFill>
          <a:latin typeface="+mn-lt"/>
        </a:defRPr>
      </a:lvl8pPr>
      <a:lvl9pPr marL="3886200" indent="-228600" algn="l" rtl="0" eaLnBrk="1" fontAlgn="base" hangingPunct="1">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userDrawn="1"/>
        </p:nvSpPr>
        <p:spPr bwMode="auto">
          <a:xfrm>
            <a:off x="0" y="0"/>
            <a:ext cx="9140825" cy="6873875"/>
          </a:xfrm>
          <a:prstGeom prst="rect">
            <a:avLst/>
          </a:prstGeom>
          <a:solidFill>
            <a:srgbClr val="663366"/>
          </a:solidFill>
          <a:ln>
            <a:noFill/>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r>
              <a:rPr lang="en-GB" altLang="en-US">
                <a:solidFill>
                  <a:srgbClr val="663366"/>
                </a:solidFill>
              </a:rPr>
              <a:t>∂</a:t>
            </a:r>
          </a:p>
        </p:txBody>
      </p:sp>
      <p:sp>
        <p:nvSpPr>
          <p:cNvPr id="1027" name="Rectangle 8"/>
          <p:cNvSpPr>
            <a:spLocks noChangeArrowheads="1"/>
          </p:cNvSpPr>
          <p:nvPr userDrawn="1"/>
        </p:nvSpPr>
        <p:spPr bwMode="auto">
          <a:xfrm>
            <a:off x="107950" y="107950"/>
            <a:ext cx="8924925" cy="6657975"/>
          </a:xfrm>
          <a:prstGeom prst="rect">
            <a:avLst/>
          </a:prstGeom>
          <a:solidFill>
            <a:schemeClr val="bg1"/>
          </a:solidFill>
          <a:ln>
            <a:noFill/>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endParaRPr lang="en-US" altLang="en-US">
              <a:solidFill>
                <a:srgbClr val="663366"/>
              </a:solidFill>
            </a:endParaRPr>
          </a:p>
        </p:txBody>
      </p:sp>
      <p:sp>
        <p:nvSpPr>
          <p:cNvPr id="1028"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1029" name="Rectangle 3"/>
          <p:cNvSpPr>
            <a:spLocks noGrp="1" noChangeArrowheads="1"/>
          </p:cNvSpPr>
          <p:nvPr>
            <p:ph type="body" idx="1"/>
          </p:nvPr>
        </p:nvSpPr>
        <p:spPr bwMode="auto">
          <a:xfrm>
            <a:off x="684213" y="1989138"/>
            <a:ext cx="777240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GB"/>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491A1708-3092-4697-8453-7594478CD250}" type="slidenum">
              <a:rPr lang="en-GB" altLang="en-US"/>
              <a:pPr>
                <a:defRPr/>
              </a:pPr>
              <a:t>‹#›</a:t>
            </a:fld>
            <a:endParaRPr lang="en-GB" altLang="en-US"/>
          </a:p>
        </p:txBody>
      </p:sp>
      <p:sp>
        <p:nvSpPr>
          <p:cNvPr id="1033" name="Rectangle 9"/>
          <p:cNvSpPr>
            <a:spLocks noChangeArrowheads="1"/>
          </p:cNvSpPr>
          <p:nvPr userDrawn="1"/>
        </p:nvSpPr>
        <p:spPr bwMode="auto">
          <a:xfrm>
            <a:off x="790575" y="611188"/>
            <a:ext cx="8024813" cy="1143000"/>
          </a:xfrm>
          <a:prstGeom prst="rect">
            <a:avLst/>
          </a:prstGeom>
          <a:noFill/>
          <a:ln>
            <a:noFill/>
          </a:ln>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defRPr/>
            </a:pPr>
            <a:endParaRPr lang="en-US" altLang="en-US" sz="4400">
              <a:solidFill>
                <a:schemeClr val="bg1"/>
              </a:solidFill>
            </a:endParaRPr>
          </a:p>
        </p:txBody>
      </p:sp>
      <p:sp>
        <p:nvSpPr>
          <p:cNvPr id="1034" name="Rectangle 10"/>
          <p:cNvSpPr>
            <a:spLocks noChangeArrowheads="1"/>
          </p:cNvSpPr>
          <p:nvPr userDrawn="1"/>
        </p:nvSpPr>
        <p:spPr bwMode="auto">
          <a:xfrm>
            <a:off x="790575" y="1798638"/>
            <a:ext cx="8024813" cy="3813175"/>
          </a:xfrm>
          <a:prstGeom prst="rect">
            <a:avLst/>
          </a:prstGeom>
          <a:noFill/>
          <a:ln>
            <a:noFill/>
          </a:ln>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spcBef>
                <a:spcPct val="20000"/>
              </a:spcBef>
              <a:defRPr/>
            </a:pPr>
            <a:endParaRPr lang="en-US" altLang="en-US" sz="1800" b="1">
              <a:solidFill>
                <a:schemeClr val="bg1"/>
              </a:solidFill>
              <a:latin typeface="Arial" panose="020B0604020202020204" pitchFamily="34" charset="0"/>
            </a:endParaRPr>
          </a:p>
        </p:txBody>
      </p:sp>
      <p:pic>
        <p:nvPicPr>
          <p:cNvPr id="1035" name="Picture 11"/>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2704625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0" fontAlgn="base" hangingPunct="0">
        <a:spcBef>
          <a:spcPct val="0"/>
        </a:spcBef>
        <a:spcAft>
          <a:spcPct val="0"/>
        </a:spcAft>
        <a:defRPr sz="4400">
          <a:solidFill>
            <a:srgbClr val="663366"/>
          </a:solidFill>
          <a:latin typeface="+mj-lt"/>
          <a:ea typeface="+mj-ea"/>
          <a:cs typeface="+mj-cs"/>
        </a:defRPr>
      </a:lvl1pPr>
      <a:lvl2pPr algn="l" rtl="0" eaLnBrk="0" fontAlgn="base" hangingPunct="0">
        <a:spcBef>
          <a:spcPct val="0"/>
        </a:spcBef>
        <a:spcAft>
          <a:spcPct val="0"/>
        </a:spcAft>
        <a:defRPr sz="4400">
          <a:solidFill>
            <a:srgbClr val="663366"/>
          </a:solidFill>
          <a:latin typeface="Times" pitchFamily="18" charset="0"/>
        </a:defRPr>
      </a:lvl2pPr>
      <a:lvl3pPr algn="l" rtl="0" eaLnBrk="0" fontAlgn="base" hangingPunct="0">
        <a:spcBef>
          <a:spcPct val="0"/>
        </a:spcBef>
        <a:spcAft>
          <a:spcPct val="0"/>
        </a:spcAft>
        <a:defRPr sz="4400">
          <a:solidFill>
            <a:srgbClr val="663366"/>
          </a:solidFill>
          <a:latin typeface="Times" pitchFamily="18" charset="0"/>
        </a:defRPr>
      </a:lvl3pPr>
      <a:lvl4pPr algn="l" rtl="0" eaLnBrk="0" fontAlgn="base" hangingPunct="0">
        <a:spcBef>
          <a:spcPct val="0"/>
        </a:spcBef>
        <a:spcAft>
          <a:spcPct val="0"/>
        </a:spcAft>
        <a:defRPr sz="4400">
          <a:solidFill>
            <a:srgbClr val="663366"/>
          </a:solidFill>
          <a:latin typeface="Times" pitchFamily="18" charset="0"/>
        </a:defRPr>
      </a:lvl4pPr>
      <a:lvl5pPr algn="l" rtl="0" eaLnBrk="0" fontAlgn="base" hangingPunct="0">
        <a:spcBef>
          <a:spcPct val="0"/>
        </a:spcBef>
        <a:spcAft>
          <a:spcPct val="0"/>
        </a:spcAft>
        <a:defRPr sz="4400">
          <a:solidFill>
            <a:srgbClr val="663366"/>
          </a:solidFill>
          <a:latin typeface="Times" pitchFamily="18" charset="0"/>
        </a:defRPr>
      </a:lvl5pPr>
      <a:lvl6pPr marL="457200" algn="l" rtl="0" fontAlgn="base">
        <a:spcBef>
          <a:spcPct val="0"/>
        </a:spcBef>
        <a:spcAft>
          <a:spcPct val="0"/>
        </a:spcAft>
        <a:defRPr sz="4400">
          <a:solidFill>
            <a:srgbClr val="663366"/>
          </a:solidFill>
          <a:latin typeface="Times" pitchFamily="18" charset="0"/>
        </a:defRPr>
      </a:lvl6pPr>
      <a:lvl7pPr marL="914400" algn="l" rtl="0" fontAlgn="base">
        <a:spcBef>
          <a:spcPct val="0"/>
        </a:spcBef>
        <a:spcAft>
          <a:spcPct val="0"/>
        </a:spcAft>
        <a:defRPr sz="4400">
          <a:solidFill>
            <a:srgbClr val="663366"/>
          </a:solidFill>
          <a:latin typeface="Times" pitchFamily="18" charset="0"/>
        </a:defRPr>
      </a:lvl7pPr>
      <a:lvl8pPr marL="1371600" algn="l" rtl="0" fontAlgn="base">
        <a:spcBef>
          <a:spcPct val="0"/>
        </a:spcBef>
        <a:spcAft>
          <a:spcPct val="0"/>
        </a:spcAft>
        <a:defRPr sz="4400">
          <a:solidFill>
            <a:srgbClr val="663366"/>
          </a:solidFill>
          <a:latin typeface="Times" pitchFamily="18" charset="0"/>
        </a:defRPr>
      </a:lvl8pPr>
      <a:lvl9pPr marL="1828800" algn="l" rtl="0" fontAlgn="base">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7"/>
          <p:cNvSpPr>
            <a:spLocks noChangeArrowheads="1"/>
          </p:cNvSpPr>
          <p:nvPr/>
        </p:nvSpPr>
        <p:spPr bwMode="auto">
          <a:xfrm>
            <a:off x="0" y="0"/>
            <a:ext cx="9140825" cy="6873875"/>
          </a:xfrm>
          <a:prstGeom prst="rect">
            <a:avLst/>
          </a:prstGeom>
          <a:solidFill>
            <a:srgbClr val="66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r>
              <a:rPr lang="en-GB" altLang="en-US">
                <a:solidFill>
                  <a:srgbClr val="663366"/>
                </a:solidFill>
              </a:rPr>
              <a:t>∂</a:t>
            </a:r>
          </a:p>
        </p:txBody>
      </p:sp>
      <p:sp>
        <p:nvSpPr>
          <p:cNvPr id="2051" name="Rectangle 8"/>
          <p:cNvSpPr>
            <a:spLocks noChangeArrowheads="1"/>
          </p:cNvSpPr>
          <p:nvPr/>
        </p:nvSpPr>
        <p:spPr bwMode="auto">
          <a:xfrm>
            <a:off x="107950" y="107950"/>
            <a:ext cx="8924925" cy="665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endParaRPr lang="en-US" altLang="en-US">
              <a:solidFill>
                <a:srgbClr val="663366"/>
              </a:solidFill>
            </a:endParaRPr>
          </a:p>
        </p:txBody>
      </p:sp>
      <p:sp>
        <p:nvSpPr>
          <p:cNvPr id="2052"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2053" name="Rectangle 3"/>
          <p:cNvSpPr>
            <a:spLocks noGrp="1" noChangeArrowheads="1"/>
          </p:cNvSpPr>
          <p:nvPr>
            <p:ph type="body" idx="1"/>
          </p:nvPr>
        </p:nvSpPr>
        <p:spPr bwMode="auto">
          <a:xfrm>
            <a:off x="684213" y="1989138"/>
            <a:ext cx="777240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GB"/>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BFCDDB3E-3C09-42E3-BAC4-53B4211B73DA}" type="slidenum">
              <a:rPr lang="en-GB"/>
              <a:pPr>
                <a:defRPr/>
              </a:pPr>
              <a:t>‹#›</a:t>
            </a:fld>
            <a:endParaRPr lang="en-GB"/>
          </a:p>
        </p:txBody>
      </p:sp>
      <p:sp>
        <p:nvSpPr>
          <p:cNvPr id="2057" name="Rectangle 9"/>
          <p:cNvSpPr>
            <a:spLocks noChangeArrowheads="1"/>
          </p:cNvSpPr>
          <p:nvPr/>
        </p:nvSpPr>
        <p:spPr bwMode="auto">
          <a:xfrm>
            <a:off x="790575" y="611188"/>
            <a:ext cx="80248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defRPr/>
            </a:pPr>
            <a:endParaRPr lang="en-US" altLang="en-US" sz="4400">
              <a:solidFill>
                <a:schemeClr val="bg1"/>
              </a:solidFill>
            </a:endParaRPr>
          </a:p>
        </p:txBody>
      </p:sp>
      <p:sp>
        <p:nvSpPr>
          <p:cNvPr id="2058" name="Rectangle 10"/>
          <p:cNvSpPr>
            <a:spLocks noChangeArrowheads="1"/>
          </p:cNvSpPr>
          <p:nvPr/>
        </p:nvSpPr>
        <p:spPr bwMode="auto">
          <a:xfrm>
            <a:off x="790575" y="1798638"/>
            <a:ext cx="8024813" cy="381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spcBef>
                <a:spcPct val="20000"/>
              </a:spcBef>
              <a:defRPr/>
            </a:pPr>
            <a:endParaRPr lang="en-US" altLang="en-US" sz="1800" b="1">
              <a:solidFill>
                <a:schemeClr val="bg1"/>
              </a:solidFill>
              <a:latin typeface="Arial" panose="020B0604020202020204" pitchFamily="34" charset="0"/>
            </a:endParaRPr>
          </a:p>
        </p:txBody>
      </p:sp>
      <p:pic>
        <p:nvPicPr>
          <p:cNvPr id="2059" name="Picture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7049347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0" fontAlgn="base" hangingPunct="0">
        <a:spcBef>
          <a:spcPct val="0"/>
        </a:spcBef>
        <a:spcAft>
          <a:spcPct val="0"/>
        </a:spcAft>
        <a:defRPr sz="4400">
          <a:solidFill>
            <a:srgbClr val="663366"/>
          </a:solidFill>
          <a:latin typeface="+mj-lt"/>
          <a:ea typeface="+mj-ea"/>
          <a:cs typeface="+mj-cs"/>
        </a:defRPr>
      </a:lvl1pPr>
      <a:lvl2pPr algn="l" rtl="0" eaLnBrk="0" fontAlgn="base" hangingPunct="0">
        <a:spcBef>
          <a:spcPct val="0"/>
        </a:spcBef>
        <a:spcAft>
          <a:spcPct val="0"/>
        </a:spcAft>
        <a:defRPr sz="4400">
          <a:solidFill>
            <a:srgbClr val="663366"/>
          </a:solidFill>
          <a:latin typeface="Times" pitchFamily="18" charset="0"/>
        </a:defRPr>
      </a:lvl2pPr>
      <a:lvl3pPr algn="l" rtl="0" eaLnBrk="0" fontAlgn="base" hangingPunct="0">
        <a:spcBef>
          <a:spcPct val="0"/>
        </a:spcBef>
        <a:spcAft>
          <a:spcPct val="0"/>
        </a:spcAft>
        <a:defRPr sz="4400">
          <a:solidFill>
            <a:srgbClr val="663366"/>
          </a:solidFill>
          <a:latin typeface="Times" pitchFamily="18" charset="0"/>
        </a:defRPr>
      </a:lvl3pPr>
      <a:lvl4pPr algn="l" rtl="0" eaLnBrk="0" fontAlgn="base" hangingPunct="0">
        <a:spcBef>
          <a:spcPct val="0"/>
        </a:spcBef>
        <a:spcAft>
          <a:spcPct val="0"/>
        </a:spcAft>
        <a:defRPr sz="4400">
          <a:solidFill>
            <a:srgbClr val="663366"/>
          </a:solidFill>
          <a:latin typeface="Times" pitchFamily="18" charset="0"/>
        </a:defRPr>
      </a:lvl4pPr>
      <a:lvl5pPr algn="l" rtl="0" eaLnBrk="0" fontAlgn="base" hangingPunct="0">
        <a:spcBef>
          <a:spcPct val="0"/>
        </a:spcBef>
        <a:spcAft>
          <a:spcPct val="0"/>
        </a:spcAft>
        <a:defRPr sz="4400">
          <a:solidFill>
            <a:srgbClr val="663366"/>
          </a:solidFill>
          <a:latin typeface="Times" pitchFamily="18" charset="0"/>
        </a:defRPr>
      </a:lvl5pPr>
      <a:lvl6pPr marL="457200" algn="l" rtl="0" eaLnBrk="1" fontAlgn="base" hangingPunct="1">
        <a:spcBef>
          <a:spcPct val="0"/>
        </a:spcBef>
        <a:spcAft>
          <a:spcPct val="0"/>
        </a:spcAft>
        <a:defRPr sz="4400">
          <a:solidFill>
            <a:srgbClr val="663366"/>
          </a:solidFill>
          <a:latin typeface="Times" pitchFamily="18" charset="0"/>
        </a:defRPr>
      </a:lvl6pPr>
      <a:lvl7pPr marL="914400" algn="l" rtl="0" eaLnBrk="1" fontAlgn="base" hangingPunct="1">
        <a:spcBef>
          <a:spcPct val="0"/>
        </a:spcBef>
        <a:spcAft>
          <a:spcPct val="0"/>
        </a:spcAft>
        <a:defRPr sz="4400">
          <a:solidFill>
            <a:srgbClr val="663366"/>
          </a:solidFill>
          <a:latin typeface="Times" pitchFamily="18" charset="0"/>
        </a:defRPr>
      </a:lvl7pPr>
      <a:lvl8pPr marL="1371600" algn="l" rtl="0" eaLnBrk="1" fontAlgn="base" hangingPunct="1">
        <a:spcBef>
          <a:spcPct val="0"/>
        </a:spcBef>
        <a:spcAft>
          <a:spcPct val="0"/>
        </a:spcAft>
        <a:defRPr sz="4400">
          <a:solidFill>
            <a:srgbClr val="663366"/>
          </a:solidFill>
          <a:latin typeface="Times" pitchFamily="18" charset="0"/>
        </a:defRPr>
      </a:lvl8pPr>
      <a:lvl9pPr marL="1828800" algn="l" rtl="0" eaLnBrk="1" fontAlgn="base" hangingPunct="1">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1" fontAlgn="base" hangingPunct="1">
        <a:spcBef>
          <a:spcPct val="20000"/>
        </a:spcBef>
        <a:spcAft>
          <a:spcPct val="0"/>
        </a:spcAft>
        <a:buChar char="»"/>
        <a:defRPr sz="1200">
          <a:solidFill>
            <a:schemeClr val="tx1"/>
          </a:solidFill>
          <a:latin typeface="+mn-lt"/>
        </a:defRPr>
      </a:lvl6pPr>
      <a:lvl7pPr marL="2971800" indent="-228600" algn="l" rtl="0" eaLnBrk="1" fontAlgn="base" hangingPunct="1">
        <a:spcBef>
          <a:spcPct val="20000"/>
        </a:spcBef>
        <a:spcAft>
          <a:spcPct val="0"/>
        </a:spcAft>
        <a:buChar char="»"/>
        <a:defRPr sz="1200">
          <a:solidFill>
            <a:schemeClr val="tx1"/>
          </a:solidFill>
          <a:latin typeface="+mn-lt"/>
        </a:defRPr>
      </a:lvl7pPr>
      <a:lvl8pPr marL="3429000" indent="-228600" algn="l" rtl="0" eaLnBrk="1" fontAlgn="base" hangingPunct="1">
        <a:spcBef>
          <a:spcPct val="20000"/>
        </a:spcBef>
        <a:spcAft>
          <a:spcPct val="0"/>
        </a:spcAft>
        <a:buChar char="»"/>
        <a:defRPr sz="1200">
          <a:solidFill>
            <a:schemeClr val="tx1"/>
          </a:solidFill>
          <a:latin typeface="+mn-lt"/>
        </a:defRPr>
      </a:lvl8pPr>
      <a:lvl9pPr marL="3886200" indent="-228600" algn="l" rtl="0" eaLnBrk="1" fontAlgn="base" hangingPunct="1">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sz="quarter"/>
          </p:nvPr>
        </p:nvSpPr>
        <p:spPr>
          <a:xfrm>
            <a:off x="755650" y="476250"/>
            <a:ext cx="7772400" cy="3744838"/>
          </a:xfrm>
        </p:spPr>
        <p:txBody>
          <a:bodyPr/>
          <a:lstStyle/>
          <a:p>
            <a:r>
              <a:rPr lang="en-GB" dirty="0"/>
              <a:t>Property Offences: Theft</a:t>
            </a:r>
          </a:p>
        </p:txBody>
      </p:sp>
      <p:sp>
        <p:nvSpPr>
          <p:cNvPr id="3075" name="Rectangle 3"/>
          <p:cNvSpPr>
            <a:spLocks noGrp="1" noChangeArrowheads="1"/>
          </p:cNvSpPr>
          <p:nvPr>
            <p:ph type="subTitle" sz="quarter" idx="1"/>
          </p:nvPr>
        </p:nvSpPr>
        <p:spPr>
          <a:xfrm>
            <a:off x="755650" y="4221088"/>
            <a:ext cx="7772400" cy="1012069"/>
          </a:xfrm>
        </p:spPr>
        <p:txBody>
          <a:bodyPr/>
          <a:lstStyle/>
          <a:p>
            <a:pPr>
              <a:buNone/>
            </a:pPr>
            <a:r>
              <a:rPr lang="en-GB" dirty="0"/>
              <a:t>Dr Kat Langley</a:t>
            </a:r>
          </a:p>
          <a:p>
            <a:pPr>
              <a:buNone/>
            </a:pPr>
            <a:r>
              <a:rPr lang="en-GB" dirty="0"/>
              <a:t>Tuesday 14th January 2025</a:t>
            </a:r>
          </a:p>
        </p:txBody>
      </p:sp>
    </p:spTree>
    <p:extLst>
      <p:ext uri="{BB962C8B-B14F-4D97-AF65-F5344CB8AC3E}">
        <p14:creationId xmlns:p14="http://schemas.microsoft.com/office/powerpoint/2010/main" val="894051124"/>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46126"/>
          </a:xfrm>
        </p:spPr>
        <p:txBody>
          <a:bodyPr wrap="square" anchor="ctr">
            <a:normAutofit/>
          </a:bodyPr>
          <a:lstStyle/>
          <a:p>
            <a:pPr>
              <a:lnSpc>
                <a:spcPct val="90000"/>
              </a:lnSpc>
            </a:pPr>
            <a:r>
              <a:rPr lang="en-GB" sz="3400"/>
              <a:t>Theft Offences in England and Wales</a:t>
            </a:r>
          </a:p>
        </p:txBody>
      </p:sp>
      <p:pic>
        <p:nvPicPr>
          <p:cNvPr id="8" name="Picture 7" descr="A graph of a number of people&#10;&#10;Description automatically generated">
            <a:extLst>
              <a:ext uri="{FF2B5EF4-FFF2-40B4-BE49-F238E27FC236}">
                <a16:creationId xmlns:a16="http://schemas.microsoft.com/office/drawing/2014/main" id="{0BE87F02-DBA9-F2A2-561E-BA0D7F1B8079}"/>
              </a:ext>
            </a:extLst>
          </p:cNvPr>
          <p:cNvPicPr>
            <a:picLocks noChangeAspect="1"/>
          </p:cNvPicPr>
          <p:nvPr/>
        </p:nvPicPr>
        <p:blipFill>
          <a:blip r:embed="rId3">
            <a:extLst>
              <a:ext uri="{28A0092B-C50C-407E-A947-70E740481C1C}">
                <a14:useLocalDpi xmlns:a14="http://schemas.microsoft.com/office/drawing/2010/main" val="0"/>
              </a:ext>
            </a:extLst>
          </a:blip>
          <a:srcRect t="24179" b="4551"/>
          <a:stretch/>
        </p:blipFill>
        <p:spPr>
          <a:xfrm>
            <a:off x="614102" y="1377058"/>
            <a:ext cx="7915795" cy="4428206"/>
          </a:xfrm>
          <a:prstGeom prst="rect">
            <a:avLst/>
          </a:prstGeom>
          <a:noFill/>
        </p:spPr>
      </p:pic>
    </p:spTree>
    <p:extLst>
      <p:ext uri="{BB962C8B-B14F-4D97-AF65-F5344CB8AC3E}">
        <p14:creationId xmlns:p14="http://schemas.microsoft.com/office/powerpoint/2010/main" val="388385420"/>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noChangeArrowheads="1"/>
          </p:cNvSpPr>
          <p:nvPr>
            <p:ph type="title"/>
          </p:nvPr>
        </p:nvSpPr>
        <p:spPr>
          <a:xfrm>
            <a:off x="685800" y="609600"/>
            <a:ext cx="7772400" cy="1143000"/>
          </a:xfrm>
        </p:spPr>
        <p:txBody>
          <a:bodyPr wrap="square" anchor="ctr">
            <a:normAutofit/>
          </a:bodyPr>
          <a:lstStyle/>
          <a:p>
            <a:r>
              <a:rPr lang="en-US" altLang="en-US" dirty="0"/>
              <a:t>Offence of Theft: Theft Act 1968</a:t>
            </a:r>
          </a:p>
        </p:txBody>
      </p:sp>
      <p:graphicFrame>
        <p:nvGraphicFramePr>
          <p:cNvPr id="10245" name="Content Placeholder 2">
            <a:extLst>
              <a:ext uri="{FF2B5EF4-FFF2-40B4-BE49-F238E27FC236}">
                <a16:creationId xmlns:a16="http://schemas.microsoft.com/office/drawing/2014/main" id="{2CFABE0B-29B2-EAA4-F2C2-27F5BFC1399B}"/>
              </a:ext>
            </a:extLst>
          </p:cNvPr>
          <p:cNvGraphicFramePr>
            <a:graphicFrameLocks noGrp="1"/>
          </p:cNvGraphicFramePr>
          <p:nvPr>
            <p:ph idx="1"/>
            <p:extLst>
              <p:ext uri="{D42A27DB-BD31-4B8C-83A1-F6EECF244321}">
                <p14:modId xmlns:p14="http://schemas.microsoft.com/office/powerpoint/2010/main" val="929943708"/>
              </p:ext>
            </p:extLst>
          </p:nvPr>
        </p:nvGraphicFramePr>
        <p:xfrm>
          <a:off x="684213" y="1989138"/>
          <a:ext cx="7772400" cy="38163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Actus Reus</a:t>
            </a:r>
            <a:endParaRPr lang="en-GB" dirty="0"/>
          </a:p>
        </p:txBody>
      </p:sp>
      <p:graphicFrame>
        <p:nvGraphicFramePr>
          <p:cNvPr id="4" name="Content Placeholder 3"/>
          <p:cNvGraphicFramePr>
            <a:graphicFrameLocks noGrp="1"/>
          </p:cNvGraphicFramePr>
          <p:nvPr>
            <p:ph idx="1"/>
          </p:nvPr>
        </p:nvGraphicFramePr>
        <p:xfrm>
          <a:off x="684213" y="1989138"/>
          <a:ext cx="7772400" cy="38163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16291069"/>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Appropriation (i)</a:t>
            </a:r>
          </a:p>
        </p:txBody>
      </p:sp>
      <p:sp>
        <p:nvSpPr>
          <p:cNvPr id="3" name="Content Placeholder 2"/>
          <p:cNvSpPr>
            <a:spLocks noGrp="1"/>
          </p:cNvSpPr>
          <p:nvPr>
            <p:ph idx="1"/>
          </p:nvPr>
        </p:nvSpPr>
        <p:spPr/>
        <p:txBody>
          <a:bodyPr/>
          <a:lstStyle/>
          <a:p>
            <a:pPr>
              <a:buFont typeface="Arial" panose="020B0604020202020204" pitchFamily="34" charset="0"/>
              <a:buChar char="•"/>
            </a:pPr>
            <a:r>
              <a:rPr lang="en-GB" altLang="en-US" dirty="0"/>
              <a:t>In most cases, it sufficient to treat ‘appropriating’ as meaning ‘taking’ </a:t>
            </a:r>
          </a:p>
          <a:p>
            <a:pPr lvl="1">
              <a:buFont typeface="Arial" panose="020B0604020202020204" pitchFamily="34" charset="0"/>
              <a:buChar char="•"/>
            </a:pPr>
            <a:r>
              <a:rPr lang="en-GB" altLang="en-US" dirty="0"/>
              <a:t>The simplest example of appropriation is where D surreptitiously removes V’s wallet from their pocket</a:t>
            </a:r>
          </a:p>
          <a:p>
            <a:pPr lvl="1">
              <a:buFont typeface="Arial" panose="020B0604020202020204" pitchFamily="34" charset="0"/>
              <a:buChar char="•"/>
            </a:pPr>
            <a:endParaRPr lang="en-GB" altLang="en-US" dirty="0"/>
          </a:p>
          <a:p>
            <a:pPr>
              <a:buFont typeface="Arial" panose="020B0604020202020204" pitchFamily="34" charset="0"/>
              <a:buChar char="•"/>
            </a:pPr>
            <a:r>
              <a:rPr lang="en-GB" altLang="en-US" dirty="0"/>
              <a:t>However, appropriation also has a very specific meaning:</a:t>
            </a:r>
          </a:p>
          <a:p>
            <a:pPr marL="685800" lvl="1">
              <a:buFont typeface="Arial" panose="020B0604020202020204" pitchFamily="34" charset="0"/>
              <a:buChar char="•"/>
            </a:pPr>
            <a:r>
              <a:rPr lang="en-GB" altLang="en-US" dirty="0"/>
              <a:t>Theft Act 1968, Section 3:</a:t>
            </a:r>
          </a:p>
          <a:p>
            <a:pPr marL="1080000" lvl="3" indent="0">
              <a:buNone/>
            </a:pPr>
            <a:r>
              <a:rPr lang="en-GB" sz="1600" i="1" dirty="0">
                <a:solidFill>
                  <a:schemeClr val="accent6">
                    <a:lumMod val="75000"/>
                  </a:schemeClr>
                </a:solidFill>
              </a:rPr>
              <a:t>“Any assumption by a person of the rights of an owner amounts to an appropriation, and this includes, where he has come by the property (innocently or not) without stealing it, any later assumption of a right to it by keeping or dealing with it as owner.”</a:t>
            </a:r>
            <a:endParaRPr lang="en-GB" altLang="en-US" sz="1600" i="1" dirty="0">
              <a:solidFill>
                <a:schemeClr val="accent6">
                  <a:lumMod val="75000"/>
                </a:schemeClr>
              </a:solidFill>
            </a:endParaRPr>
          </a:p>
          <a:p>
            <a:pPr lvl="1">
              <a:buFont typeface="Arial" panose="020B0604020202020204" pitchFamily="34" charset="0"/>
              <a:buChar char="•"/>
            </a:pPr>
            <a:r>
              <a:rPr lang="en-GB" altLang="en-US" dirty="0"/>
              <a:t>This raises questions about when an appropriation occurs, what constitute the ‘rights of an owner’; whether absence of consent is an ingredient of the offence, and whether there can be an appropriation of indefeasible title to property</a:t>
            </a:r>
          </a:p>
          <a:p>
            <a:endParaRPr lang="en-GB" dirty="0"/>
          </a:p>
        </p:txBody>
      </p:sp>
    </p:spTree>
    <p:extLst>
      <p:ext uri="{BB962C8B-B14F-4D97-AF65-F5344CB8AC3E}">
        <p14:creationId xmlns:p14="http://schemas.microsoft.com/office/powerpoint/2010/main" val="1520928176"/>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noChangeArrowheads="1"/>
          </p:cNvSpPr>
          <p:nvPr>
            <p:ph type="title"/>
          </p:nvPr>
        </p:nvSpPr>
        <p:spPr/>
        <p:txBody>
          <a:bodyPr/>
          <a:lstStyle/>
          <a:p>
            <a:r>
              <a:rPr lang="en-US" altLang="en-US" dirty="0"/>
              <a:t>Appropriation (ii) </a:t>
            </a:r>
          </a:p>
        </p:txBody>
      </p:sp>
      <p:sp>
        <p:nvSpPr>
          <p:cNvPr id="16387" name="Content Placeholder 2"/>
          <p:cNvSpPr>
            <a:spLocks noGrp="1" noChangeArrowheads="1"/>
          </p:cNvSpPr>
          <p:nvPr>
            <p:ph idx="1"/>
          </p:nvPr>
        </p:nvSpPr>
        <p:spPr/>
        <p:txBody>
          <a:bodyPr/>
          <a:lstStyle/>
          <a:p>
            <a:r>
              <a:rPr lang="en-GB" altLang="en-US" dirty="0"/>
              <a:t>The ‘rights of an owner’</a:t>
            </a:r>
          </a:p>
          <a:p>
            <a:pPr>
              <a:buFont typeface="Arial" panose="020B0604020202020204" pitchFamily="34" charset="0"/>
              <a:buChar char="•"/>
            </a:pPr>
            <a:r>
              <a:rPr lang="en-GB" i="1" dirty="0"/>
              <a:t>R v Morris, </a:t>
            </a:r>
            <a:r>
              <a:rPr lang="en-GB" i="1" dirty="0" err="1"/>
              <a:t>Anderton</a:t>
            </a:r>
            <a:r>
              <a:rPr lang="en-GB" i="1" dirty="0"/>
              <a:t> and Burnside </a:t>
            </a:r>
            <a:r>
              <a:rPr lang="en-GB" dirty="0"/>
              <a:t>[1984] AC 320 (HL) </a:t>
            </a:r>
          </a:p>
          <a:p>
            <a:pPr marL="685800" lvl="1">
              <a:buFont typeface="Arial" panose="020B0604020202020204" pitchFamily="34" charset="0"/>
              <a:buChar char="•"/>
            </a:pPr>
            <a:r>
              <a:rPr lang="en-GB" dirty="0"/>
              <a:t>appropriation includes ‘</a:t>
            </a:r>
            <a:r>
              <a:rPr lang="en-GB" i="1" dirty="0"/>
              <a:t>any of the rights of owner’ </a:t>
            </a:r>
            <a:r>
              <a:rPr lang="en-GB" dirty="0"/>
              <a:t>(Lord Roskill)</a:t>
            </a:r>
          </a:p>
          <a:p>
            <a:pPr>
              <a:buFont typeface="Arial" panose="020B0604020202020204" pitchFamily="34" charset="0"/>
              <a:buChar char="•"/>
            </a:pPr>
            <a:r>
              <a:rPr lang="en-GB" i="1" dirty="0"/>
              <a:t>R v Gomez</a:t>
            </a:r>
            <a:r>
              <a:rPr lang="en-GB" dirty="0"/>
              <a:t> [1992] AC 442 (HL)</a:t>
            </a:r>
          </a:p>
          <a:p>
            <a:endParaRPr lang="en-GB" dirty="0"/>
          </a:p>
          <a:p>
            <a:r>
              <a:rPr lang="en-GB" dirty="0"/>
              <a:t>When does an appropriation occur?</a:t>
            </a:r>
          </a:p>
          <a:p>
            <a:pPr>
              <a:buFont typeface="Arial" panose="020B0604020202020204" pitchFamily="34" charset="0"/>
              <a:buChar char="•"/>
            </a:pPr>
            <a:r>
              <a:rPr lang="en-GB" i="1" dirty="0"/>
              <a:t>R v Gomez</a:t>
            </a:r>
            <a:r>
              <a:rPr lang="en-GB" dirty="0"/>
              <a:t> [1992] AC 442 (HL)</a:t>
            </a:r>
          </a:p>
          <a:p>
            <a:pPr lvl="1">
              <a:buFont typeface="Arial" panose="020B0604020202020204" pitchFamily="34" charset="0"/>
              <a:buChar char="•"/>
            </a:pPr>
            <a:r>
              <a:rPr lang="en-GB" dirty="0"/>
              <a:t>When an individual assumes any of the rights of an owner</a:t>
            </a:r>
          </a:p>
          <a:p>
            <a:pPr>
              <a:buFont typeface="Arial" panose="020B0604020202020204" pitchFamily="34" charset="0"/>
              <a:buChar char="•"/>
            </a:pPr>
            <a:r>
              <a:rPr lang="en-GB" i="1" dirty="0" err="1"/>
              <a:t>Atakpu</a:t>
            </a:r>
            <a:r>
              <a:rPr lang="en-GB" dirty="0"/>
              <a:t> [1994] QB 69</a:t>
            </a:r>
          </a:p>
          <a:p>
            <a:pPr lvl="1">
              <a:buFont typeface="Arial" panose="020B0604020202020204" pitchFamily="34" charset="0"/>
              <a:buChar char="•"/>
            </a:pPr>
            <a:r>
              <a:rPr lang="en-GB" i="1" dirty="0"/>
              <a:t>‘theft can occur in an instant by a single appropriation but it can also involve a course of dealing with property lasting longer and involving several appropriations before the transaction is complete’</a:t>
            </a:r>
            <a:endParaRPr lang="en-GB" dirty="0"/>
          </a:p>
          <a:p>
            <a:pPr marL="285750">
              <a:buFont typeface="Arial" panose="020B0604020202020204" pitchFamily="34" charset="0"/>
              <a:buChar char="•"/>
            </a:pPr>
            <a:endParaRPr lang="en-GB" altLang="en-US" sz="2400" dirty="0"/>
          </a:p>
        </p:txBody>
      </p:sp>
    </p:spTree>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Appropriation (iii)</a:t>
            </a:r>
          </a:p>
        </p:txBody>
      </p:sp>
      <p:sp>
        <p:nvSpPr>
          <p:cNvPr id="3" name="Content Placeholder 2"/>
          <p:cNvSpPr>
            <a:spLocks noGrp="1"/>
          </p:cNvSpPr>
          <p:nvPr>
            <p:ph idx="1"/>
          </p:nvPr>
        </p:nvSpPr>
        <p:spPr/>
        <p:txBody>
          <a:bodyPr/>
          <a:lstStyle/>
          <a:p>
            <a:pPr marL="0" indent="0"/>
            <a:r>
              <a:rPr lang="en-GB" altLang="en-US" sz="1600" dirty="0"/>
              <a:t>Appropriation and consent</a:t>
            </a:r>
          </a:p>
          <a:p>
            <a:pPr marL="285750" indent="-285750">
              <a:buFont typeface="Arial" panose="020B0604020202020204" pitchFamily="34" charset="0"/>
              <a:buChar char="•"/>
            </a:pPr>
            <a:r>
              <a:rPr lang="en-GB" sz="1600" i="1" dirty="0"/>
              <a:t>Lawrence v Metropolitan Police Commissioner </a:t>
            </a:r>
            <a:r>
              <a:rPr lang="en-GB" sz="1600" dirty="0"/>
              <a:t>[1972] AC 636 (HL) </a:t>
            </a:r>
          </a:p>
          <a:p>
            <a:pPr marL="685800" lvl="1">
              <a:buFont typeface="Arial" panose="020B0604020202020204" pitchFamily="34" charset="0"/>
              <a:buChar char="•"/>
            </a:pPr>
            <a:r>
              <a:rPr lang="en-GB" altLang="en-US" sz="1400" dirty="0"/>
              <a:t>Whether </a:t>
            </a:r>
            <a:r>
              <a:rPr lang="en-GB" sz="1400" dirty="0"/>
              <a:t>the Theft Act should be construed as if it contained the words ‘without the consent of the owner’ </a:t>
            </a:r>
          </a:p>
          <a:p>
            <a:pPr marL="685800" lvl="1">
              <a:buFont typeface="Arial" panose="020B0604020202020204" pitchFamily="34" charset="0"/>
              <a:buChar char="•"/>
            </a:pPr>
            <a:r>
              <a:rPr lang="en-GB" altLang="en-US" sz="1400" dirty="0"/>
              <a:t>Consent is irrelevant to the offence of theft</a:t>
            </a:r>
          </a:p>
          <a:p>
            <a:pPr>
              <a:buFont typeface="Arial" panose="020B0604020202020204" pitchFamily="34" charset="0"/>
              <a:buChar char="•"/>
            </a:pPr>
            <a:r>
              <a:rPr lang="en-GB" sz="1600" i="1" dirty="0"/>
              <a:t>R v Morris </a:t>
            </a:r>
            <a:r>
              <a:rPr lang="en-GB" sz="1600" dirty="0"/>
              <a:t>[1984] AC 320 (HL) </a:t>
            </a:r>
          </a:p>
          <a:p>
            <a:pPr lvl="1">
              <a:buFont typeface="Arial" panose="020B0604020202020204" pitchFamily="34" charset="0"/>
              <a:buChar char="•"/>
            </a:pPr>
            <a:r>
              <a:rPr lang="en-GB" sz="1400" i="1" dirty="0"/>
              <a:t>‘In the context of section 3(1), the concept of appropriation in my view involves not an act expressly or impliedly authorised the owner but an act by way of adverse interference with or usurpation of those rights.’</a:t>
            </a:r>
          </a:p>
          <a:p>
            <a:pPr lvl="1">
              <a:buFont typeface="Arial" panose="020B0604020202020204" pitchFamily="34" charset="0"/>
              <a:buChar char="•"/>
            </a:pPr>
            <a:r>
              <a:rPr lang="en-GB" sz="1400" dirty="0"/>
              <a:t>No appropriation if the victim consented</a:t>
            </a:r>
          </a:p>
          <a:p>
            <a:pPr>
              <a:buFont typeface="Arial" panose="020B0604020202020204" pitchFamily="34" charset="0"/>
              <a:buChar char="•"/>
            </a:pPr>
            <a:r>
              <a:rPr lang="en-GB" sz="1600" i="1" dirty="0"/>
              <a:t>R v Gomez</a:t>
            </a:r>
            <a:r>
              <a:rPr lang="en-GB" sz="1600" dirty="0"/>
              <a:t> [1992] AC 442 (HL)</a:t>
            </a:r>
          </a:p>
          <a:p>
            <a:pPr lvl="1">
              <a:buFont typeface="Arial" panose="020B0604020202020204" pitchFamily="34" charset="0"/>
              <a:buChar char="•"/>
            </a:pPr>
            <a:r>
              <a:rPr lang="en-GB" sz="1400" dirty="0"/>
              <a:t>Confirmed the position in </a:t>
            </a:r>
            <a:r>
              <a:rPr lang="en-GB" sz="1400" i="1" dirty="0"/>
              <a:t>Lawrence</a:t>
            </a:r>
          </a:p>
          <a:p>
            <a:r>
              <a:rPr lang="en-GB" sz="1600" dirty="0"/>
              <a:t>Appropriation of valid gifts</a:t>
            </a:r>
          </a:p>
          <a:p>
            <a:pPr>
              <a:buFont typeface="Arial" panose="020B0604020202020204" pitchFamily="34" charset="0"/>
              <a:buChar char="•"/>
            </a:pPr>
            <a:r>
              <a:rPr lang="en-GB" sz="1600" i="1" dirty="0"/>
              <a:t>R v </a:t>
            </a:r>
            <a:r>
              <a:rPr lang="en-GB" sz="1600" i="1" dirty="0" err="1"/>
              <a:t>Hinks</a:t>
            </a:r>
            <a:r>
              <a:rPr lang="en-GB" sz="1600" dirty="0"/>
              <a:t> [2000] 2 AC 241 (HL)</a:t>
            </a:r>
          </a:p>
        </p:txBody>
      </p:sp>
    </p:spTree>
    <p:extLst>
      <p:ext uri="{BB962C8B-B14F-4D97-AF65-F5344CB8AC3E}">
        <p14:creationId xmlns:p14="http://schemas.microsoft.com/office/powerpoint/2010/main" val="126578837"/>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Property</a:t>
            </a:r>
            <a:endParaRPr lang="en-GB" dirty="0"/>
          </a:p>
        </p:txBody>
      </p:sp>
      <p:sp>
        <p:nvSpPr>
          <p:cNvPr id="3" name="Content Placeholder 2"/>
          <p:cNvSpPr>
            <a:spLocks noGrp="1"/>
          </p:cNvSpPr>
          <p:nvPr>
            <p:ph idx="1"/>
          </p:nvPr>
        </p:nvSpPr>
        <p:spPr/>
        <p:txBody>
          <a:bodyPr/>
          <a:lstStyle/>
          <a:p>
            <a:r>
              <a:rPr lang="en-GB" dirty="0"/>
              <a:t>Theft Act 1968, section 4:</a:t>
            </a:r>
          </a:p>
          <a:p>
            <a:pPr marL="457200" lvl="1" indent="0">
              <a:buNone/>
            </a:pPr>
            <a:r>
              <a:rPr lang="en-GB" i="1" dirty="0"/>
              <a:t>‘‘Property’ includes money and all other property, real or personal, including things in action and other intangible property.’</a:t>
            </a:r>
            <a:endParaRPr lang="en-GB" dirty="0"/>
          </a:p>
          <a:p>
            <a:r>
              <a:rPr lang="en-GB" dirty="0"/>
              <a:t>Limitations on:</a:t>
            </a:r>
          </a:p>
          <a:p>
            <a:pPr>
              <a:buFont typeface="Arial" panose="020B0604020202020204" pitchFamily="34" charset="0"/>
              <a:buChar char="•"/>
            </a:pPr>
            <a:r>
              <a:rPr lang="en-IE" sz="1600" dirty="0"/>
              <a:t>theft of land: section 4(2)</a:t>
            </a:r>
          </a:p>
          <a:p>
            <a:pPr>
              <a:buFont typeface="Arial" panose="020B0604020202020204" pitchFamily="34" charset="0"/>
              <a:buChar char="•"/>
            </a:pPr>
            <a:r>
              <a:rPr lang="en-GB" sz="1600" dirty="0"/>
              <a:t>theft of things growing wild: </a:t>
            </a:r>
            <a:r>
              <a:rPr lang="en-IE" sz="1600" dirty="0"/>
              <a:t>section 4(3)</a:t>
            </a:r>
          </a:p>
          <a:p>
            <a:pPr>
              <a:buFont typeface="Arial" panose="020B0604020202020204" pitchFamily="34" charset="0"/>
              <a:buChar char="•"/>
            </a:pPr>
            <a:r>
              <a:rPr lang="en-GB" sz="1600" dirty="0"/>
              <a:t>theft of wild creatures: </a:t>
            </a:r>
            <a:r>
              <a:rPr lang="en-IE" sz="1600" dirty="0"/>
              <a:t>section 4(4)</a:t>
            </a:r>
            <a:endParaRPr lang="en-GB" sz="1600" dirty="0"/>
          </a:p>
          <a:p>
            <a:r>
              <a:rPr lang="en-GB" dirty="0"/>
              <a:t>Other things that do not constitute property:</a:t>
            </a:r>
          </a:p>
          <a:p>
            <a:pPr lvl="0">
              <a:buFont typeface="Arial" panose="020B0604020202020204" pitchFamily="34" charset="0"/>
              <a:buChar char="•"/>
            </a:pPr>
            <a:r>
              <a:rPr lang="en-GB" sz="1600" dirty="0"/>
              <a:t>Electricity: </a:t>
            </a:r>
            <a:r>
              <a:rPr lang="en-GB" sz="1600" i="1" dirty="0"/>
              <a:t>Low v </a:t>
            </a:r>
            <a:r>
              <a:rPr lang="en-GB" sz="1600" i="1" dirty="0" err="1"/>
              <a:t>Blease</a:t>
            </a:r>
            <a:r>
              <a:rPr lang="en-GB" sz="1600" i="1" dirty="0"/>
              <a:t> </a:t>
            </a:r>
            <a:r>
              <a:rPr lang="en-GB" sz="1600" dirty="0"/>
              <a:t>(1975) 119 Sol Jo 695</a:t>
            </a:r>
          </a:p>
          <a:p>
            <a:pPr lvl="0">
              <a:buFont typeface="Arial" panose="020B0604020202020204" pitchFamily="34" charset="0"/>
              <a:buChar char="•"/>
            </a:pPr>
            <a:r>
              <a:rPr lang="en-GB" sz="1600" dirty="0"/>
              <a:t>Confidential information: </a:t>
            </a:r>
            <a:r>
              <a:rPr lang="en-GB" sz="1600" i="1" dirty="0"/>
              <a:t>Oxford v Moss </a:t>
            </a:r>
            <a:r>
              <a:rPr lang="en-GB" sz="1600" dirty="0"/>
              <a:t>(1979) 68 Cr App R 183 (CA).</a:t>
            </a:r>
          </a:p>
          <a:p>
            <a:pPr lvl="0">
              <a:buFont typeface="Arial" panose="020B0604020202020204" pitchFamily="34" charset="0"/>
              <a:buChar char="•"/>
            </a:pPr>
            <a:r>
              <a:rPr lang="en-IE" sz="1600" dirty="0"/>
              <a:t>Corpses, though a corpse or other body parts (such as hair, blood, semen </a:t>
            </a:r>
            <a:r>
              <a:rPr lang="en-IE" sz="1600" dirty="0" err="1"/>
              <a:t>etc</a:t>
            </a:r>
            <a:r>
              <a:rPr lang="en-IE" sz="1600" dirty="0"/>
              <a:t>) can be property if reduced into another’s possession or control or if special skill has been exercised in relation to it: </a:t>
            </a:r>
            <a:r>
              <a:rPr lang="en-GB" sz="1600" i="1" dirty="0"/>
              <a:t>R v Kelly </a:t>
            </a:r>
            <a:r>
              <a:rPr lang="en-GB" sz="1600" dirty="0"/>
              <a:t>[1999] QB 621.</a:t>
            </a:r>
          </a:p>
          <a:p>
            <a:endParaRPr lang="en-GB" dirty="0"/>
          </a:p>
          <a:p>
            <a:endParaRPr lang="en-GB" dirty="0"/>
          </a:p>
        </p:txBody>
      </p:sp>
    </p:spTree>
    <p:extLst>
      <p:ext uri="{BB962C8B-B14F-4D97-AF65-F5344CB8AC3E}">
        <p14:creationId xmlns:p14="http://schemas.microsoft.com/office/powerpoint/2010/main" val="586685937"/>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noChangeArrowheads="1"/>
          </p:cNvSpPr>
          <p:nvPr>
            <p:ph type="title"/>
          </p:nvPr>
        </p:nvSpPr>
        <p:spPr/>
        <p:txBody>
          <a:bodyPr/>
          <a:lstStyle/>
          <a:p>
            <a:r>
              <a:rPr lang="en-US" altLang="en-US"/>
              <a:t>Belonging to another</a:t>
            </a:r>
            <a:endParaRPr lang="en-US" altLang="en-US" dirty="0"/>
          </a:p>
        </p:txBody>
      </p:sp>
      <p:sp>
        <p:nvSpPr>
          <p:cNvPr id="14339" name="Content Placeholder 2"/>
          <p:cNvSpPr>
            <a:spLocks noGrp="1" noChangeArrowheads="1"/>
          </p:cNvSpPr>
          <p:nvPr>
            <p:ph idx="1"/>
          </p:nvPr>
        </p:nvSpPr>
        <p:spPr/>
        <p:txBody>
          <a:bodyPr/>
          <a:lstStyle/>
          <a:p>
            <a:r>
              <a:rPr lang="en-IE" dirty="0"/>
              <a:t>Theft Act 1968, Section 5(1) </a:t>
            </a:r>
          </a:p>
          <a:p>
            <a:pPr marL="457200" lvl="1" indent="0">
              <a:buNone/>
            </a:pPr>
            <a:r>
              <a:rPr lang="en-IE" i="1" dirty="0"/>
              <a:t>‘Property shall be regarded as belonging to any person having possession or control of it, or having in it any proprietary right or interest.’</a:t>
            </a:r>
            <a:endParaRPr lang="en-GB" dirty="0"/>
          </a:p>
          <a:p>
            <a:endParaRPr lang="en-GB" altLang="en-US" dirty="0"/>
          </a:p>
          <a:p>
            <a:r>
              <a:rPr lang="en-GB" dirty="0"/>
              <a:t>Possession and control</a:t>
            </a:r>
          </a:p>
          <a:p>
            <a:pPr>
              <a:buFont typeface="Arial" panose="020B0604020202020204" pitchFamily="34" charset="0"/>
              <a:buChar char="•"/>
            </a:pPr>
            <a:r>
              <a:rPr lang="en-GB" i="1" dirty="0"/>
              <a:t>R v Turner</a:t>
            </a:r>
            <a:r>
              <a:rPr lang="en-GB" dirty="0"/>
              <a:t> [1971] 55 Cr App R 336 (CA)</a:t>
            </a:r>
          </a:p>
          <a:p>
            <a:pPr marL="0" indent="0"/>
            <a:r>
              <a:rPr lang="en-US" altLang="en-US" dirty="0"/>
              <a:t>Proprietary right or interest</a:t>
            </a:r>
          </a:p>
          <a:p>
            <a:pPr marL="285750" indent="-285750">
              <a:buFont typeface="Arial" panose="020B0604020202020204" pitchFamily="34" charset="0"/>
              <a:buChar char="•"/>
            </a:pPr>
            <a:r>
              <a:rPr lang="en-US" altLang="en-US" dirty="0"/>
              <a:t>R v </a:t>
            </a:r>
            <a:r>
              <a:rPr lang="en-GB" i="1" u="none" strike="noStrike" dirty="0">
                <a:solidFill>
                  <a:srgbClr val="2A2A2A"/>
                </a:solidFill>
                <a:effectLst/>
                <a:latin typeface="inherit"/>
              </a:rPr>
              <a:t>Marshall</a:t>
            </a:r>
            <a:r>
              <a:rPr lang="en-GB" i="0" u="none" strike="noStrike" dirty="0">
                <a:solidFill>
                  <a:srgbClr val="2A2A2A"/>
                </a:solidFill>
                <a:effectLst/>
                <a:latin typeface="Source Sans Pro" panose="020B0503030403020204" pitchFamily="34" charset="0"/>
              </a:rPr>
              <a:t> [1998] 2 Cr App R 282</a:t>
            </a:r>
            <a:endParaRPr lang="en-US" altLang="en-US" dirty="0"/>
          </a:p>
          <a:p>
            <a:pPr marL="285750" indent="-285750">
              <a:buFont typeface="Arial" panose="020B0604020202020204" pitchFamily="34" charset="0"/>
              <a:buChar char="•"/>
            </a:pPr>
            <a:r>
              <a:rPr lang="en-GB" dirty="0"/>
              <a:t>Determined by reference to civil law principles which define ownership, possession, and equitable rights</a:t>
            </a:r>
            <a:endParaRPr lang="en-GB" altLang="en-US" dirty="0"/>
          </a:p>
          <a:p>
            <a:pPr marL="0" indent="0"/>
            <a:r>
              <a:rPr lang="en-GB" altLang="en-US" dirty="0"/>
              <a:t>Abandoned items</a:t>
            </a:r>
          </a:p>
          <a:p>
            <a:pPr marL="285750" indent="-285750">
              <a:buFont typeface="Arial" panose="020B0604020202020204" pitchFamily="34" charset="0"/>
              <a:buChar char="•"/>
            </a:pPr>
            <a:r>
              <a:rPr lang="en-US" i="1" dirty="0"/>
              <a:t>R (Ricketts) v </a:t>
            </a:r>
            <a:r>
              <a:rPr lang="en-US" i="1" dirty="0" err="1"/>
              <a:t>Basildon</a:t>
            </a:r>
            <a:r>
              <a:rPr lang="en-US" i="1" dirty="0"/>
              <a:t> Magistrates Court </a:t>
            </a:r>
            <a:r>
              <a:rPr lang="en-US" dirty="0"/>
              <a:t>[2010] EWHC 2358</a:t>
            </a:r>
          </a:p>
          <a:p>
            <a:endParaRPr lang="en-GB" altLang="en-US" dirty="0"/>
          </a:p>
        </p:txBody>
      </p:sp>
    </p:spTree>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C40C51D-2838-4993-85E3-ACFF1EE6E287}"/>
              </a:ext>
            </a:extLst>
          </p:cNvPr>
          <p:cNvSpPr>
            <a:spLocks noGrp="1"/>
          </p:cNvSpPr>
          <p:nvPr>
            <p:ph type="title"/>
          </p:nvPr>
        </p:nvSpPr>
        <p:spPr/>
        <p:txBody>
          <a:bodyPr/>
          <a:lstStyle/>
          <a:p>
            <a:r>
              <a:rPr lang="en-GB" dirty="0" err="1"/>
              <a:t>Mens</a:t>
            </a:r>
            <a:r>
              <a:rPr lang="en-GB" dirty="0"/>
              <a:t> Rea</a:t>
            </a:r>
          </a:p>
        </p:txBody>
      </p:sp>
      <p:graphicFrame>
        <p:nvGraphicFramePr>
          <p:cNvPr id="5" name="Content Placeholder 4">
            <a:extLst>
              <a:ext uri="{FF2B5EF4-FFF2-40B4-BE49-F238E27FC236}">
                <a16:creationId xmlns:a16="http://schemas.microsoft.com/office/drawing/2014/main" id="{3EFAB630-B3DB-4F3E-975A-BAFC8255FDF9}"/>
              </a:ext>
            </a:extLst>
          </p:cNvPr>
          <p:cNvGraphicFramePr>
            <a:graphicFrameLocks noGrp="1"/>
          </p:cNvGraphicFramePr>
          <p:nvPr>
            <p:ph idx="1"/>
            <p:extLst>
              <p:ext uri="{D42A27DB-BD31-4B8C-83A1-F6EECF244321}">
                <p14:modId xmlns:p14="http://schemas.microsoft.com/office/powerpoint/2010/main" val="2927388033"/>
              </p:ext>
            </p:extLst>
          </p:nvPr>
        </p:nvGraphicFramePr>
        <p:xfrm>
          <a:off x="684213" y="1989138"/>
          <a:ext cx="7772400" cy="38163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51287117"/>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Intention Permanently to Deprive</a:t>
            </a:r>
          </a:p>
        </p:txBody>
      </p:sp>
      <p:sp>
        <p:nvSpPr>
          <p:cNvPr id="3" name="Content Placeholder 2"/>
          <p:cNvSpPr>
            <a:spLocks noGrp="1"/>
          </p:cNvSpPr>
          <p:nvPr>
            <p:ph idx="1"/>
          </p:nvPr>
        </p:nvSpPr>
        <p:spPr/>
        <p:txBody>
          <a:bodyPr/>
          <a:lstStyle/>
          <a:p>
            <a:r>
              <a:rPr lang="en-GB" dirty="0"/>
              <a:t>Section 6 of the Theft Act 1968</a:t>
            </a:r>
          </a:p>
          <a:p>
            <a:pPr>
              <a:buFont typeface="+mj-lt"/>
              <a:buAutoNum type="arabicPeriod"/>
            </a:pPr>
            <a:r>
              <a:rPr lang="en-GB" sz="1700" i="1" dirty="0"/>
              <a:t>A person appropriating property belonging to another without meaning the other permanently to lose the thing itself is nevertheless to be regarded as having the intention of permanently depriving the other of it if his intention is to treat the thing as his own to dispose of regardless of the other’s rights; and a borrowing or lending of it may amount to so treating it if, but only if, the borrowing or lending is for a period and in circumstances making it equivalent to an outright taking or disposal.</a:t>
            </a:r>
            <a:endParaRPr lang="en-GB" sz="1700" dirty="0"/>
          </a:p>
          <a:p>
            <a:pPr>
              <a:buFont typeface="+mj-lt"/>
              <a:buAutoNum type="arabicPeriod"/>
            </a:pPr>
            <a:r>
              <a:rPr lang="en-GB" sz="1700" i="1" dirty="0"/>
              <a:t>Without prejudice to the generality of subsection (1) above, where a person, having possession or control (lawfully or not) of property belonging to another, parts with the property under a condition as to its return which he may not be able to perform, this (if done for purposes of his own and without the other’s authority) amounts to treating the property as his own to dispose of regardless of the other’s rights.</a:t>
            </a:r>
            <a:endParaRPr lang="en-GB" sz="1700" dirty="0"/>
          </a:p>
          <a:p>
            <a:endParaRPr lang="en-GB" dirty="0"/>
          </a:p>
        </p:txBody>
      </p:sp>
    </p:spTree>
    <p:extLst>
      <p:ext uri="{BB962C8B-B14F-4D97-AF65-F5344CB8AC3E}">
        <p14:creationId xmlns:p14="http://schemas.microsoft.com/office/powerpoint/2010/main" val="4193823968"/>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F8FDB-4226-3945-85C2-FE43CEE77FE6}"/>
              </a:ext>
            </a:extLst>
          </p:cNvPr>
          <p:cNvSpPr>
            <a:spLocks noGrp="1"/>
          </p:cNvSpPr>
          <p:nvPr>
            <p:ph type="title"/>
          </p:nvPr>
        </p:nvSpPr>
        <p:spPr/>
        <p:txBody>
          <a:bodyPr/>
          <a:lstStyle/>
          <a:p>
            <a:r>
              <a:rPr lang="en-US" dirty="0"/>
              <a:t>Thinking time….</a:t>
            </a:r>
          </a:p>
        </p:txBody>
      </p:sp>
      <p:sp>
        <p:nvSpPr>
          <p:cNvPr id="3" name="Content Placeholder 2">
            <a:extLst>
              <a:ext uri="{FF2B5EF4-FFF2-40B4-BE49-F238E27FC236}">
                <a16:creationId xmlns:a16="http://schemas.microsoft.com/office/drawing/2014/main" id="{BA4378B3-D4EA-CEA9-E9E3-8BFBE52FB063}"/>
              </a:ext>
            </a:extLst>
          </p:cNvPr>
          <p:cNvSpPr>
            <a:spLocks noGrp="1"/>
          </p:cNvSpPr>
          <p:nvPr>
            <p:ph idx="1"/>
          </p:nvPr>
        </p:nvSpPr>
        <p:spPr/>
        <p:txBody>
          <a:bodyPr/>
          <a:lstStyle/>
          <a:p>
            <a:r>
              <a:rPr lang="en-US" dirty="0"/>
              <a:t>Harry lives with Sam who has a season ticket for Hartlepool Utd. Previously, Sam has let Harry use the ticket for an earlier game which Sam could not attend. </a:t>
            </a:r>
          </a:p>
          <a:p>
            <a:endParaRPr lang="en-US" dirty="0"/>
          </a:p>
          <a:p>
            <a:r>
              <a:rPr lang="en-US" dirty="0"/>
              <a:t>Harry really wants to see the upcoming fixture, ad so whilst Sam is out, takes the season ticket to use that weekend. </a:t>
            </a:r>
          </a:p>
          <a:p>
            <a:endParaRPr lang="en-US" dirty="0"/>
          </a:p>
          <a:p>
            <a:r>
              <a:rPr lang="en-US" b="1" dirty="0"/>
              <a:t>Take a few minutes to discuss the issues arising in this short scenario.</a:t>
            </a:r>
          </a:p>
        </p:txBody>
      </p:sp>
    </p:spTree>
    <p:extLst>
      <p:ext uri="{BB962C8B-B14F-4D97-AF65-F5344CB8AC3E}">
        <p14:creationId xmlns:p14="http://schemas.microsoft.com/office/powerpoint/2010/main" val="3314624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Dishonesty</a:t>
            </a:r>
          </a:p>
        </p:txBody>
      </p:sp>
      <p:sp>
        <p:nvSpPr>
          <p:cNvPr id="3" name="Content Placeholder 2"/>
          <p:cNvSpPr>
            <a:spLocks noGrp="1"/>
          </p:cNvSpPr>
          <p:nvPr>
            <p:ph idx="1"/>
          </p:nvPr>
        </p:nvSpPr>
        <p:spPr/>
        <p:txBody>
          <a:bodyPr/>
          <a:lstStyle/>
          <a:p>
            <a:pPr>
              <a:buFont typeface="Arial" panose="020B0604020202020204" pitchFamily="34" charset="0"/>
              <a:buChar char="•"/>
            </a:pPr>
            <a:r>
              <a:rPr lang="en-GB" dirty="0"/>
              <a:t>No definition of dishonesty in the Theft Act 1968</a:t>
            </a:r>
          </a:p>
          <a:p>
            <a:pPr>
              <a:buFont typeface="Arial" panose="020B0604020202020204" pitchFamily="34" charset="0"/>
              <a:buChar char="•"/>
            </a:pPr>
            <a:r>
              <a:rPr lang="en-GB" dirty="0"/>
              <a:t>Section 2 sets out three circumstances in which the defendant will not be regarded as dishonest:</a:t>
            </a:r>
          </a:p>
          <a:p>
            <a:pPr lvl="1">
              <a:buFont typeface="Arial" panose="020B0604020202020204" pitchFamily="34" charset="0"/>
              <a:buChar char="•"/>
            </a:pPr>
            <a:r>
              <a:rPr lang="en-GB" dirty="0"/>
              <a:t>Belief in the right to deprive</a:t>
            </a:r>
          </a:p>
          <a:p>
            <a:pPr marL="857250" lvl="2" indent="0">
              <a:buNone/>
            </a:pPr>
            <a:r>
              <a:rPr lang="en-GB" i="1" dirty="0"/>
              <a:t>(a) if he appropriates the property in the belief that he has in law the right to deprive the other of it, on behalf of himself or of a third person;</a:t>
            </a:r>
            <a:endParaRPr lang="en-GB" dirty="0"/>
          </a:p>
          <a:p>
            <a:pPr lvl="1">
              <a:buFont typeface="Arial" panose="020B0604020202020204" pitchFamily="34" charset="0"/>
              <a:buChar char="•"/>
            </a:pPr>
            <a:r>
              <a:rPr lang="en-GB" dirty="0"/>
              <a:t>Belief in consent</a:t>
            </a:r>
          </a:p>
          <a:p>
            <a:pPr marL="914400" lvl="2" indent="0">
              <a:buNone/>
            </a:pPr>
            <a:r>
              <a:rPr lang="en-GB" i="1" dirty="0"/>
              <a:t>(b) if he appropriates the property in the belief that he would have the other’s consent if the other knew of the appropriation and the circumstances of it; or</a:t>
            </a:r>
            <a:endParaRPr lang="en-GB" dirty="0"/>
          </a:p>
          <a:p>
            <a:pPr lvl="1">
              <a:buFont typeface="Arial" panose="020B0604020202020204" pitchFamily="34" charset="0"/>
              <a:buChar char="•"/>
            </a:pPr>
            <a:r>
              <a:rPr lang="en-GB" dirty="0"/>
              <a:t>Belief that the person to whom the property belongs cannot be discovered by taking reasonable steps</a:t>
            </a:r>
          </a:p>
          <a:p>
            <a:pPr marL="914400" lvl="2" indent="0">
              <a:buNone/>
            </a:pPr>
            <a:r>
              <a:rPr lang="en-GB" i="1" dirty="0"/>
              <a:t>(c) (except where the property came to him as trustee or personal representative) if he appropriates the property in the belief that the person to whom the property belongs cannot be discovered by taking reasonable steps.</a:t>
            </a:r>
            <a:endParaRPr lang="en-GB" dirty="0"/>
          </a:p>
        </p:txBody>
      </p:sp>
    </p:spTree>
    <p:extLst>
      <p:ext uri="{BB962C8B-B14F-4D97-AF65-F5344CB8AC3E}">
        <p14:creationId xmlns:p14="http://schemas.microsoft.com/office/powerpoint/2010/main" val="1177372895"/>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Interpreting dishonesty (i)</a:t>
            </a:r>
          </a:p>
        </p:txBody>
      </p:sp>
      <p:sp>
        <p:nvSpPr>
          <p:cNvPr id="5" name="Content Placeholder 4"/>
          <p:cNvSpPr>
            <a:spLocks noGrp="1"/>
          </p:cNvSpPr>
          <p:nvPr>
            <p:ph idx="1"/>
          </p:nvPr>
        </p:nvSpPr>
        <p:spPr/>
        <p:txBody>
          <a:bodyPr/>
          <a:lstStyle/>
          <a:p>
            <a:pPr marL="0" indent="0"/>
            <a:r>
              <a:rPr lang="pt-BR" i="1" dirty="0" err="1"/>
              <a:t>R</a:t>
            </a:r>
            <a:r>
              <a:rPr lang="pt-BR" i="1" dirty="0"/>
              <a:t> v Ghosh</a:t>
            </a:r>
            <a:r>
              <a:rPr lang="pt-BR" dirty="0"/>
              <a:t> [1982] QB 1053 (CA)</a:t>
            </a:r>
          </a:p>
          <a:p>
            <a:pPr marL="457200" lvl="1" indent="0">
              <a:buNone/>
            </a:pPr>
            <a:r>
              <a:rPr lang="en-GB" i="1" dirty="0"/>
              <a:t>“a jury must first of all decide whether according to the ordinary standards of reasonable and honest people what was done was dishonest. If it was not dishonest by those standards, that is the end of the matter and the prosecution fails … If it was dishonest by those standards, then the jury must consider whether the defendant himself must have realised that what he was doing was by those standards dishonest.”</a:t>
            </a:r>
          </a:p>
          <a:p>
            <a:pPr marL="457200" lvl="1" indent="0">
              <a:buNone/>
            </a:pPr>
            <a:endParaRPr lang="en-GB" i="1" dirty="0"/>
          </a:p>
          <a:p>
            <a:r>
              <a:rPr lang="en-GB" dirty="0"/>
              <a:t>The ‘Ghosh Test’</a:t>
            </a:r>
          </a:p>
          <a:p>
            <a:pPr>
              <a:buFont typeface="+mj-lt"/>
              <a:buAutoNum type="arabicPeriod"/>
            </a:pPr>
            <a:r>
              <a:rPr lang="en-GB" dirty="0"/>
              <a:t>Was D’s act dishonest according to ordinary standards of reasonable and honest behaviour? </a:t>
            </a:r>
            <a:r>
              <a:rPr lang="en-GB" i="1" dirty="0"/>
              <a:t>and</a:t>
            </a:r>
            <a:endParaRPr lang="en-GB" dirty="0"/>
          </a:p>
          <a:p>
            <a:pPr>
              <a:buFont typeface="+mj-lt"/>
              <a:buAutoNum type="arabicPeriod"/>
            </a:pPr>
            <a:r>
              <a:rPr lang="en-GB" dirty="0"/>
              <a:t>Did D believe himself to be dishonest according to those ordinary standards?</a:t>
            </a:r>
          </a:p>
          <a:p>
            <a:pPr marL="457200" lvl="1" indent="0">
              <a:buNone/>
            </a:pPr>
            <a:endParaRPr lang="en-GB" dirty="0"/>
          </a:p>
          <a:p>
            <a:pPr indent="-285750">
              <a:buFont typeface="Arial" panose="020B0604020202020204" pitchFamily="34" charset="0"/>
              <a:buChar char="•"/>
            </a:pPr>
            <a:endParaRPr lang="en-GB" dirty="0"/>
          </a:p>
        </p:txBody>
      </p:sp>
    </p:spTree>
    <p:extLst>
      <p:ext uri="{BB962C8B-B14F-4D97-AF65-F5344CB8AC3E}">
        <p14:creationId xmlns:p14="http://schemas.microsoft.com/office/powerpoint/2010/main" val="1523619898"/>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Interpreting dishonesty (ii)</a:t>
            </a:r>
          </a:p>
        </p:txBody>
      </p:sp>
      <p:sp>
        <p:nvSpPr>
          <p:cNvPr id="3" name="Content Placeholder 2"/>
          <p:cNvSpPr>
            <a:spLocks noGrp="1"/>
          </p:cNvSpPr>
          <p:nvPr>
            <p:ph idx="1"/>
          </p:nvPr>
        </p:nvSpPr>
        <p:spPr/>
        <p:txBody>
          <a:bodyPr/>
          <a:lstStyle/>
          <a:p>
            <a:r>
              <a:rPr lang="en-GB" i="1" dirty="0"/>
              <a:t>Ivey v Genting Casinos UK Ltd (t/a Crockfords Club) </a:t>
            </a:r>
            <a:r>
              <a:rPr lang="en-GB" dirty="0"/>
              <a:t>[2017] UKSC 67</a:t>
            </a:r>
          </a:p>
          <a:p>
            <a:pPr>
              <a:buFont typeface="Arial" panose="020B0604020202020204" pitchFamily="34" charset="0"/>
              <a:buChar char="•"/>
            </a:pPr>
            <a:r>
              <a:rPr lang="en-GB" sz="1400" i="1" dirty="0"/>
              <a:t>“When dishonesty is in question the fact-finding tribunal must first ascertain (subjectively) the actual state of the individual’s knowledge or belief as to the facts. The reasonableness or otherwise of his belief is a matter of evidence (often in practice determinative) going to whether he held the belief, but it is not an additional requirement that this belief must be reasonable; the question is whether it is genuinely held. When once his actual state of mind as to knowledge or belief as to facts is established, the question whether his conduct was honest or dishonest is to be determined by the fact-finder by applying the (objective) standards of ordinary decent people. There is no requirement that the defendant must appreciate that what he has done is, by those standards, dishonest.”</a:t>
            </a:r>
          </a:p>
        </p:txBody>
      </p:sp>
    </p:spTree>
    <p:extLst>
      <p:ext uri="{BB962C8B-B14F-4D97-AF65-F5344CB8AC3E}">
        <p14:creationId xmlns:p14="http://schemas.microsoft.com/office/powerpoint/2010/main" val="2275596319"/>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Interpreting dishonesty (iii)</a:t>
            </a:r>
          </a:p>
        </p:txBody>
      </p:sp>
      <p:sp>
        <p:nvSpPr>
          <p:cNvPr id="3" name="Content Placeholder 2"/>
          <p:cNvSpPr>
            <a:spLocks noGrp="1"/>
          </p:cNvSpPr>
          <p:nvPr>
            <p:ph idx="1"/>
          </p:nvPr>
        </p:nvSpPr>
        <p:spPr/>
        <p:txBody>
          <a:bodyPr/>
          <a:lstStyle/>
          <a:p>
            <a:r>
              <a:rPr lang="en-GB" dirty="0"/>
              <a:t>The test reformulated in </a:t>
            </a:r>
            <a:r>
              <a:rPr lang="en-GB" i="1" dirty="0"/>
              <a:t>Ivey</a:t>
            </a:r>
          </a:p>
          <a:p>
            <a:pPr>
              <a:buFont typeface="+mj-lt"/>
              <a:buAutoNum type="arabicPeriod"/>
            </a:pPr>
            <a:r>
              <a:rPr lang="en-GB" dirty="0"/>
              <a:t>What was D’s knowledge or belief as to the facts (a subjective test; the reasonableness of the belief is a matter of evidence of the belief being genuinely held)?</a:t>
            </a:r>
          </a:p>
          <a:p>
            <a:pPr>
              <a:buFont typeface="+mj-lt"/>
              <a:buAutoNum type="arabicPeriod"/>
            </a:pPr>
            <a:r>
              <a:rPr lang="en-GB" dirty="0"/>
              <a:t>In light of the conclusion in relation to question (1), was D’s conduct honest or dishonest applying the (objective) standards of ordinary decent people?</a:t>
            </a:r>
          </a:p>
          <a:p>
            <a:r>
              <a:rPr lang="en-GB" i="1" dirty="0"/>
              <a:t>DPP v Patterson </a:t>
            </a:r>
            <a:r>
              <a:rPr lang="en-GB" dirty="0"/>
              <a:t>[2018] 1 Cr. App. R. 28 </a:t>
            </a:r>
          </a:p>
          <a:p>
            <a:pPr marL="457200" lvl="1" indent="0">
              <a:buNone/>
            </a:pPr>
            <a:r>
              <a:rPr lang="en-GB" i="1" dirty="0"/>
              <a:t>“it is difficult to imagine the Court of Appeal preferring Ghosh to Ivey in the future”</a:t>
            </a:r>
          </a:p>
          <a:p>
            <a:r>
              <a:rPr lang="en-GB" i="1" dirty="0"/>
              <a:t>R v Barton and Booth </a:t>
            </a:r>
            <a:r>
              <a:rPr lang="en-GB" dirty="0"/>
              <a:t>[2020] EWCA Crim 575 </a:t>
            </a:r>
          </a:p>
          <a:p>
            <a:pPr>
              <a:buFont typeface="Arial" panose="020B0604020202020204" pitchFamily="34" charset="0"/>
              <a:buChar char="•"/>
            </a:pPr>
            <a:r>
              <a:rPr lang="en-GB" dirty="0"/>
              <a:t>Clarifies that the test for dishonesty is that set out in </a:t>
            </a:r>
            <a:r>
              <a:rPr lang="en-GB" i="1" dirty="0"/>
              <a:t>Ivey</a:t>
            </a:r>
            <a:endParaRPr lang="en-GB" dirty="0"/>
          </a:p>
        </p:txBody>
      </p:sp>
    </p:spTree>
    <p:extLst>
      <p:ext uri="{BB962C8B-B14F-4D97-AF65-F5344CB8AC3E}">
        <p14:creationId xmlns:p14="http://schemas.microsoft.com/office/powerpoint/2010/main" val="3302721921"/>
      </p:ext>
    </p:extLst>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4853B-63E5-4DE2-9C6F-8EF1A50FEB7E}"/>
              </a:ext>
            </a:extLst>
          </p:cNvPr>
          <p:cNvSpPr>
            <a:spLocks noGrp="1"/>
          </p:cNvSpPr>
          <p:nvPr>
            <p:ph type="title"/>
          </p:nvPr>
        </p:nvSpPr>
        <p:spPr/>
        <p:txBody>
          <a:bodyPr/>
          <a:lstStyle/>
          <a:p>
            <a:r>
              <a:rPr lang="en-US" dirty="0"/>
              <a:t>Conclusions</a:t>
            </a:r>
          </a:p>
        </p:txBody>
      </p:sp>
      <p:sp>
        <p:nvSpPr>
          <p:cNvPr id="3" name="Content Placeholder 2">
            <a:extLst>
              <a:ext uri="{FF2B5EF4-FFF2-40B4-BE49-F238E27FC236}">
                <a16:creationId xmlns:a16="http://schemas.microsoft.com/office/drawing/2014/main" id="{A5CEFF7C-DECA-4CCB-7C92-F589B963E74C}"/>
              </a:ext>
            </a:extLst>
          </p:cNvPr>
          <p:cNvSpPr>
            <a:spLocks noGrp="1"/>
          </p:cNvSpPr>
          <p:nvPr>
            <p:ph idx="1"/>
          </p:nvPr>
        </p:nvSpPr>
        <p:spPr/>
        <p:txBody>
          <a:bodyPr/>
          <a:lstStyle/>
          <a:p>
            <a:r>
              <a:rPr lang="en-US" dirty="0"/>
              <a:t>5 steps to make out a Theft Offence. </a:t>
            </a:r>
          </a:p>
          <a:p>
            <a:endParaRPr lang="en-US" dirty="0"/>
          </a:p>
          <a:p>
            <a:r>
              <a:rPr lang="en-US" dirty="0"/>
              <a:t>Broad spectrum of Offences</a:t>
            </a:r>
          </a:p>
          <a:p>
            <a:endParaRPr lang="en-US" dirty="0"/>
          </a:p>
          <a:p>
            <a:r>
              <a:rPr lang="en-US" dirty="0"/>
              <a:t>LOTS of subjectivity. </a:t>
            </a:r>
          </a:p>
        </p:txBody>
      </p:sp>
    </p:spTree>
    <p:extLst>
      <p:ext uri="{BB962C8B-B14F-4D97-AF65-F5344CB8AC3E}">
        <p14:creationId xmlns:p14="http://schemas.microsoft.com/office/powerpoint/2010/main" val="1933368187"/>
      </p:ext>
    </p:extLst>
  </p:cSld>
  <p:clrMapOvr>
    <a:masterClrMapping/>
  </p:clrMapOvr>
</p:sld>
</file>

<file path=ppt/theme/theme1.xml><?xml version="1.0" encoding="utf-8"?>
<a:theme xmlns:a="http://schemas.openxmlformats.org/drawingml/2006/main" name="Lecture 1">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pen Day Presentation">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25DC466676EBC46AA6D894103B834EA" ma:contentTypeVersion="4" ma:contentTypeDescription="Create a new document." ma:contentTypeScope="" ma:versionID="ba0d6e5947a0952b79e872aa26003495">
  <xsd:schema xmlns:xsd="http://www.w3.org/2001/XMLSchema" xmlns:xs="http://www.w3.org/2001/XMLSchema" xmlns:p="http://schemas.microsoft.com/office/2006/metadata/properties" xmlns:ns2="8cb6f0ce-4087-48d0-bd68-6d11fe1cb46f" targetNamespace="http://schemas.microsoft.com/office/2006/metadata/properties" ma:root="true" ma:fieldsID="301b56431b729dd40b1a5f9e2ee95914" ns2:_="">
    <xsd:import namespace="8cb6f0ce-4087-48d0-bd68-6d11fe1cb46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b6f0ce-4087-48d0-bd68-6d11fe1cb46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1BC4119-24C8-405F-B30C-05A7FFA93AB5}">
  <ds:schemaRefs>
    <ds:schemaRef ds:uri="http://schemas.microsoft.com/sharepoint/v3/contenttype/forms"/>
  </ds:schemaRefs>
</ds:datastoreItem>
</file>

<file path=customXml/itemProps2.xml><?xml version="1.0" encoding="utf-8"?>
<ds:datastoreItem xmlns:ds="http://schemas.openxmlformats.org/officeDocument/2006/customXml" ds:itemID="{008C8122-254C-4B72-914C-5388CB83FAB6}">
  <ds:schemaRefs>
    <ds:schemaRef ds:uri="http://schemas.microsoft.com/office/2006/documentManagement/types"/>
    <ds:schemaRef ds:uri="http://schemas.microsoft.com/office/2006/metadata/properties"/>
    <ds:schemaRef ds:uri="http://schemas.openxmlformats.org/package/2006/metadata/core-properties"/>
    <ds:schemaRef ds:uri="http://purl.org/dc/terms/"/>
    <ds:schemaRef ds:uri="http://purl.org/dc/elements/1.1/"/>
    <ds:schemaRef ds:uri="http://schemas.microsoft.com/office/infopath/2007/PartnerControls"/>
    <ds:schemaRef ds:uri="8cb6f0ce-4087-48d0-bd68-6d11fe1cb46f"/>
    <ds:schemaRef ds:uri="http://www.w3.org/XML/1998/namespace"/>
    <ds:schemaRef ds:uri="http://purl.org/dc/dcmitype/"/>
  </ds:schemaRefs>
</ds:datastoreItem>
</file>

<file path=customXml/itemProps3.xml><?xml version="1.0" encoding="utf-8"?>
<ds:datastoreItem xmlns:ds="http://schemas.openxmlformats.org/officeDocument/2006/customXml" ds:itemID="{96ED38A6-D0EF-4F0F-BEA9-95AC29CE84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b6f0ce-4087-48d0-bd68-6d11fe1cb46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Lecture 1</Template>
  <TotalTime>3849</TotalTime>
  <Words>1616</Words>
  <Application>Microsoft Macintosh PowerPoint</Application>
  <PresentationFormat>On-screen Show (4:3)</PresentationFormat>
  <Paragraphs>132</Paragraphs>
  <Slides>17</Slides>
  <Notes>15</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17</vt:i4>
      </vt:variant>
    </vt:vector>
  </HeadingPairs>
  <TitlesOfParts>
    <vt:vector size="25" baseType="lpstr">
      <vt:lpstr>Arial</vt:lpstr>
      <vt:lpstr>inherit</vt:lpstr>
      <vt:lpstr>Source Sans Pro</vt:lpstr>
      <vt:lpstr>Times</vt:lpstr>
      <vt:lpstr>Times New Roman</vt:lpstr>
      <vt:lpstr>Lecture 1</vt:lpstr>
      <vt:lpstr>Blank</vt:lpstr>
      <vt:lpstr>Open Day Presentation</vt:lpstr>
      <vt:lpstr>Property Offences: Theft</vt:lpstr>
      <vt:lpstr>Theft Offences in England and Wales</vt:lpstr>
      <vt:lpstr>Offence of Theft: Theft Act 1968</vt:lpstr>
      <vt:lpstr>Actus Reus</vt:lpstr>
      <vt:lpstr>Appropriation (i)</vt:lpstr>
      <vt:lpstr>Appropriation (ii) </vt:lpstr>
      <vt:lpstr>Appropriation (iii)</vt:lpstr>
      <vt:lpstr>Property</vt:lpstr>
      <vt:lpstr>Belonging to another</vt:lpstr>
      <vt:lpstr>Mens Rea</vt:lpstr>
      <vt:lpstr>Intention Permanently to Deprive</vt:lpstr>
      <vt:lpstr>Thinking time….</vt:lpstr>
      <vt:lpstr>Dishonesty</vt:lpstr>
      <vt:lpstr>Interpreting dishonesty (i)</vt:lpstr>
      <vt:lpstr>Interpreting dishonesty (ii)</vt:lpstr>
      <vt:lpstr>Interpreting dishonesty (iii)</vt:lpstr>
      <vt:lpstr>Conclusions</vt:lpstr>
    </vt:vector>
  </TitlesOfParts>
  <Company>Durham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 Fatal  Offences Against the Person</dc:title>
  <dc:creator>Jonathan Doak</dc:creator>
  <cp:lastModifiedBy>LANGLEY, KAT L.</cp:lastModifiedBy>
  <cp:revision>106</cp:revision>
  <cp:lastPrinted>2022-09-28T11:18:09Z</cp:lastPrinted>
  <dcterms:created xsi:type="dcterms:W3CDTF">2012-10-25T14:10:47Z</dcterms:created>
  <dcterms:modified xsi:type="dcterms:W3CDTF">2025-01-08T10:44:47Z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0x010100125DC466676EBC46AA6D894103B834EA</vt:lpwstr>
  </property>
</Properties>
</file>