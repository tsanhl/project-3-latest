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34"/>
  </p:handoutMasterIdLst>
  <p:sldIdLst>
    <p:sldId id="288" r:id="rId5"/>
    <p:sldId id="289" r:id="rId6"/>
    <p:sldId id="290" r:id="rId7"/>
    <p:sldId id="292" r:id="rId8"/>
    <p:sldId id="293" r:id="rId9"/>
    <p:sldId id="294" r:id="rId10"/>
    <p:sldId id="307" r:id="rId11"/>
    <p:sldId id="295" r:id="rId12"/>
    <p:sldId id="296" r:id="rId13"/>
    <p:sldId id="297" r:id="rId14"/>
    <p:sldId id="298" r:id="rId15"/>
    <p:sldId id="300" r:id="rId16"/>
    <p:sldId id="299" r:id="rId17"/>
    <p:sldId id="301" r:id="rId18"/>
    <p:sldId id="302" r:id="rId19"/>
    <p:sldId id="303" r:id="rId20"/>
    <p:sldId id="304" r:id="rId21"/>
    <p:sldId id="305" r:id="rId22"/>
    <p:sldId id="306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135A"/>
    <a:srgbClr val="00AEEF"/>
    <a:srgbClr val="109DEC"/>
    <a:srgbClr val="0A91C3"/>
    <a:srgbClr val="68246D"/>
    <a:srgbClr val="AF0822"/>
    <a:srgbClr val="002A41"/>
    <a:srgbClr val="FFCE2D"/>
    <a:srgbClr val="9F9B4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B7696F-6DDD-0F43-B1CC-16E80BD1546F}" v="70" dt="2024-09-24T12:06:21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36" autoAdjust="0"/>
    <p:restoredTop sz="95988" autoAdjust="0"/>
  </p:normalViewPr>
  <p:slideViewPr>
    <p:cSldViewPr snapToGrid="0" snapToObjects="1">
      <p:cViewPr varScale="1">
        <p:scale>
          <a:sx n="87" d="100"/>
          <a:sy n="87" d="100"/>
        </p:scale>
        <p:origin x="888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 Milne" userId="4a39f72de45081c2" providerId="LiveId" clId="{B1B7696F-6DDD-0F43-B1CC-16E80BD1546F}"/>
    <pc:docChg chg="undo redo custSel addSld delSld modSld addMainMaster delMainMaster modMainMaster">
      <pc:chgData name="Emma Milne" userId="4a39f72de45081c2" providerId="LiveId" clId="{B1B7696F-6DDD-0F43-B1CC-16E80BD1546F}" dt="2024-09-24T12:07:03.997" v="570" actId="5793"/>
      <pc:docMkLst>
        <pc:docMk/>
      </pc:docMkLst>
      <pc:sldChg chg="del">
        <pc:chgData name="Emma Milne" userId="4a39f72de45081c2" providerId="LiveId" clId="{B1B7696F-6DDD-0F43-B1CC-16E80BD1546F}" dt="2024-09-24T11:42:03.488" v="0" actId="2696"/>
        <pc:sldMkLst>
          <pc:docMk/>
          <pc:sldMk cId="196663018" sldId="265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434680896" sldId="266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569908045" sldId="267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2611761825" sldId="268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1444429133" sldId="269"/>
        </pc:sldMkLst>
      </pc:sldChg>
      <pc:sldChg chg="modSp del mod">
        <pc:chgData name="Emma Milne" userId="4a39f72de45081c2" providerId="LiveId" clId="{B1B7696F-6DDD-0F43-B1CC-16E80BD1546F}" dt="2024-09-24T11:51:29.042" v="148" actId="2696"/>
        <pc:sldMkLst>
          <pc:docMk/>
          <pc:sldMk cId="3634512390" sldId="280"/>
        </pc:sldMkLst>
        <pc:spChg chg="mod">
          <ac:chgData name="Emma Milne" userId="4a39f72de45081c2" providerId="LiveId" clId="{B1B7696F-6DDD-0F43-B1CC-16E80BD1546F}" dt="2024-09-24T11:51:22.348" v="147" actId="14100"/>
          <ac:spMkLst>
            <pc:docMk/>
            <pc:sldMk cId="3634512390" sldId="280"/>
            <ac:spMk id="3" creationId="{00000000-0000-0000-0000-000000000000}"/>
          </ac:spMkLst>
        </pc:spChg>
      </pc:sldChg>
      <pc:sldChg chg="delSp del mod">
        <pc:chgData name="Emma Milne" userId="4a39f72de45081c2" providerId="LiveId" clId="{B1B7696F-6DDD-0F43-B1CC-16E80BD1546F}" dt="2024-09-24T11:51:29.447" v="149" actId="2696"/>
        <pc:sldMkLst>
          <pc:docMk/>
          <pc:sldMk cId="3398639553" sldId="281"/>
        </pc:sldMkLst>
        <pc:spChg chg="del">
          <ac:chgData name="Emma Milne" userId="4a39f72de45081c2" providerId="LiveId" clId="{B1B7696F-6DDD-0F43-B1CC-16E80BD1546F}" dt="2024-09-24T11:48:47.988" v="105" actId="478"/>
          <ac:spMkLst>
            <pc:docMk/>
            <pc:sldMk cId="3398639553" sldId="281"/>
            <ac:spMk id="2" creationId="{00000000-0000-0000-0000-000000000000}"/>
          </ac:spMkLst>
        </pc:spChg>
      </pc:sldChg>
      <pc:sldChg chg="del">
        <pc:chgData name="Emma Milne" userId="4a39f72de45081c2" providerId="LiveId" clId="{B1B7696F-6DDD-0F43-B1CC-16E80BD1546F}" dt="2024-09-24T11:51:29.851" v="150" actId="2696"/>
        <pc:sldMkLst>
          <pc:docMk/>
          <pc:sldMk cId="3999633409" sldId="283"/>
        </pc:sldMkLst>
      </pc:sldChg>
      <pc:sldChg chg="del">
        <pc:chgData name="Emma Milne" userId="4a39f72de45081c2" providerId="LiveId" clId="{B1B7696F-6DDD-0F43-B1CC-16E80BD1546F}" dt="2024-09-24T11:51:30.418" v="151" actId="2696"/>
        <pc:sldMkLst>
          <pc:docMk/>
          <pc:sldMk cId="335917156" sldId="284"/>
        </pc:sldMkLst>
      </pc:sldChg>
      <pc:sldChg chg="del">
        <pc:chgData name="Emma Milne" userId="4a39f72de45081c2" providerId="LiveId" clId="{B1B7696F-6DDD-0F43-B1CC-16E80BD1546F}" dt="2024-09-24T11:51:31.184" v="152" actId="2696"/>
        <pc:sldMkLst>
          <pc:docMk/>
          <pc:sldMk cId="4221588198" sldId="285"/>
        </pc:sldMkLst>
      </pc:sldChg>
      <pc:sldChg chg="del">
        <pc:chgData name="Emma Milne" userId="4a39f72de45081c2" providerId="LiveId" clId="{B1B7696F-6DDD-0F43-B1CC-16E80BD1546F}" dt="2024-09-24T11:51:32.379" v="154" actId="2696"/>
        <pc:sldMkLst>
          <pc:docMk/>
          <pc:sldMk cId="2794636060" sldId="286"/>
        </pc:sldMkLst>
      </pc:sldChg>
      <pc:sldChg chg="del">
        <pc:chgData name="Emma Milne" userId="4a39f72de45081c2" providerId="LiveId" clId="{B1B7696F-6DDD-0F43-B1CC-16E80BD1546F}" dt="2024-09-24T11:51:31.859" v="153" actId="2696"/>
        <pc:sldMkLst>
          <pc:docMk/>
          <pc:sldMk cId="1358851050" sldId="287"/>
        </pc:sldMkLst>
      </pc:sldChg>
      <pc:sldChg chg="addSp delSp modSp mod">
        <pc:chgData name="Emma Milne" userId="4a39f72de45081c2" providerId="LiveId" clId="{B1B7696F-6DDD-0F43-B1CC-16E80BD1546F}" dt="2024-09-24T12:03:03.983" v="424" actId="20577"/>
        <pc:sldMkLst>
          <pc:docMk/>
          <pc:sldMk cId="3433382789" sldId="288"/>
        </pc:sldMkLst>
        <pc:spChg chg="del">
          <ac:chgData name="Emma Milne" userId="4a39f72de45081c2" providerId="LiveId" clId="{B1B7696F-6DDD-0F43-B1CC-16E80BD1546F}" dt="2024-09-24T11:53:34.466" v="180"/>
          <ac:spMkLst>
            <pc:docMk/>
            <pc:sldMk cId="3433382789" sldId="288"/>
            <ac:spMk id="2" creationId="{00000000-0000-0000-0000-000000000000}"/>
          </ac:spMkLst>
        </pc:spChg>
        <pc:spChg chg="mod">
          <ac:chgData name="Emma Milne" userId="4a39f72de45081c2" providerId="LiveId" clId="{B1B7696F-6DDD-0F43-B1CC-16E80BD1546F}" dt="2024-09-24T12:02:39.089" v="399" actId="14100"/>
          <ac:spMkLst>
            <pc:docMk/>
            <pc:sldMk cId="3433382789" sldId="288"/>
            <ac:spMk id="3" creationId="{00000000-0000-0000-0000-000000000000}"/>
          </ac:spMkLst>
        </pc:spChg>
        <pc:spChg chg="add mod">
          <ac:chgData name="Emma Milne" userId="4a39f72de45081c2" providerId="LiveId" clId="{B1B7696F-6DDD-0F43-B1CC-16E80BD1546F}" dt="2024-09-24T12:03:03.983" v="424" actId="20577"/>
          <ac:spMkLst>
            <pc:docMk/>
            <pc:sldMk cId="3433382789" sldId="288"/>
            <ac:spMk id="4" creationId="{9A606C88-2B97-820A-B558-EAFB98C8012A}"/>
          </ac:spMkLst>
        </pc:spChg>
      </pc:sldChg>
      <pc:sldChg chg="new del">
        <pc:chgData name="Emma Milne" userId="4a39f72de45081c2" providerId="LiveId" clId="{B1B7696F-6DDD-0F43-B1CC-16E80BD1546F}" dt="2024-09-24T11:49:15.886" v="109" actId="2696"/>
        <pc:sldMkLst>
          <pc:docMk/>
          <pc:sldMk cId="2499690404" sldId="289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065760807" sldId="289"/>
        </pc:sldMkLst>
      </pc:sldChg>
      <pc:sldChg chg="modSp new mod">
        <pc:chgData name="Emma Milne" userId="4a39f72de45081c2" providerId="LiveId" clId="{B1B7696F-6DDD-0F43-B1CC-16E80BD1546F}" dt="2024-09-24T12:07:03.997" v="570" actId="5793"/>
        <pc:sldMkLst>
          <pc:docMk/>
          <pc:sldMk cId="3175747568" sldId="289"/>
        </pc:sldMkLst>
        <pc:spChg chg="mod">
          <ac:chgData name="Emma Milne" userId="4a39f72de45081c2" providerId="LiveId" clId="{B1B7696F-6DDD-0F43-B1CC-16E80BD1546F}" dt="2024-09-24T12:03:42.123" v="485" actId="14100"/>
          <ac:spMkLst>
            <pc:docMk/>
            <pc:sldMk cId="3175747568" sldId="289"/>
            <ac:spMk id="2" creationId="{06AD207C-8C0D-4108-7CD4-241A12570FE8}"/>
          </ac:spMkLst>
        </pc:spChg>
        <pc:spChg chg="mod">
          <ac:chgData name="Emma Milne" userId="4a39f72de45081c2" providerId="LiveId" clId="{B1B7696F-6DDD-0F43-B1CC-16E80BD1546F}" dt="2024-09-24T12:07:03.997" v="570" actId="5793"/>
          <ac:spMkLst>
            <pc:docMk/>
            <pc:sldMk cId="3175747568" sldId="289"/>
            <ac:spMk id="3" creationId="{8B645541-0F83-A06E-23A9-6756D65750CD}"/>
          </ac:spMkLst>
        </pc:spChg>
      </pc:sldChg>
      <pc:sldChg chg="new del">
        <pc:chgData name="Emma Milne" userId="4a39f72de45081c2" providerId="LiveId" clId="{B1B7696F-6DDD-0F43-B1CC-16E80BD1546F}" dt="2024-09-24T11:51:11.803" v="145" actId="2696"/>
        <pc:sldMkLst>
          <pc:docMk/>
          <pc:sldMk cId="1586667229" sldId="290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788468593" sldId="290"/>
        </pc:sldMkLst>
      </pc:sldChg>
      <pc:sldChg chg="modSp new mod">
        <pc:chgData name="Emma Milne" userId="4a39f72de45081c2" providerId="LiveId" clId="{B1B7696F-6DDD-0F43-B1CC-16E80BD1546F}" dt="2024-09-24T12:03:53.740" v="501" actId="20577"/>
        <pc:sldMkLst>
          <pc:docMk/>
          <pc:sldMk cId="3802769497" sldId="290"/>
        </pc:sldMkLst>
        <pc:spChg chg="mod">
          <ac:chgData name="Emma Milne" userId="4a39f72de45081c2" providerId="LiveId" clId="{B1B7696F-6DDD-0F43-B1CC-16E80BD1546F}" dt="2024-09-24T12:03:53.740" v="501" actId="20577"/>
          <ac:spMkLst>
            <pc:docMk/>
            <pc:sldMk cId="3802769497" sldId="290"/>
            <ac:spMk id="2" creationId="{65F3807B-1C0C-ABB6-21BE-3BEA7F8F234C}"/>
          </ac:spMkLst>
        </pc:spChg>
        <pc:spChg chg="mod">
          <ac:chgData name="Emma Milne" userId="4a39f72de45081c2" providerId="LiveId" clId="{B1B7696F-6DDD-0F43-B1CC-16E80BD1546F}" dt="2024-09-24T12:03:50.851" v="494" actId="20577"/>
          <ac:spMkLst>
            <pc:docMk/>
            <pc:sldMk cId="3802769497" sldId="290"/>
            <ac:spMk id="3" creationId="{AD2922CB-79E9-C5E3-4AF2-D34C70EDD879}"/>
          </ac:spMkLst>
        </pc:spChg>
      </pc:sldChg>
      <pc:sldChg chg="addSp delSp modSp new del mod">
        <pc:chgData name="Emma Milne" userId="4a39f72de45081c2" providerId="LiveId" clId="{B1B7696F-6DDD-0F43-B1CC-16E80BD1546F}" dt="2024-09-24T11:51:12.665" v="146" actId="2696"/>
        <pc:sldMkLst>
          <pc:docMk/>
          <pc:sldMk cId="1157792891" sldId="291"/>
        </pc:sldMkLst>
        <pc:spChg chg="add del mod">
          <ac:chgData name="Emma Milne" userId="4a39f72de45081c2" providerId="LiveId" clId="{B1B7696F-6DDD-0F43-B1CC-16E80BD1546F}" dt="2024-09-24T11:51:08.790" v="144" actId="5793"/>
          <ac:spMkLst>
            <pc:docMk/>
            <pc:sldMk cId="1157792891" sldId="291"/>
            <ac:spMk id="2" creationId="{958A3335-CF61-080B-6781-A1579BEA3844}"/>
          </ac:spMkLst>
        </pc:spChg>
        <pc:picChg chg="add del mod ord">
          <ac:chgData name="Emma Milne" userId="4a39f72de45081c2" providerId="LiveId" clId="{B1B7696F-6DDD-0F43-B1CC-16E80BD1546F}" dt="2024-09-24T11:50:49.654" v="123" actId="34307"/>
          <ac:picMkLst>
            <pc:docMk/>
            <pc:sldMk cId="1157792891" sldId="291"/>
            <ac:picMk id="5" creationId="{531981A6-087F-E4F9-F14D-EB3246C48F0E}"/>
          </ac:picMkLst>
        </pc:picChg>
      </pc:sldChg>
      <pc:sldChg chg="modSp new mod">
        <pc:chgData name="Emma Milne" userId="4a39f72de45081c2" providerId="LiveId" clId="{B1B7696F-6DDD-0F43-B1CC-16E80BD1546F}" dt="2024-09-24T12:04:06.535" v="517" actId="20577"/>
        <pc:sldMkLst>
          <pc:docMk/>
          <pc:sldMk cId="1603794358" sldId="291"/>
        </pc:sldMkLst>
        <pc:spChg chg="mod">
          <ac:chgData name="Emma Milne" userId="4a39f72de45081c2" providerId="LiveId" clId="{B1B7696F-6DDD-0F43-B1CC-16E80BD1546F}" dt="2024-09-24T12:04:03.567" v="513" actId="20577"/>
          <ac:spMkLst>
            <pc:docMk/>
            <pc:sldMk cId="1603794358" sldId="291"/>
            <ac:spMk id="2" creationId="{93C52F56-FDED-DB81-278D-61539F430C51}"/>
          </ac:spMkLst>
        </pc:spChg>
        <pc:spChg chg="mod">
          <ac:chgData name="Emma Milne" userId="4a39f72de45081c2" providerId="LiveId" clId="{B1B7696F-6DDD-0F43-B1CC-16E80BD1546F}" dt="2024-09-24T12:04:06.535" v="517" actId="20577"/>
          <ac:spMkLst>
            <pc:docMk/>
            <pc:sldMk cId="1603794358" sldId="291"/>
            <ac:spMk id="3" creationId="{45F9A173-07EE-4086-FAF9-9C93121D2BE1}"/>
          </ac:spMkLst>
        </pc:spChg>
        <pc:spChg chg="mod">
          <ac:chgData name="Emma Milne" userId="4a39f72de45081c2" providerId="LiveId" clId="{B1B7696F-6DDD-0F43-B1CC-16E80BD1546F}" dt="2024-09-24T12:04:01.087" v="509" actId="20577"/>
          <ac:spMkLst>
            <pc:docMk/>
            <pc:sldMk cId="1603794358" sldId="291"/>
            <ac:spMk id="4" creationId="{1B04B499-E4DB-88C9-8DEC-C867011A0708}"/>
          </ac:spMkLst>
        </pc:spChg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875404793" sldId="291"/>
        </pc:sldMkLst>
      </pc:sldChg>
      <pc:sldChg chg="del">
        <pc:chgData name="Emma Milne" userId="4a39f72de45081c2" providerId="LiveId" clId="{B1B7696F-6DDD-0F43-B1CC-16E80BD1546F}" dt="2024-09-24T11:42:13.783" v="1" actId="2696"/>
        <pc:sldMkLst>
          <pc:docMk/>
          <pc:sldMk cId="3050363853" sldId="292"/>
        </pc:sldMkLst>
      </pc:sldChg>
      <pc:sldMasterChg chg="addSp delSp modSp mod modSldLayout">
        <pc:chgData name="Emma Milne" userId="4a39f72de45081c2" providerId="LiveId" clId="{B1B7696F-6DDD-0F43-B1CC-16E80BD1546F}" dt="2024-09-24T12:06:29.929" v="540" actId="478"/>
        <pc:sldMasterMkLst>
          <pc:docMk/>
          <pc:sldMasterMk cId="713788537" sldId="2147483648"/>
        </pc:sldMasterMkLst>
        <pc:spChg chg="add del mod">
          <ac:chgData name="Emma Milne" userId="4a39f72de45081c2" providerId="LiveId" clId="{B1B7696F-6DDD-0F43-B1CC-16E80BD1546F}" dt="2024-09-24T11:55:27.349" v="202" actId="108"/>
          <ac:spMkLst>
            <pc:docMk/>
            <pc:sldMasterMk cId="713788537" sldId="2147483648"/>
            <ac:spMk id="2" creationId="{00000000-0000-0000-0000-000000000000}"/>
          </ac:spMkLst>
        </pc:spChg>
        <pc:spChg chg="add del mod">
          <ac:chgData name="Emma Milne" userId="4a39f72de45081c2" providerId="LiveId" clId="{B1B7696F-6DDD-0F43-B1CC-16E80BD1546F}" dt="2024-09-24T11:54:50.028" v="201" actId="12"/>
          <ac:spMkLst>
            <pc:docMk/>
            <pc:sldMasterMk cId="713788537" sldId="2147483648"/>
            <ac:spMk id="3" creationId="{00000000-0000-0000-0000-000000000000}"/>
          </ac:spMkLst>
        </pc:spChg>
        <pc:spChg chg="add del">
          <ac:chgData name="Emma Milne" userId="4a39f72de45081c2" providerId="LiveId" clId="{B1B7696F-6DDD-0F43-B1CC-16E80BD1546F}" dt="2024-09-24T11:52:45.176" v="163" actId="478"/>
          <ac:spMkLst>
            <pc:docMk/>
            <pc:sldMasterMk cId="713788537" sldId="2147483648"/>
            <ac:spMk id="4" creationId="{00000000-0000-0000-0000-000000000000}"/>
          </ac:spMkLst>
        </pc:spChg>
        <pc:spChg chg="add del">
          <ac:chgData name="Emma Milne" userId="4a39f72de45081c2" providerId="LiveId" clId="{B1B7696F-6DDD-0F43-B1CC-16E80BD1546F}" dt="2024-09-24T11:52:46.507" v="164" actId="478"/>
          <ac:spMkLst>
            <pc:docMk/>
            <pc:sldMasterMk cId="713788537" sldId="2147483648"/>
            <ac:spMk id="5" creationId="{00000000-0000-0000-0000-000000000000}"/>
          </ac:spMkLst>
        </pc:spChg>
        <pc:spChg chg="add del">
          <ac:chgData name="Emma Milne" userId="4a39f72de45081c2" providerId="LiveId" clId="{B1B7696F-6DDD-0F43-B1CC-16E80BD1546F}" dt="2024-09-24T11:52:47.389" v="165" actId="478"/>
          <ac:spMkLst>
            <pc:docMk/>
            <pc:sldMasterMk cId="713788537" sldId="2147483648"/>
            <ac:spMk id="6" creationId="{00000000-0000-0000-0000-000000000000}"/>
          </ac:spMkLst>
        </pc:spChg>
        <pc:spChg chg="add mod">
          <ac:chgData name="Emma Milne" userId="4a39f72de45081c2" providerId="LiveId" clId="{B1B7696F-6DDD-0F43-B1CC-16E80BD1546F}" dt="2024-09-24T11:48:28.136" v="104"/>
          <ac:spMkLst>
            <pc:docMk/>
            <pc:sldMasterMk cId="713788537" sldId="2147483648"/>
            <ac:spMk id="7" creationId="{AC1A4C06-B693-4ABA-B8ED-403B1CE92502}"/>
          </ac:spMkLst>
        </pc:spChg>
        <pc:spChg chg="add mod">
          <ac:chgData name="Emma Milne" userId="4a39f72de45081c2" providerId="LiveId" clId="{B1B7696F-6DDD-0F43-B1CC-16E80BD1546F}" dt="2024-09-24T11:48:24.021" v="98"/>
          <ac:spMkLst>
            <pc:docMk/>
            <pc:sldMasterMk cId="713788537" sldId="2147483648"/>
            <ac:spMk id="8" creationId="{8616C1A9-4A9D-3DE9-6AEC-8E9DC69B37A1}"/>
          </ac:spMkLst>
        </pc:spChg>
        <pc:picChg chg="add mod">
          <ac:chgData name="Emma Milne" userId="4a39f72de45081c2" providerId="LiveId" clId="{B1B7696F-6DDD-0F43-B1CC-16E80BD1546F}" dt="2024-09-24T11:47:30.739" v="95"/>
          <ac:picMkLst>
            <pc:docMk/>
            <pc:sldMasterMk cId="713788537" sldId="2147483648"/>
            <ac:picMk id="9" creationId="{1CBC8DBA-C918-888C-E56E-C961CFF9583B}"/>
          </ac:picMkLst>
        </pc:picChg>
        <pc:sldLayoutChg chg="addSp delSp modSp mod">
          <pc:chgData name="Emma Milne" userId="4a39f72de45081c2" providerId="LiveId" clId="{B1B7696F-6DDD-0F43-B1CC-16E80BD1546F}" dt="2024-09-24T12:06:29.929" v="540" actId="478"/>
          <pc:sldLayoutMkLst>
            <pc:docMk/>
            <pc:sldMasterMk cId="713788537" sldId="2147483648"/>
            <pc:sldLayoutMk cId="1449196509" sldId="2147483652"/>
          </pc:sldLayoutMkLst>
          <pc:spChg chg="mod">
            <ac:chgData name="Emma Milne" userId="4a39f72de45081c2" providerId="LiveId" clId="{B1B7696F-6DDD-0F43-B1CC-16E80BD1546F}" dt="2024-09-24T11:49:02.528" v="106" actId="1076"/>
            <ac:spMkLst>
              <pc:docMk/>
              <pc:sldMasterMk cId="713788537" sldId="2147483648"/>
              <pc:sldLayoutMk cId="1449196509" sldId="2147483652"/>
              <ac:spMk id="2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2:06:26.131" v="539" actId="14100"/>
            <ac:spMkLst>
              <pc:docMk/>
              <pc:sldMasterMk cId="713788537" sldId="2147483648"/>
              <pc:sldLayoutMk cId="1449196509" sldId="2147483652"/>
              <ac:spMk id="4" creationId="{00000000-0000-0000-0000-000000000000}"/>
            </ac:spMkLst>
          </pc:spChg>
          <pc:spChg chg="add del mod">
            <ac:chgData name="Emma Milne" userId="4a39f72de45081c2" providerId="LiveId" clId="{B1B7696F-6DDD-0F43-B1CC-16E80BD1546F}" dt="2024-09-24T12:06:29.929" v="540" actId="478"/>
            <ac:spMkLst>
              <pc:docMk/>
              <pc:sldMasterMk cId="713788537" sldId="2147483648"/>
              <pc:sldLayoutMk cId="1449196509" sldId="2147483652"/>
              <ac:spMk id="5" creationId="{2D6118E5-6F14-D1FB-E855-59ED88D72361}"/>
            </ac:spMkLst>
          </pc:spChg>
          <pc:picChg chg="add mod">
            <ac:chgData name="Emma Milne" userId="4a39f72de45081c2" providerId="LiveId" clId="{B1B7696F-6DDD-0F43-B1CC-16E80BD1546F}" dt="2024-09-24T11:43:53.667" v="29" actId="1076"/>
            <ac:picMkLst>
              <pc:docMk/>
              <pc:sldMasterMk cId="713788537" sldId="2147483648"/>
              <pc:sldLayoutMk cId="1449196509" sldId="2147483652"/>
              <ac:picMk id="3" creationId="{73DFC01F-CFF2-0DDA-B477-1BCE3C32C064}"/>
            </ac:picMkLst>
          </pc:picChg>
          <pc:picChg chg="del">
            <ac:chgData name="Emma Milne" userId="4a39f72de45081c2" providerId="LiveId" clId="{B1B7696F-6DDD-0F43-B1CC-16E80BD1546F}" dt="2024-09-24T11:43:46.721" v="27" actId="478"/>
            <ac:picMkLst>
              <pc:docMk/>
              <pc:sldMasterMk cId="713788537" sldId="2147483648"/>
              <pc:sldLayoutMk cId="1449196509" sldId="2147483652"/>
              <ac:picMk id="7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4:21.582" v="196" actId="122"/>
          <pc:sldLayoutMkLst>
            <pc:docMk/>
            <pc:sldMasterMk cId="713788537" sldId="2147483648"/>
            <pc:sldLayoutMk cId="3032838578" sldId="2147483653"/>
          </pc:sldLayoutMkLst>
          <pc:spChg chg="mod">
            <ac:chgData name="Emma Milne" userId="4a39f72de45081c2" providerId="LiveId" clId="{B1B7696F-6DDD-0F43-B1CC-16E80BD1546F}" dt="2024-09-24T11:54:21.582" v="196" actId="122"/>
            <ac:spMkLst>
              <pc:docMk/>
              <pc:sldMasterMk cId="713788537" sldId="2147483648"/>
              <pc:sldLayoutMk cId="3032838578" sldId="2147483653"/>
              <ac:spMk id="2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1:53:10.476" v="170" actId="242"/>
            <ac:spMkLst>
              <pc:docMk/>
              <pc:sldMasterMk cId="713788537" sldId="2147483648"/>
              <pc:sldLayoutMk cId="3032838578" sldId="2147483653"/>
              <ac:spMk id="3" creationId="{00000000-0000-0000-0000-000000000000}"/>
            </ac:spMkLst>
          </pc:spChg>
          <pc:picChg chg="add mod">
            <ac:chgData name="Emma Milne" userId="4a39f72de45081c2" providerId="LiveId" clId="{B1B7696F-6DDD-0F43-B1CC-16E80BD1546F}" dt="2024-09-24T11:43:17.817" v="16" actId="1076"/>
            <ac:picMkLst>
              <pc:docMk/>
              <pc:sldMasterMk cId="713788537" sldId="2147483648"/>
              <pc:sldLayoutMk cId="3032838578" sldId="2147483653"/>
              <ac:picMk id="5" creationId="{F5BEC502-5565-F0E1-3C95-602230A5A0B7}"/>
            </ac:picMkLst>
          </pc:picChg>
          <pc:picChg chg="del mod">
            <ac:chgData name="Emma Milne" userId="4a39f72de45081c2" providerId="LiveId" clId="{B1B7696F-6DDD-0F43-B1CC-16E80BD1546F}" dt="2024-09-24T11:43:04.795" v="13" actId="478"/>
            <ac:picMkLst>
              <pc:docMk/>
              <pc:sldMasterMk cId="713788537" sldId="2147483648"/>
              <pc:sldLayoutMk cId="3032838578" sldId="2147483653"/>
              <ac:picMk id="12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17.271" v="247"/>
          <pc:sldLayoutMkLst>
            <pc:docMk/>
            <pc:sldMasterMk cId="713788537" sldId="2147483648"/>
            <pc:sldLayoutMk cId="602078584" sldId="2147483654"/>
          </pc:sldLayoutMkLst>
          <pc:spChg chg="del">
            <ac:chgData name="Emma Milne" userId="4a39f72de45081c2" providerId="LiveId" clId="{B1B7696F-6DDD-0F43-B1CC-16E80BD1546F}" dt="2024-09-24T11:53:14.477" v="171" actId="478"/>
            <ac:spMkLst>
              <pc:docMk/>
              <pc:sldMasterMk cId="713788537" sldId="2147483648"/>
              <pc:sldLayoutMk cId="602078584" sldId="2147483654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17" v="246" actId="478"/>
            <ac:spMkLst>
              <pc:docMk/>
              <pc:sldMasterMk cId="713788537" sldId="2147483648"/>
              <pc:sldLayoutMk cId="602078584" sldId="2147483654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23.646" v="197" actId="122"/>
            <ac:spMkLst>
              <pc:docMk/>
              <pc:sldMasterMk cId="713788537" sldId="2147483648"/>
              <pc:sldLayoutMk cId="602078584" sldId="2147483654"/>
              <ac:spMk id="6" creationId="{119A59A8-15C2-09E7-24D4-1C1E20BB92CD}"/>
            </ac:spMkLst>
          </pc:spChg>
          <pc:spChg chg="add mod">
            <ac:chgData name="Emma Milne" userId="4a39f72de45081c2" providerId="LiveId" clId="{B1B7696F-6DDD-0F43-B1CC-16E80BD1546F}" dt="2024-09-24T11:56:17.271" v="247"/>
            <ac:spMkLst>
              <pc:docMk/>
              <pc:sldMasterMk cId="713788537" sldId="2147483648"/>
              <pc:sldLayoutMk cId="602078584" sldId="2147483654"/>
              <ac:spMk id="7" creationId="{47163384-453E-DB67-EBB2-242AC18CC2F5}"/>
            </ac:spMkLst>
          </pc:spChg>
          <pc:picChg chg="mod">
            <ac:chgData name="Emma Milne" userId="4a39f72de45081c2" providerId="LiveId" clId="{B1B7696F-6DDD-0F43-B1CC-16E80BD1546F}" dt="2024-09-24T11:56:14.729" v="245" actId="1076"/>
            <ac:picMkLst>
              <pc:docMk/>
              <pc:sldMasterMk cId="713788537" sldId="2147483648"/>
              <pc:sldLayoutMk cId="602078584" sldId="2147483654"/>
              <ac:picMk id="4" creationId="{00000000-0000-0000-0000-000000000000}"/>
            </ac:picMkLst>
          </pc:picChg>
          <pc:picChg chg="add mod">
            <ac:chgData name="Emma Milne" userId="4a39f72de45081c2" providerId="LiveId" clId="{B1B7696F-6DDD-0F43-B1CC-16E80BD1546F}" dt="2024-09-24T11:43:26.332" v="18"/>
            <ac:picMkLst>
              <pc:docMk/>
              <pc:sldMasterMk cId="713788537" sldId="2147483648"/>
              <pc:sldLayoutMk cId="602078584" sldId="2147483654"/>
              <ac:picMk id="5" creationId="{3F83FA74-DE85-8271-7C1E-9386351D7EE1}"/>
            </ac:picMkLst>
          </pc:picChg>
          <pc:picChg chg="del">
            <ac:chgData name="Emma Milne" userId="4a39f72de45081c2" providerId="LiveId" clId="{B1B7696F-6DDD-0F43-B1CC-16E80BD1546F}" dt="2024-09-24T11:43:25.978" v="17" actId="478"/>
            <ac:picMkLst>
              <pc:docMk/>
              <pc:sldMasterMk cId="713788537" sldId="2147483648"/>
              <pc:sldLayoutMk cId="602078584" sldId="2147483654"/>
              <ac:picMk id="18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19.834" v="249"/>
          <pc:sldLayoutMkLst>
            <pc:docMk/>
            <pc:sldMasterMk cId="713788537" sldId="2147483648"/>
            <pc:sldLayoutMk cId="2568941733" sldId="2147483655"/>
          </pc:sldLayoutMkLst>
          <pc:spChg chg="del">
            <ac:chgData name="Emma Milne" userId="4a39f72de45081c2" providerId="LiveId" clId="{B1B7696F-6DDD-0F43-B1CC-16E80BD1546F}" dt="2024-09-24T11:53:17.906" v="173" actId="478"/>
            <ac:spMkLst>
              <pc:docMk/>
              <pc:sldMasterMk cId="713788537" sldId="2147483648"/>
              <pc:sldLayoutMk cId="2568941733" sldId="2147483655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19.584" v="248" actId="478"/>
            <ac:spMkLst>
              <pc:docMk/>
              <pc:sldMasterMk cId="713788537" sldId="2147483648"/>
              <pc:sldLayoutMk cId="2568941733" sldId="2147483655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25.814" v="198" actId="122"/>
            <ac:spMkLst>
              <pc:docMk/>
              <pc:sldMasterMk cId="713788537" sldId="2147483648"/>
              <pc:sldLayoutMk cId="2568941733" sldId="2147483655"/>
              <ac:spMk id="6" creationId="{70AC9268-4297-7709-ABB4-ED539B193C4D}"/>
            </ac:spMkLst>
          </pc:spChg>
          <pc:spChg chg="add mod">
            <ac:chgData name="Emma Milne" userId="4a39f72de45081c2" providerId="LiveId" clId="{B1B7696F-6DDD-0F43-B1CC-16E80BD1546F}" dt="2024-09-24T11:56:19.834" v="249"/>
            <ac:spMkLst>
              <pc:docMk/>
              <pc:sldMasterMk cId="713788537" sldId="2147483648"/>
              <pc:sldLayoutMk cId="2568941733" sldId="2147483655"/>
              <ac:spMk id="7" creationId="{42F41C18-6F8D-982E-7344-7BEADBE7F0B1}"/>
            </ac:spMkLst>
          </pc:spChg>
          <pc:picChg chg="add mod">
            <ac:chgData name="Emma Milne" userId="4a39f72de45081c2" providerId="LiveId" clId="{B1B7696F-6DDD-0F43-B1CC-16E80BD1546F}" dt="2024-09-24T11:43:29.625" v="20"/>
            <ac:picMkLst>
              <pc:docMk/>
              <pc:sldMasterMk cId="713788537" sldId="2147483648"/>
              <pc:sldLayoutMk cId="2568941733" sldId="2147483655"/>
              <ac:picMk id="5" creationId="{23B3A82C-430A-088C-3A30-BDF0AE675860}"/>
            </ac:picMkLst>
          </pc:picChg>
          <pc:picChg chg="del">
            <ac:chgData name="Emma Milne" userId="4a39f72de45081c2" providerId="LiveId" clId="{B1B7696F-6DDD-0F43-B1CC-16E80BD1546F}" dt="2024-09-24T11:43:28.652" v="19" actId="478"/>
            <ac:picMkLst>
              <pc:docMk/>
              <pc:sldMasterMk cId="713788537" sldId="2147483648"/>
              <pc:sldLayoutMk cId="2568941733" sldId="2147483655"/>
              <ac:picMk id="17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22.350" v="251"/>
          <pc:sldLayoutMkLst>
            <pc:docMk/>
            <pc:sldMasterMk cId="713788537" sldId="2147483648"/>
            <pc:sldLayoutMk cId="1488312296" sldId="2147483656"/>
          </pc:sldLayoutMkLst>
          <pc:spChg chg="del mod">
            <ac:chgData name="Emma Milne" userId="4a39f72de45081c2" providerId="LiveId" clId="{B1B7696F-6DDD-0F43-B1CC-16E80BD1546F}" dt="2024-09-24T11:53:23.006" v="176" actId="478"/>
            <ac:spMkLst>
              <pc:docMk/>
              <pc:sldMasterMk cId="713788537" sldId="2147483648"/>
              <pc:sldLayoutMk cId="1488312296" sldId="2147483656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22.104" v="250" actId="478"/>
            <ac:spMkLst>
              <pc:docMk/>
              <pc:sldMasterMk cId="713788537" sldId="2147483648"/>
              <pc:sldLayoutMk cId="1488312296" sldId="2147483656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29.598" v="199" actId="122"/>
            <ac:spMkLst>
              <pc:docMk/>
              <pc:sldMasterMk cId="713788537" sldId="2147483648"/>
              <pc:sldLayoutMk cId="1488312296" sldId="2147483656"/>
              <ac:spMk id="6" creationId="{2E539EC0-AD59-684D-E1D4-504CA6FACB40}"/>
            </ac:spMkLst>
          </pc:spChg>
          <pc:spChg chg="add mod">
            <ac:chgData name="Emma Milne" userId="4a39f72de45081c2" providerId="LiveId" clId="{B1B7696F-6DDD-0F43-B1CC-16E80BD1546F}" dt="2024-09-24T11:56:22.350" v="251"/>
            <ac:spMkLst>
              <pc:docMk/>
              <pc:sldMasterMk cId="713788537" sldId="2147483648"/>
              <pc:sldLayoutMk cId="1488312296" sldId="2147483656"/>
              <ac:spMk id="7" creationId="{4E9DB416-5463-07A6-2B43-B3734665E527}"/>
            </ac:spMkLst>
          </pc:spChg>
          <pc:picChg chg="add mod">
            <ac:chgData name="Emma Milne" userId="4a39f72de45081c2" providerId="LiveId" clId="{B1B7696F-6DDD-0F43-B1CC-16E80BD1546F}" dt="2024-09-24T11:43:32.998" v="22"/>
            <ac:picMkLst>
              <pc:docMk/>
              <pc:sldMasterMk cId="713788537" sldId="2147483648"/>
              <pc:sldLayoutMk cId="1488312296" sldId="2147483656"/>
              <ac:picMk id="4" creationId="{2DC25D9F-7D13-98A6-558A-EA5ECCD56FA8}"/>
            </ac:picMkLst>
          </pc:picChg>
          <pc:picChg chg="del">
            <ac:chgData name="Emma Milne" userId="4a39f72de45081c2" providerId="LiveId" clId="{B1B7696F-6DDD-0F43-B1CC-16E80BD1546F}" dt="2024-09-24T11:43:32.389" v="21" actId="478"/>
            <ac:picMkLst>
              <pc:docMk/>
              <pc:sldMasterMk cId="713788537" sldId="2147483648"/>
              <pc:sldLayoutMk cId="1488312296" sldId="2147483656"/>
              <ac:picMk id="16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56:25.073" v="253"/>
          <pc:sldLayoutMkLst>
            <pc:docMk/>
            <pc:sldMasterMk cId="713788537" sldId="2147483648"/>
            <pc:sldLayoutMk cId="2247780353" sldId="2147483657"/>
          </pc:sldLayoutMkLst>
          <pc:spChg chg="del">
            <ac:chgData name="Emma Milne" userId="4a39f72de45081c2" providerId="LiveId" clId="{B1B7696F-6DDD-0F43-B1CC-16E80BD1546F}" dt="2024-09-24T11:53:26.712" v="178" actId="478"/>
            <ac:spMkLst>
              <pc:docMk/>
              <pc:sldMasterMk cId="713788537" sldId="2147483648"/>
              <pc:sldLayoutMk cId="2247780353" sldId="2147483657"/>
              <ac:spMk id="2" creationId="{00000000-0000-0000-0000-000000000000}"/>
            </ac:spMkLst>
          </pc:spChg>
          <pc:spChg chg="del">
            <ac:chgData name="Emma Milne" userId="4a39f72de45081c2" providerId="LiveId" clId="{B1B7696F-6DDD-0F43-B1CC-16E80BD1546F}" dt="2024-09-24T11:56:24.782" v="252" actId="478"/>
            <ac:spMkLst>
              <pc:docMk/>
              <pc:sldMasterMk cId="713788537" sldId="2147483648"/>
              <pc:sldLayoutMk cId="2247780353" sldId="2147483657"/>
              <ac:spMk id="3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54:32.148" v="200" actId="122"/>
            <ac:spMkLst>
              <pc:docMk/>
              <pc:sldMasterMk cId="713788537" sldId="2147483648"/>
              <pc:sldLayoutMk cId="2247780353" sldId="2147483657"/>
              <ac:spMk id="6" creationId="{0FD7B1E3-CA8E-AD39-8755-93CE0B128401}"/>
            </ac:spMkLst>
          </pc:spChg>
          <pc:spChg chg="add mod">
            <ac:chgData name="Emma Milne" userId="4a39f72de45081c2" providerId="LiveId" clId="{B1B7696F-6DDD-0F43-B1CC-16E80BD1546F}" dt="2024-09-24T11:56:25.073" v="253"/>
            <ac:spMkLst>
              <pc:docMk/>
              <pc:sldMasterMk cId="713788537" sldId="2147483648"/>
              <pc:sldLayoutMk cId="2247780353" sldId="2147483657"/>
              <ac:spMk id="7" creationId="{1B23C0AC-0EC8-7F09-7B0D-9C7B5FA59390}"/>
            </ac:spMkLst>
          </pc:spChg>
          <pc:picChg chg="add mod">
            <ac:chgData name="Emma Milne" userId="4a39f72de45081c2" providerId="LiveId" clId="{B1B7696F-6DDD-0F43-B1CC-16E80BD1546F}" dt="2024-09-24T11:43:36.604" v="24"/>
            <ac:picMkLst>
              <pc:docMk/>
              <pc:sldMasterMk cId="713788537" sldId="2147483648"/>
              <pc:sldLayoutMk cId="2247780353" sldId="2147483657"/>
              <ac:picMk id="5" creationId="{0C0E696D-949B-4D00-8723-391FD806DEE1}"/>
            </ac:picMkLst>
          </pc:picChg>
          <pc:picChg chg="del">
            <ac:chgData name="Emma Milne" userId="4a39f72de45081c2" providerId="LiveId" clId="{B1B7696F-6DDD-0F43-B1CC-16E80BD1546F}" dt="2024-09-24T11:43:35.786" v="23" actId="478"/>
            <ac:picMkLst>
              <pc:docMk/>
              <pc:sldMasterMk cId="713788537" sldId="2147483648"/>
              <pc:sldLayoutMk cId="2247780353" sldId="2147483657"/>
              <ac:picMk id="14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47:00.148" v="87"/>
          <pc:sldLayoutMkLst>
            <pc:docMk/>
            <pc:sldMasterMk cId="713788537" sldId="2147483648"/>
            <pc:sldLayoutMk cId="2946740732" sldId="2147483658"/>
          </pc:sldLayoutMkLst>
          <pc:picChg chg="add mod">
            <ac:chgData name="Emma Milne" userId="4a39f72de45081c2" providerId="LiveId" clId="{B1B7696F-6DDD-0F43-B1CC-16E80BD1546F}" dt="2024-09-24T11:47:00.148" v="87"/>
            <ac:picMkLst>
              <pc:docMk/>
              <pc:sldMasterMk cId="713788537" sldId="2147483648"/>
              <pc:sldLayoutMk cId="2946740732" sldId="2147483658"/>
              <ac:picMk id="2" creationId="{4F352945-9AE0-8E4E-F4BB-6173CDC2D3BB}"/>
            </ac:picMkLst>
          </pc:picChg>
          <pc:picChg chg="del">
            <ac:chgData name="Emma Milne" userId="4a39f72de45081c2" providerId="LiveId" clId="{B1B7696F-6DDD-0F43-B1CC-16E80BD1546F}" dt="2024-09-24T11:46:59.869" v="86" actId="478"/>
            <ac:picMkLst>
              <pc:docMk/>
              <pc:sldMasterMk cId="713788537" sldId="2147483648"/>
              <pc:sldLayoutMk cId="2946740732" sldId="2147483658"/>
              <ac:picMk id="11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2:06:08.244" v="536" actId="478"/>
          <pc:sldLayoutMkLst>
            <pc:docMk/>
            <pc:sldMasterMk cId="713788537" sldId="2147483648"/>
            <pc:sldLayoutMk cId="2770916380" sldId="2147483659"/>
          </pc:sldLayoutMkLst>
          <pc:spChg chg="del">
            <ac:chgData name="Emma Milne" userId="4a39f72de45081c2" providerId="LiveId" clId="{B1B7696F-6DDD-0F43-B1CC-16E80BD1546F}" dt="2024-09-24T11:45:22.600" v="51" actId="478"/>
            <ac:spMkLst>
              <pc:docMk/>
              <pc:sldMasterMk cId="713788537" sldId="2147483648"/>
              <pc:sldLayoutMk cId="2770916380" sldId="2147483659"/>
              <ac:spMk id="2" creationId="{00000000-0000-0000-0000-000000000000}"/>
            </ac:spMkLst>
          </pc:spChg>
          <pc:spChg chg="add del mod">
            <ac:chgData name="Emma Milne" userId="4a39f72de45081c2" providerId="LiveId" clId="{B1B7696F-6DDD-0F43-B1CC-16E80BD1546F}" dt="2024-09-24T12:06:08.244" v="536" actId="478"/>
            <ac:spMkLst>
              <pc:docMk/>
              <pc:sldMasterMk cId="713788537" sldId="2147483648"/>
              <pc:sldLayoutMk cId="2770916380" sldId="2147483659"/>
              <ac:spMk id="2" creationId="{37741175-774C-A7B8-F643-BD7DF419894D}"/>
            </ac:spMkLst>
          </pc:spChg>
          <pc:spChg chg="add del mod">
            <ac:chgData name="Emma Milne" userId="4a39f72de45081c2" providerId="LiveId" clId="{B1B7696F-6DDD-0F43-B1CC-16E80BD1546F}" dt="2024-09-24T11:49:27.900" v="111" actId="478"/>
            <ac:spMkLst>
              <pc:docMk/>
              <pc:sldMasterMk cId="713788537" sldId="2147483648"/>
              <pc:sldLayoutMk cId="2770916380" sldId="2147483659"/>
              <ac:spMk id="5" creationId="{BA96919B-6320-12CE-4E54-0BC50D826931}"/>
            </ac:spMkLst>
          </pc:spChg>
          <pc:spChg chg="add mod">
            <ac:chgData name="Emma Milne" userId="4a39f72de45081c2" providerId="LiveId" clId="{B1B7696F-6DDD-0F43-B1CC-16E80BD1546F}" dt="2024-09-24T11:49:24.926" v="110"/>
            <ac:spMkLst>
              <pc:docMk/>
              <pc:sldMasterMk cId="713788537" sldId="2147483648"/>
              <pc:sldLayoutMk cId="2770916380" sldId="2147483659"/>
              <ac:spMk id="6" creationId="{6E39888B-DB17-3C55-47F4-17FDB5735F65}"/>
            </ac:spMkLst>
          </pc:spChg>
          <pc:spChg chg="add mod">
            <ac:chgData name="Emma Milne" userId="4a39f72de45081c2" providerId="LiveId" clId="{B1B7696F-6DDD-0F43-B1CC-16E80BD1546F}" dt="2024-09-24T11:49:28.802" v="112"/>
            <ac:spMkLst>
              <pc:docMk/>
              <pc:sldMasterMk cId="713788537" sldId="2147483648"/>
              <pc:sldLayoutMk cId="2770916380" sldId="2147483659"/>
              <ac:spMk id="8" creationId="{10692A5F-90A0-00FC-AEBE-06A194FABC1F}"/>
            </ac:spMkLst>
          </pc:spChg>
          <pc:spChg chg="mod">
            <ac:chgData name="Emma Milne" userId="4a39f72de45081c2" providerId="LiveId" clId="{B1B7696F-6DDD-0F43-B1CC-16E80BD1546F}" dt="2024-09-24T12:05:30.229" v="529" actId="14100"/>
            <ac:spMkLst>
              <pc:docMk/>
              <pc:sldMasterMk cId="713788537" sldId="2147483648"/>
              <pc:sldLayoutMk cId="2770916380" sldId="2147483659"/>
              <ac:spMk id="10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2:05:31.979" v="530" actId="14100"/>
            <ac:spMkLst>
              <pc:docMk/>
              <pc:sldMasterMk cId="713788537" sldId="2147483648"/>
              <pc:sldLayoutMk cId="2770916380" sldId="2147483659"/>
              <ac:spMk id="12" creationId="{00000000-0000-0000-0000-000000000000}"/>
            </ac:spMkLst>
          </pc:spChg>
          <pc:picChg chg="add del mod">
            <ac:chgData name="Emma Milne" userId="4a39f72de45081c2" providerId="LiveId" clId="{B1B7696F-6DDD-0F43-B1CC-16E80BD1546F}" dt="2024-09-24T11:45:04.527" v="44" actId="478"/>
            <ac:picMkLst>
              <pc:docMk/>
              <pc:sldMasterMk cId="713788537" sldId="2147483648"/>
              <pc:sldLayoutMk cId="2770916380" sldId="2147483659"/>
              <ac:picMk id="3" creationId="{AEB02008-53BC-F0CB-5B14-ADB717ECA85A}"/>
            </ac:picMkLst>
          </pc:picChg>
          <pc:picChg chg="add mod">
            <ac:chgData name="Emma Milne" userId="4a39f72de45081c2" providerId="LiveId" clId="{B1B7696F-6DDD-0F43-B1CC-16E80BD1546F}" dt="2024-09-24T11:45:07.587" v="45"/>
            <ac:picMkLst>
              <pc:docMk/>
              <pc:sldMasterMk cId="713788537" sldId="2147483648"/>
              <pc:sldLayoutMk cId="2770916380" sldId="2147483659"/>
              <ac:picMk id="4" creationId="{A8645453-13D3-880F-0905-60CAF886470A}"/>
            </ac:picMkLst>
          </pc:picChg>
          <pc:picChg chg="del">
            <ac:chgData name="Emma Milne" userId="4a39f72de45081c2" providerId="LiveId" clId="{B1B7696F-6DDD-0F43-B1CC-16E80BD1546F}" dt="2024-09-24T11:45:00.818" v="41" actId="478"/>
            <ac:picMkLst>
              <pc:docMk/>
              <pc:sldMasterMk cId="713788537" sldId="2147483648"/>
              <pc:sldLayoutMk cId="2770916380" sldId="2147483659"/>
              <ac:picMk id="7" creationId="{00000000-0000-0000-0000-000000000000}"/>
            </ac:picMkLst>
          </pc:picChg>
        </pc:sldLayoutChg>
        <pc:sldLayoutChg chg="addSp delSp modSp mod">
          <pc:chgData name="Emma Milne" userId="4a39f72de45081c2" providerId="LiveId" clId="{B1B7696F-6DDD-0F43-B1CC-16E80BD1546F}" dt="2024-09-24T11:46:52" v="85" actId="403"/>
          <pc:sldLayoutMkLst>
            <pc:docMk/>
            <pc:sldMasterMk cId="713788537" sldId="2147483648"/>
            <pc:sldLayoutMk cId="354770624" sldId="2147483660"/>
          </pc:sldLayoutMkLst>
          <pc:spChg chg="del">
            <ac:chgData name="Emma Milne" userId="4a39f72de45081c2" providerId="LiveId" clId="{B1B7696F-6DDD-0F43-B1CC-16E80BD1546F}" dt="2024-09-24T11:46:07.269" v="62" actId="478"/>
            <ac:spMkLst>
              <pc:docMk/>
              <pc:sldMasterMk cId="713788537" sldId="2147483648"/>
              <pc:sldLayoutMk cId="354770624" sldId="2147483660"/>
              <ac:spMk id="2" creationId="{00000000-0000-0000-0000-000000000000}"/>
            </ac:spMkLst>
          </pc:spChg>
          <pc:spChg chg="add mod">
            <ac:chgData name="Emma Milne" userId="4a39f72de45081c2" providerId="LiveId" clId="{B1B7696F-6DDD-0F43-B1CC-16E80BD1546F}" dt="2024-09-24T11:46:07.637" v="63"/>
            <ac:spMkLst>
              <pc:docMk/>
              <pc:sldMasterMk cId="713788537" sldId="2147483648"/>
              <pc:sldLayoutMk cId="354770624" sldId="2147483660"/>
              <ac:spMk id="4" creationId="{FE003AAB-4C59-BE99-437B-40936FE2FC89}"/>
            </ac:spMkLst>
          </pc:spChg>
          <pc:spChg chg="mod">
            <ac:chgData name="Emma Milne" userId="4a39f72de45081c2" providerId="LiveId" clId="{B1B7696F-6DDD-0F43-B1CC-16E80BD1546F}" dt="2024-09-24T11:46:39.168" v="76" actId="403"/>
            <ac:spMkLst>
              <pc:docMk/>
              <pc:sldMasterMk cId="713788537" sldId="2147483648"/>
              <pc:sldLayoutMk cId="354770624" sldId="2147483660"/>
              <ac:spMk id="12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1:46:45.049" v="81" actId="403"/>
            <ac:spMkLst>
              <pc:docMk/>
              <pc:sldMasterMk cId="713788537" sldId="2147483648"/>
              <pc:sldLayoutMk cId="354770624" sldId="2147483660"/>
              <ac:spMk id="14" creationId="{00000000-0000-0000-0000-000000000000}"/>
            </ac:spMkLst>
          </pc:spChg>
          <pc:spChg chg="mod">
            <ac:chgData name="Emma Milne" userId="4a39f72de45081c2" providerId="LiveId" clId="{B1B7696F-6DDD-0F43-B1CC-16E80BD1546F}" dt="2024-09-24T11:46:52" v="85" actId="403"/>
            <ac:spMkLst>
              <pc:docMk/>
              <pc:sldMasterMk cId="713788537" sldId="2147483648"/>
              <pc:sldLayoutMk cId="354770624" sldId="2147483660"/>
              <ac:spMk id="15" creationId="{00000000-0000-0000-0000-000000000000}"/>
            </ac:spMkLst>
          </pc:spChg>
          <pc:picChg chg="add mod">
            <ac:chgData name="Emma Milne" userId="4a39f72de45081c2" providerId="LiveId" clId="{B1B7696F-6DDD-0F43-B1CC-16E80BD1546F}" dt="2024-09-24T11:45:10.596" v="47"/>
            <ac:picMkLst>
              <pc:docMk/>
              <pc:sldMasterMk cId="713788537" sldId="2147483648"/>
              <pc:sldLayoutMk cId="354770624" sldId="2147483660"/>
              <ac:picMk id="3" creationId="{DE447622-2BCC-BD28-3DE6-63C6E9F5494A}"/>
            </ac:picMkLst>
          </pc:picChg>
          <pc:picChg chg="del">
            <ac:chgData name="Emma Milne" userId="4a39f72de45081c2" providerId="LiveId" clId="{B1B7696F-6DDD-0F43-B1CC-16E80BD1546F}" dt="2024-09-24T11:45:09.625" v="46" actId="478"/>
            <ac:picMkLst>
              <pc:docMk/>
              <pc:sldMasterMk cId="713788537" sldId="2147483648"/>
              <pc:sldLayoutMk cId="354770624" sldId="2147483660"/>
              <ac:picMk id="7" creationId="{00000000-0000-0000-0000-000000000000}"/>
            </ac:picMkLst>
          </pc:picChg>
        </pc:sldLayoutChg>
      </pc:sldMasterChg>
      <pc:sldMasterChg chg="new del mod addSldLayout delSldLayout">
        <pc:chgData name="Emma Milne" userId="4a39f72de45081c2" providerId="LiveId" clId="{B1B7696F-6DDD-0F43-B1CC-16E80BD1546F}" dt="2024-09-24T11:48:04.527" v="97" actId="6938"/>
        <pc:sldMasterMkLst>
          <pc:docMk/>
          <pc:sldMasterMk cId="322994807" sldId="2147483661"/>
        </pc:sldMasterMkLst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458390779" sldId="2147483662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4173326541" sldId="2147483663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2728670214" sldId="2147483664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359815922" sldId="2147483665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3101934831" sldId="2147483666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3212202710" sldId="2147483667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2992393306" sldId="2147483668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81548688" sldId="2147483669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4113382547" sldId="2147483670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1831355259" sldId="2147483671"/>
          </pc:sldLayoutMkLst>
        </pc:sldLayoutChg>
        <pc:sldLayoutChg chg="new del replId">
          <pc:chgData name="Emma Milne" userId="4a39f72de45081c2" providerId="LiveId" clId="{B1B7696F-6DDD-0F43-B1CC-16E80BD1546F}" dt="2024-09-24T11:48:04.527" v="97" actId="6938"/>
          <pc:sldLayoutMkLst>
            <pc:docMk/>
            <pc:sldMasterMk cId="322994807" sldId="2147483661"/>
            <pc:sldLayoutMk cId="2735466854" sldId="214748367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ACD56-CA7D-3A42-9B42-9FD56464B91C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8D3B8-2EC2-4F46-B8AF-ABD68D921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774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F5BEC502-5565-F0E1-3C95-602230A5A0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3F83FA74-DE85-8271-7C1E-9386351D7E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19A59A8-15C2-09E7-24D4-1C1E20BB9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7163384-453E-DB67-EBB2-242AC18CC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23B3A82C-430A-088C-3A30-BDF0AE6758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0AC9268-4297-7709-ABB4-ED539B193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F41C18-6F8D-982E-7344-7BEADBE7F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4" name="Picture 3" descr="A logo with text on it&#10;&#10;Description automatically generated">
            <a:extLst>
              <a:ext uri="{FF2B5EF4-FFF2-40B4-BE49-F238E27FC236}">
                <a16:creationId xmlns:a16="http://schemas.microsoft.com/office/drawing/2014/main" id="{2DC25D9F-7D13-98A6-558A-EA5ECCD56F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E539EC0-AD59-684D-E1D4-504CA6FAC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E9DB416-5463-07A6-2B43-B3734665E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pic>
        <p:nvPicPr>
          <p:cNvPr id="5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0C0E696D-949B-4D00-8723-391FD806DE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55712" cy="10169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FD7B1E3-CA8E-AD39-8755-93CE0B128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B23C0AC-0EC8-7F09-7B0D-9C7B5FA59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3321422" cy="106313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552" y="206711"/>
            <a:ext cx="7902388" cy="61703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8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621553" y="956731"/>
            <a:ext cx="7902388" cy="367154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spcBef>
                <a:spcPts val="800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20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20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Picture 2" descr="A logo with text on it&#10;&#10;Description automatically generated">
            <a:extLst>
              <a:ext uri="{FF2B5EF4-FFF2-40B4-BE49-F238E27FC236}">
                <a16:creationId xmlns:a16="http://schemas.microsoft.com/office/drawing/2014/main" id="{73DFC01F-CFF2-0DDA-B477-1BCE3C32C0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1553" y="956732"/>
            <a:ext cx="3807190" cy="367153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spcBef>
                <a:spcPts val="800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20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20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 hasCustomPrompt="1"/>
          </p:nvPr>
        </p:nvSpPr>
        <p:spPr>
          <a:xfrm>
            <a:off x="4716751" y="956731"/>
            <a:ext cx="3807190" cy="367153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spcBef>
                <a:spcPts val="800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20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20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Picture 3" descr="A logo with text on it&#10;&#10;Description automatically generated">
            <a:extLst>
              <a:ext uri="{FF2B5EF4-FFF2-40B4-BE49-F238E27FC236}">
                <a16:creationId xmlns:a16="http://schemas.microsoft.com/office/drawing/2014/main" id="{A8645453-13D3-880F-0905-60CAF88647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0692A5F-90A0-00FC-AEBE-06A194FAB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52" y="206711"/>
            <a:ext cx="7902388" cy="61703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8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1553" y="921833"/>
            <a:ext cx="2435053" cy="3706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4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400"/>
              </a:spcBef>
              <a:buFont typeface="Lucida Grande"/>
              <a:buChar char="–"/>
              <a:defRPr sz="18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3355221" y="921833"/>
            <a:ext cx="2435053" cy="3706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4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400"/>
              </a:spcBef>
              <a:buFont typeface="Lucida Grande"/>
              <a:buChar char="–"/>
              <a:defRPr sz="18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6088888" y="921833"/>
            <a:ext cx="2435053" cy="3706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4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400"/>
              </a:spcBef>
              <a:buFont typeface="Lucida Grande"/>
              <a:buChar char="–"/>
              <a:defRPr sz="18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Picture 2" descr="A logo with text on it&#10;&#10;Description automatically generated">
            <a:extLst>
              <a:ext uri="{FF2B5EF4-FFF2-40B4-BE49-F238E27FC236}">
                <a16:creationId xmlns:a16="http://schemas.microsoft.com/office/drawing/2014/main" id="{DE447622-2BCC-BD28-3DE6-63C6E9F54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E003AAB-4C59-BE99-437B-40936FE2F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53" y="193288"/>
            <a:ext cx="7902388" cy="61703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8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133494" y="1224708"/>
            <a:ext cx="5168900" cy="29146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54145A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1000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54145A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1000"/>
              </a:spcBef>
              <a:buFont typeface="Lucida Grande"/>
              <a:buChar char="–"/>
              <a:defRPr sz="24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2" name="Picture 1" descr="A logo with text on it&#10;&#10;Description automatically generated">
            <a:extLst>
              <a:ext uri="{FF2B5EF4-FFF2-40B4-BE49-F238E27FC236}">
                <a16:creationId xmlns:a16="http://schemas.microsoft.com/office/drawing/2014/main" id="{4F352945-9AE0-8E4E-F4BB-6173CDC2D3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353" y="4628272"/>
            <a:ext cx="91440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</p:sldLayoutIdLst>
  <p:txStyles>
    <p:titleStyle>
      <a:lvl1pPr algn="l" defTabSz="457200" rtl="0" eaLnBrk="1" latinLnBrk="0" hangingPunct="1">
        <a:spcBef>
          <a:spcPct val="0"/>
        </a:spcBef>
        <a:buNone/>
        <a:defRPr lang="en-US" sz="2800" b="1" kern="1200" dirty="0">
          <a:solidFill>
            <a:srgbClr val="54145A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54135A"/>
        </a:buClr>
        <a:buFont typeface="Arial"/>
        <a:buChar char="»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754" y="2571749"/>
            <a:ext cx="4446814" cy="2384812"/>
          </a:xfrm>
        </p:spPr>
        <p:txBody>
          <a:bodyPr/>
          <a:lstStyle/>
          <a:p>
            <a:r>
              <a:rPr lang="en-US" dirty="0"/>
              <a:t>Dr Andrew Beetham</a:t>
            </a:r>
          </a:p>
          <a:p>
            <a:r>
              <a:rPr lang="en-US" dirty="0"/>
              <a:t>andrew.beetham@durham.ac.uk</a:t>
            </a:r>
          </a:p>
          <a:p>
            <a:endParaRPr lang="en-US" dirty="0"/>
          </a:p>
          <a:p>
            <a:r>
              <a:rPr lang="en-US" dirty="0"/>
              <a:t>Academic Support &amp; Feedback Hours: Thursday 11.00-13.00</a:t>
            </a:r>
          </a:p>
          <a:p>
            <a:r>
              <a:rPr lang="en-US" dirty="0"/>
              <a:t>PCL 181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606C88-2B97-820A-B558-EAFB98C80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pPr algn="ctr"/>
            <a:r>
              <a:rPr lang="en-US" dirty="0"/>
              <a:t>Homicide 2 – Voluntary Manslaughter</a:t>
            </a:r>
          </a:p>
        </p:txBody>
      </p:sp>
    </p:spTree>
    <p:extLst>
      <p:ext uri="{BB962C8B-B14F-4D97-AF65-F5344CB8AC3E}">
        <p14:creationId xmlns:p14="http://schemas.microsoft.com/office/powerpoint/2010/main" val="3433382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207C-8C0D-4108-7CD4-241A12570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52" y="206710"/>
            <a:ext cx="7902388" cy="861513"/>
          </a:xfrm>
        </p:spPr>
        <p:txBody>
          <a:bodyPr/>
          <a:lstStyle/>
          <a:p>
            <a:r>
              <a:rPr lang="en-GB" dirty="0"/>
              <a:t>By the end of this lecture, you should be able to: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5541-0F83-A06E-23A9-6756D65750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1552" y="1264778"/>
            <a:ext cx="7964887" cy="336349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Explain the meaning of voluntary manslaughter</a:t>
            </a:r>
          </a:p>
          <a:p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Explain the defences that reduce murder to voluntary manslaughter</a:t>
            </a:r>
          </a:p>
          <a:p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Apply the elements of the partial defences to a situation to determine if it would be successful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5747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807B-1C0C-ABB6-21BE-3BEA7F8F2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922CB-79E9-C5E3-4AF2-D34C70EDD87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Murder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AR: unlawfully causing death</a:t>
            </a:r>
          </a:p>
          <a:p>
            <a:pPr algn="just"/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MR: intention to kill or cause GBH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But what if one of these elements is missing?</a:t>
            </a:r>
          </a:p>
        </p:txBody>
      </p:sp>
    </p:spTree>
    <p:extLst>
      <p:ext uri="{BB962C8B-B14F-4D97-AF65-F5344CB8AC3E}">
        <p14:creationId xmlns:p14="http://schemas.microsoft.com/office/powerpoint/2010/main" val="3802769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EED79-4B41-BA6C-E8B9-5F9E9488B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Manslaughter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5EC06-A901-9C91-4C9B-FECE39ADEA7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Common law offence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Can be committed in various ways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Two categories: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Voluntary: D has AR and MR for murder, but has partial defence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Involuntary: D has AR for murder, but not MR for murder</a:t>
            </a:r>
          </a:p>
        </p:txBody>
      </p:sp>
    </p:spTree>
    <p:extLst>
      <p:ext uri="{BB962C8B-B14F-4D97-AF65-F5344CB8AC3E}">
        <p14:creationId xmlns:p14="http://schemas.microsoft.com/office/powerpoint/2010/main" val="476736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30E4-513D-479B-C7AD-59F119BA3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Voluntary Manslaughter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4957B-B526-2F6A-41FC-3934CA152D5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D has AR for murder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D has MR for murder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algn="just"/>
            <a:r>
              <a:rPr lang="en-GB" dirty="0"/>
              <a:t>But…</a:t>
            </a:r>
          </a:p>
          <a:p>
            <a:pPr algn="just"/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D has a partial defence</a:t>
            </a:r>
          </a:p>
        </p:txBody>
      </p:sp>
    </p:spTree>
    <p:extLst>
      <p:ext uri="{BB962C8B-B14F-4D97-AF65-F5344CB8AC3E}">
        <p14:creationId xmlns:p14="http://schemas.microsoft.com/office/powerpoint/2010/main" val="1072434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13245-C57B-1993-4C4C-C6AE8BC0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Partial Defences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1747E-1E1D-D6A6-BB72-F92E7EF2A0D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dirty="0"/>
              <a:t>Partial defences:</a:t>
            </a:r>
          </a:p>
          <a:p>
            <a:pPr marL="745200" lvl="1" indent="-457200" algn="just">
              <a:buFont typeface="Arial" panose="020B0604020202020204" pitchFamily="34" charset="0"/>
              <a:buChar char="•"/>
            </a:pPr>
            <a:r>
              <a:rPr lang="en-GB" sz="1800" dirty="0"/>
              <a:t>Loss of control</a:t>
            </a:r>
          </a:p>
          <a:p>
            <a:pPr marL="745200" lvl="1" indent="-457200" algn="just">
              <a:buFont typeface="Arial" panose="020B0604020202020204" pitchFamily="34" charset="0"/>
              <a:buChar char="•"/>
            </a:pPr>
            <a:r>
              <a:rPr lang="en-GB" dirty="0"/>
              <a:t>Diminished responsibility</a:t>
            </a:r>
          </a:p>
          <a:p>
            <a:pPr marL="745200" lvl="1" indent="-457200" algn="just">
              <a:buFont typeface="Arial" panose="020B0604020202020204" pitchFamily="34" charset="0"/>
              <a:buChar char="•"/>
            </a:pPr>
            <a:r>
              <a:rPr lang="en-GB" dirty="0"/>
              <a:t>Suicide pact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Basis for the defences is that it </a:t>
            </a:r>
            <a:r>
              <a:rPr lang="en-GB" i="1" dirty="0"/>
              <a:t>lowers </a:t>
            </a:r>
            <a:r>
              <a:rPr lang="en-GB" dirty="0"/>
              <a:t>D’s level of culpability, rather than </a:t>
            </a:r>
            <a:r>
              <a:rPr lang="en-GB" i="1" dirty="0"/>
              <a:t>excuses </a:t>
            </a:r>
            <a:r>
              <a:rPr lang="en-GB" dirty="0"/>
              <a:t>D altogether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Murder </a:t>
            </a:r>
            <a:r>
              <a:rPr lang="en-GB" dirty="0">
                <a:sym typeface="Wingdings" panose="05000000000000000000" pitchFamily="2" charset="2"/>
              </a:rPr>
              <a:t> Manslaughter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146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F57AD-2A98-D119-801F-76C1C66903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Loss of Control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13B11-0B02-7DA3-2DC4-DFC1441172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330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28EAB-0484-11BE-D59F-1B9CAB2C6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Old Law of Provocation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A7E16-2200-C9A8-3ACF-9A2AE7E2886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Common law defence of provocation, centred upon sexual jealousy / possession (</a:t>
            </a:r>
            <a:r>
              <a:rPr lang="en-GB" sz="2200" b="1" dirty="0" err="1"/>
              <a:t>Mawgridge</a:t>
            </a:r>
            <a:r>
              <a:rPr lang="en-GB" sz="2200" b="1" dirty="0"/>
              <a:t> (1707) Kel 119)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1" dirty="0"/>
              <a:t>Homicide Act 1957, s. 3: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Things said or done had provoked them;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They had suffered from a sudden and temporary loss of self-control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sz="1800" dirty="0"/>
              <a:t>The reasonable would have responded in the same way as they did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1" dirty="0"/>
              <a:t>Ahluwalia [1992] 4 All ER 889</a:t>
            </a:r>
          </a:p>
        </p:txBody>
      </p:sp>
    </p:spTree>
    <p:extLst>
      <p:ext uri="{BB962C8B-B14F-4D97-AF65-F5344CB8AC3E}">
        <p14:creationId xmlns:p14="http://schemas.microsoft.com/office/powerpoint/2010/main" val="2708704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DDF0-6691-EE4D-8A59-A261800FB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Problems with Provocation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3A3C7-4A18-AF1B-C2EB-043E38178DB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Sudden and temporary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Who is reasonable man, what characteristics shared?</a:t>
            </a:r>
          </a:p>
          <a:p>
            <a:pPr algn="just"/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Gender bias: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More easily used by men who killed their partners in a rage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Less easy for women who had killed abusive partners out of fear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The fear of attack or what someone may do next</a:t>
            </a:r>
          </a:p>
        </p:txBody>
      </p:sp>
    </p:spTree>
    <p:extLst>
      <p:ext uri="{BB962C8B-B14F-4D97-AF65-F5344CB8AC3E}">
        <p14:creationId xmlns:p14="http://schemas.microsoft.com/office/powerpoint/2010/main" val="2673204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ABE6-DA8E-FAAB-52DD-D58C889D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Coroners &amp; Justice Act 2009, ss. 54-56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D8C20-AB2B-8C2E-34B9-B3F1C6D3933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Section 56: abolished the common law defence of provocation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Section 54(1):</a:t>
            </a:r>
          </a:p>
          <a:p>
            <a:pPr marL="745200" lvl="1" indent="-457200" algn="just">
              <a:buFont typeface="+mj-lt"/>
              <a:buAutoNum type="alphaLcParenR"/>
            </a:pPr>
            <a:r>
              <a:rPr lang="en-GB" dirty="0"/>
              <a:t>D must have lost self-control</a:t>
            </a:r>
          </a:p>
          <a:p>
            <a:pPr marL="745200" lvl="1" indent="-457200" algn="just">
              <a:buFont typeface="+mj-lt"/>
              <a:buAutoNum type="alphaLcParenR"/>
            </a:pPr>
            <a:r>
              <a:rPr lang="en-GB" dirty="0"/>
              <a:t>Must be a qualifying trigger</a:t>
            </a:r>
          </a:p>
          <a:p>
            <a:pPr marL="745200" lvl="1" indent="-457200" algn="just">
              <a:buFont typeface="+mj-lt"/>
              <a:buAutoNum type="alphaLcParenR"/>
            </a:pPr>
            <a:r>
              <a:rPr lang="en-GB" dirty="0"/>
              <a:t>Person of normal tolerance and self-restraint might have reacted similarly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0947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FEF58-86D6-2E80-FC9D-805690D66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Establishing Loss of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CDC9A-FC35-36E5-585E-D9DC44557B9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Judge must be satisfied there is sufficient evidence that a reasonable jury properly directed may find every one of the elements satisfied (s. 54(6))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If insufficient evidence, the defence must not be left to the jury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Burden of proof is on the Crown to disprove</a:t>
            </a:r>
          </a:p>
        </p:txBody>
      </p:sp>
    </p:spTree>
    <p:extLst>
      <p:ext uri="{BB962C8B-B14F-4D97-AF65-F5344CB8AC3E}">
        <p14:creationId xmlns:p14="http://schemas.microsoft.com/office/powerpoint/2010/main" val="4058599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C395C-2BD9-F48F-639A-371807E5F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5E241-56B8-763F-5F00-D77353C34B6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Section 54(4): “considered desire for revenge”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Even if a qualifying trigger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Defence relates to killing in the heat of the moment and not premeditated killing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2451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2A226-42AA-D8E8-792E-0B2031794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Section 54(1)(a): D must have lost self-control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BFFF0-2D27-E00F-C573-E5A94201F8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D’s conduct (which caused V’s death) must have resulted from a lack of self-control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Subjective: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Did the D lose self-control?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Not relevant (for this element) whether a reasonable person in D’s position would have lost self-control</a:t>
            </a:r>
          </a:p>
        </p:txBody>
      </p:sp>
    </p:spTree>
    <p:extLst>
      <p:ext uri="{BB962C8B-B14F-4D97-AF65-F5344CB8AC3E}">
        <p14:creationId xmlns:p14="http://schemas.microsoft.com/office/powerpoint/2010/main" val="3309619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FE945-A1FF-E457-B970-884080EE5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61EFE-B536-892A-722C-6C26526D8C7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High threshold: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Need not be sudden (s. 54(2); </a:t>
            </a:r>
            <a:r>
              <a:rPr lang="en-GB" b="1" dirty="0"/>
              <a:t>Dawes [2013] EWCA Crim 322</a:t>
            </a:r>
            <a:r>
              <a:rPr lang="en-GB" dirty="0"/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Longer the delay the harder to prove loss of self-control and more likely assumed to be planned or revenge (</a:t>
            </a:r>
            <a:r>
              <a:rPr lang="en-GB" b="1" dirty="0"/>
              <a:t>Jewell [2014] EWCA Crim 414</a:t>
            </a:r>
            <a:r>
              <a:rPr lang="en-GB" dirty="0"/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Not the same as panic or fear (</a:t>
            </a:r>
            <a:r>
              <a:rPr lang="en-GB" b="1" dirty="0"/>
              <a:t>Martin [2017] EWCA Crim 1359</a:t>
            </a:r>
            <a:r>
              <a:rPr lang="en-GB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2808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DAF9-E565-72ED-8EF8-DCE67FC7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Section 54(1)(b): Must be a qualifying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A9982-2182-AE5C-CFBB-6953187A7AA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Qualifying triggers: s. 55(3)-(5)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Section 55(3) – fear trigger: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Fear of serious violence from V against D or another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Section 55(4) – anger trigger: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Thing done/said which: (a) constituted circumstances of an extremely grave character, and (b) caused D to have a justifiable sense of being seriously wronged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Section 55(5) – combination of (3) &amp; (4)</a:t>
            </a:r>
          </a:p>
        </p:txBody>
      </p:sp>
    </p:spTree>
    <p:extLst>
      <p:ext uri="{BB962C8B-B14F-4D97-AF65-F5344CB8AC3E}">
        <p14:creationId xmlns:p14="http://schemas.microsoft.com/office/powerpoint/2010/main" val="2123074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762E8-1E06-C601-067F-873F11EDB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Section 55(3) – Fear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F6D64-B229-8775-4402-04A9E0E50A7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Fear of serious violence from V against D or another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Subjective requirement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Genuine fear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Fear of serious violence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Need not be based upon a correct assessment of facts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D’s fear need not be reasonable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Caused by D (s. 55(6)(a))</a:t>
            </a:r>
          </a:p>
        </p:txBody>
      </p:sp>
    </p:spTree>
    <p:extLst>
      <p:ext uri="{BB962C8B-B14F-4D97-AF65-F5344CB8AC3E}">
        <p14:creationId xmlns:p14="http://schemas.microsoft.com/office/powerpoint/2010/main" val="2677355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A99C4-9B14-E39E-AC21-AEAE13504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Section 55(4) – Anger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B467F-7967-A4C4-EBB9-9F6ACF7C179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Thing done/said which: (a) constituted circumstances of an extremely grave character, and (b) caused D to have a justifiable sense of being seriously wronged</a:t>
            </a:r>
          </a:p>
          <a:p>
            <a:pPr algn="just"/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b="1" dirty="0"/>
              <a:t>Clinton [2013] QB 1</a:t>
            </a:r>
            <a:r>
              <a:rPr lang="en-GB" sz="2200" dirty="0"/>
              <a:t>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Subjective: D must feel seriously wronged (s. 55(4)(b))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Objective: feeling must be objectively justifiable and objectively grave (s. 55(4)(a))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Exclusions (s. 55(6)(b) &amp; (c))</a:t>
            </a:r>
          </a:p>
        </p:txBody>
      </p:sp>
    </p:spTree>
    <p:extLst>
      <p:ext uri="{BB962C8B-B14F-4D97-AF65-F5344CB8AC3E}">
        <p14:creationId xmlns:p14="http://schemas.microsoft.com/office/powerpoint/2010/main" val="3592068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4FD2-6A94-262A-5206-AA7DFE8E2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dirty="0"/>
              <a:t>Section 54(1)(c): Person of normal tolerance and self-restraint might have reacted similarly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1905-E112-A448-5BD4-59E6B2DF7B3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1E1E1E"/>
                </a:solidFill>
                <a:latin typeface="arial" panose="020B0604020202020204" pitchFamily="34" charset="0"/>
              </a:rPr>
              <a:t>A </a:t>
            </a:r>
            <a:r>
              <a:rPr lang="en-GB" sz="20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</a:rPr>
              <a:t>person of D’s sex and age, with a normal degree of tolerance and self-restraint and in the circumstances of D, might have reacted in the same or in a similar way to 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>
              <a:solidFill>
                <a:srgbClr val="1E1E1E"/>
              </a:solidFill>
              <a:latin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1E1E1E"/>
                </a:solidFill>
                <a:latin typeface="arial" panose="020B0604020202020204" pitchFamily="34" charset="0"/>
              </a:rPr>
              <a:t>Objectively understandable: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E1E1E"/>
                </a:solidFill>
                <a:latin typeface="arial" panose="020B0604020202020204" pitchFamily="34" charset="0"/>
              </a:rPr>
              <a:t>Not simply that D had good reason for losing self-control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E1E1E"/>
                </a:solidFill>
                <a:latin typeface="arial" panose="020B0604020202020204" pitchFamily="34" charset="0"/>
              </a:rPr>
              <a:t>Anybody might have reacted as D did in same circumstances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1E1E1E"/>
              </a:solidFill>
              <a:latin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1E1E1E"/>
                </a:solidFill>
                <a:latin typeface="arial" panose="020B0604020202020204" pitchFamily="34" charset="0"/>
              </a:rPr>
              <a:t>Necessary to show that offence was, partially, not a reflection of an evil character</a:t>
            </a:r>
          </a:p>
          <a:p>
            <a:pPr algn="just"/>
            <a:endParaRPr lang="en-GB" sz="220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46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6810-CFC0-E464-6692-94EC18E8B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65E37-4B1F-63A5-2F3A-33F94B84D42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1E1E1E"/>
                </a:solidFill>
                <a:latin typeface="arial" panose="020B0604020202020204" pitchFamily="34" charset="0"/>
              </a:rPr>
              <a:t>Only relevant circumstances (s. 54(3):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E1E1E"/>
                </a:solidFill>
                <a:latin typeface="arial" panose="020B0604020202020204" pitchFamily="34" charset="0"/>
              </a:rPr>
              <a:t>Mental condition not relevant to objective limb of defence (</a:t>
            </a:r>
            <a:r>
              <a:rPr lang="en-GB" b="1" dirty="0" err="1">
                <a:solidFill>
                  <a:srgbClr val="1E1E1E"/>
                </a:solidFill>
                <a:latin typeface="arial" panose="020B0604020202020204" pitchFamily="34" charset="0"/>
              </a:rPr>
              <a:t>Rejmanski</a:t>
            </a:r>
            <a:r>
              <a:rPr lang="en-GB" b="1" dirty="0">
                <a:solidFill>
                  <a:srgbClr val="1E1E1E"/>
                </a:solidFill>
                <a:latin typeface="arial" panose="020B0604020202020204" pitchFamily="34" charset="0"/>
              </a:rPr>
              <a:t> [2017] EWCA Crim 2061</a:t>
            </a:r>
            <a:r>
              <a:rPr lang="en-GB" dirty="0">
                <a:solidFill>
                  <a:srgbClr val="1E1E1E"/>
                </a:solidFill>
                <a:latin typeface="arial" panose="020B0604020202020204" pitchFamily="34" charset="0"/>
              </a:rPr>
              <a:t>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E1E1E"/>
                </a:solidFill>
                <a:latin typeface="arial" panose="020B0604020202020204" pitchFamily="34" charset="0"/>
              </a:rPr>
              <a:t>Voluntary intoxication only relevant to general capacity of self-control (</a:t>
            </a:r>
            <a:r>
              <a:rPr lang="en-GB" b="1" dirty="0" err="1">
                <a:solidFill>
                  <a:srgbClr val="1E1E1E"/>
                </a:solidFill>
                <a:latin typeface="arial" panose="020B0604020202020204" pitchFamily="34" charset="0"/>
              </a:rPr>
              <a:t>Asmelash</a:t>
            </a:r>
            <a:r>
              <a:rPr lang="en-GB" b="1" dirty="0">
                <a:solidFill>
                  <a:srgbClr val="1E1E1E"/>
                </a:solidFill>
                <a:latin typeface="arial" panose="020B0604020202020204" pitchFamily="34" charset="0"/>
              </a:rPr>
              <a:t> [2013] EWCA Crim 157</a:t>
            </a:r>
            <a:r>
              <a:rPr lang="en-GB" dirty="0">
                <a:solidFill>
                  <a:srgbClr val="1E1E1E"/>
                </a:solidFill>
                <a:latin typeface="arial" panose="020B0604020202020204" pitchFamily="34" charset="0"/>
              </a:rPr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9246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FD53A-655D-6E2B-A25B-765257875C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Diminished Responsibility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E73AA-6133-C5BF-E778-DCFF10BFC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6602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52391-052F-3153-94F7-D164B7D56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Difference to Loss of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E550A-AE08-18FC-1F22-120C54491BF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LoC: normal person might have acted in same way as 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DR: D should not be held to standards of “normal” person because of medical condition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Medical condition </a:t>
            </a:r>
            <a:r>
              <a:rPr lang="en-GB" sz="2200" i="1" dirty="0"/>
              <a:t>substantially </a:t>
            </a:r>
            <a:r>
              <a:rPr lang="en-GB" sz="2200" dirty="0"/>
              <a:t>impairs their abilities (if </a:t>
            </a:r>
            <a:r>
              <a:rPr lang="en-GB" sz="2200" i="1" dirty="0"/>
              <a:t>completely </a:t>
            </a:r>
            <a:r>
              <a:rPr lang="en-GB" sz="2200" dirty="0"/>
              <a:t>undermines then insanity)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DR: burden of proof upon D to prove</a:t>
            </a:r>
          </a:p>
        </p:txBody>
      </p:sp>
    </p:spTree>
    <p:extLst>
      <p:ext uri="{BB962C8B-B14F-4D97-AF65-F5344CB8AC3E}">
        <p14:creationId xmlns:p14="http://schemas.microsoft.com/office/powerpoint/2010/main" val="73832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16B82-C0E7-92E6-15AE-0B6DB958E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dirty="0"/>
              <a:t>Diminished Responsibility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F8B6B-769C-1FBC-A93B-705A2E3BCBD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Homicide Act 1957, s. 2: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D must have an abnormality of mental functioning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Abnormality must have arisen from a recognised medical condition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Abnormality must have substantially impaired D’s ability to:</a:t>
            </a:r>
          </a:p>
          <a:p>
            <a:pPr marL="918900" lvl="2" indent="-342900" algn="just">
              <a:buFont typeface="Arial" panose="020B0604020202020204" pitchFamily="34" charset="0"/>
              <a:buChar char="•"/>
            </a:pPr>
            <a:r>
              <a:rPr lang="en-GB" dirty="0"/>
              <a:t>Understand the nature of D’s conduct</a:t>
            </a:r>
          </a:p>
          <a:p>
            <a:pPr marL="918900" lvl="2" indent="-342900" algn="just">
              <a:buFont typeface="Arial" panose="020B0604020202020204" pitchFamily="34" charset="0"/>
              <a:buChar char="•"/>
            </a:pPr>
            <a:r>
              <a:rPr lang="en-GB" dirty="0"/>
              <a:t>To form a rational judgment</a:t>
            </a:r>
          </a:p>
          <a:p>
            <a:pPr marL="918900" lvl="2" indent="-342900" algn="just">
              <a:buFont typeface="Arial" panose="020B0604020202020204" pitchFamily="34" charset="0"/>
              <a:buChar char="•"/>
            </a:pPr>
            <a:r>
              <a:rPr lang="en-GB" dirty="0"/>
              <a:t>Exercise self-control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The abnormality must provide an explanation of the killing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9182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A4CB-8716-F7E4-1F94-DC3668E9A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dirty="0"/>
              <a:t>Element 1: D must have an abnormality of mental functioning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7DF88-EAB6-34E0-41FD-0E4159EA2D4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“Abnormality of mental functioning” not defined and vague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Requires link between medical condition and it having some impact on mind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Reliance upon expert evidence to: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Explain the abnormality of mental functioning to the jury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How far D’s mental function deviates from the norm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Express an opinion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2111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58F78-DCD7-942F-FCB2-55C57784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Element 2: Abnormality must have arisen from a recognised medical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077CC-A0AC-8D5C-0A17-01114BEA114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Condition: physical, psychological, or psychiatric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Question for court as to whether “recognised” and physical less likely to satisfy other elements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Guidance: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WHO classification of diseases (ICD 10)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AMA diagnostic and statistical manual (DSM)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A reliable body of expert evidence</a:t>
            </a:r>
          </a:p>
        </p:txBody>
      </p:sp>
    </p:spTree>
    <p:extLst>
      <p:ext uri="{BB962C8B-B14F-4D97-AF65-F5344CB8AC3E}">
        <p14:creationId xmlns:p14="http://schemas.microsoft.com/office/powerpoint/2010/main" val="1748930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021A4-480E-B2EF-49E4-295575D50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dirty="0"/>
              <a:t>Element 3: Abnormality must have substantially impaired D’s 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C6A1D-0109-B640-0E18-5BE53C897D5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Substantially impaired D’s ability to:</a:t>
            </a:r>
          </a:p>
          <a:p>
            <a:pPr marL="918900" lvl="2" indent="-342900" algn="just">
              <a:buFont typeface="Arial" panose="020B0604020202020204" pitchFamily="34" charset="0"/>
              <a:buChar char="•"/>
            </a:pPr>
            <a:r>
              <a:rPr lang="en-GB" dirty="0"/>
              <a:t>Understand the nature of D’s conduct</a:t>
            </a:r>
          </a:p>
          <a:p>
            <a:pPr marL="918900" lvl="2" indent="-342900" algn="just">
              <a:buFont typeface="Arial" panose="020B0604020202020204" pitchFamily="34" charset="0"/>
              <a:buChar char="•"/>
            </a:pPr>
            <a:r>
              <a:rPr lang="en-GB" dirty="0"/>
              <a:t>To form a rational judgment</a:t>
            </a:r>
          </a:p>
          <a:p>
            <a:pPr marL="918900" lvl="2" indent="-342900" algn="just">
              <a:buFont typeface="Arial" panose="020B0604020202020204" pitchFamily="34" charset="0"/>
              <a:buChar char="•"/>
            </a:pPr>
            <a:r>
              <a:rPr lang="en-GB" dirty="0"/>
              <a:t>Exercise self-control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“Substantial” (</a:t>
            </a:r>
            <a:r>
              <a:rPr lang="en-GB" sz="2200" b="1" dirty="0"/>
              <a:t>Golds [2016] UKSC 61</a:t>
            </a:r>
            <a:r>
              <a:rPr lang="en-GB" sz="2200" dirty="0"/>
              <a:t>):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“Weighty”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“Important”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“Significant”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“Less than total and more than trivial” (</a:t>
            </a:r>
            <a:r>
              <a:rPr lang="en-GB" b="1" dirty="0"/>
              <a:t>Squelch [2017] EWCA Crim 204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59420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0092-1BB8-F85A-51E0-146A2928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dirty="0"/>
              <a:t>Element 4: The abnormality must provide an explanation of the killing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3E3CC-142C-F50C-42AB-6C50CDECEB3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Causal connection between abnormality and killing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Need not be the sole cause (</a:t>
            </a:r>
            <a:r>
              <a:rPr lang="en-GB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Dietschmann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 [2003] 1 AC 1209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Section 2(1B): </a:t>
            </a:r>
            <a:r>
              <a:rPr lang="en-GB" sz="22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causes, or is a significant contributory factor in causing, D to carry out that conduct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200" dirty="0">
              <a:solidFill>
                <a:srgbClr val="1E1E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1E1E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difference?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273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6B751-4DF3-0198-98D6-5CA0EA88FB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Suicide 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A065A-8284-CFC9-359E-15C9D17EF6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468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A5781-F5A7-8EC5-C9D4-D8BC00A1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Suicide 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55E5A-5307-0089-C7CC-177FF02B906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Homicide Act 1957, s. 4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Elements (s. 4(3)):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D must have agreed with V that they would die together</a:t>
            </a:r>
          </a:p>
          <a:p>
            <a:pPr marL="630900" lvl="1" indent="-342900" algn="just">
              <a:buFont typeface="Arial" panose="020B0604020202020204" pitchFamily="34" charset="0"/>
              <a:buChar char="•"/>
            </a:pPr>
            <a:r>
              <a:rPr lang="en-GB" dirty="0"/>
              <a:t>D must have intended, at point of killing V, to die in line with agreement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/>
              <a:t>Burden of proof upon D to prove</a:t>
            </a:r>
          </a:p>
        </p:txBody>
      </p:sp>
    </p:spTree>
    <p:extLst>
      <p:ext uri="{BB962C8B-B14F-4D97-AF65-F5344CB8AC3E}">
        <p14:creationId xmlns:p14="http://schemas.microsoft.com/office/powerpoint/2010/main" val="3427255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D0C2-C5E2-72CE-BE54-2D4469F2B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week…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E3E6F-A81E-17E3-2227-538D6FD7D61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algn="ctr"/>
            <a:r>
              <a:rPr lang="en-GB" dirty="0"/>
              <a:t>Homicide 3 – Involuntary Manslaughter</a:t>
            </a:r>
          </a:p>
        </p:txBody>
      </p:sp>
    </p:spTree>
    <p:extLst>
      <p:ext uri="{BB962C8B-B14F-4D97-AF65-F5344CB8AC3E}">
        <p14:creationId xmlns:p14="http://schemas.microsoft.com/office/powerpoint/2010/main" val="57515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CE951B1D604F47AD4EB98F3F9810DA" ma:contentTypeVersion="27" ma:contentTypeDescription="Create a new document." ma:contentTypeScope="" ma:versionID="c86e2fcf5a2629d4de2018db3c3a5d05">
  <xsd:schema xmlns:xsd="http://www.w3.org/2001/XMLSchema" xmlns:xs="http://www.w3.org/2001/XMLSchema" xmlns:p="http://schemas.microsoft.com/office/2006/metadata/properties" xmlns:ns2="674d51e3-3ba6-45e1-9e5a-18c440d6de5a" xmlns:ns3="8f612c8a-2dfb-4a1a-9050-5ffbd886e57b" xmlns:ns4="3bf6d2de-cfb7-466c-825b-051a8e3c8b7d" targetNamespace="http://schemas.microsoft.com/office/2006/metadata/properties" ma:root="true" ma:fieldsID="a0ea3a93053499daa7c372dbfd9d7c59" ns2:_="" ns3:_="" ns4:_="">
    <xsd:import namespace="674d51e3-3ba6-45e1-9e5a-18c440d6de5a"/>
    <xsd:import namespace="8f612c8a-2dfb-4a1a-9050-5ffbd886e57b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Checked_x003f_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Image" minOccurs="0"/>
                <xsd:element ref="ns2:Rankings" minOccurs="0"/>
                <xsd:element ref="ns2:MediaServiceObjectDetectorVersions" minOccurs="0"/>
                <xsd:element ref="ns2:Thumbnai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4d51e3-3ba6-45e1-9e5a-18c440d6de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Checked_x003f_" ma:index="20" nillable="true" ma:displayName="Checked?" ma:default="1" ma:format="Dropdown" ma:internalName="Checked_x003f_">
      <xsd:simpleType>
        <xsd:restriction base="dms:Boolean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Image" ma:index="25" nillable="true" ma:displayName="Image" ma:format="Thumbnail" ma:internalName="Image">
      <xsd:simpleType>
        <xsd:restriction base="dms:Unknown"/>
      </xsd:simpleType>
    </xsd:element>
    <xsd:element name="Rankings" ma:index="26" nillable="true" ma:displayName="Rankings" ma:format="Dropdown" ma:internalName="Rankings">
      <xsd:simpleType>
        <xsd:restriction base="dms:Choice">
          <xsd:enumeration value="Choice 1"/>
          <xsd:enumeration value="Choice 2"/>
          <xsd:enumeration value="Choice 3"/>
        </xsd:restriction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humbnail" ma:index="28" nillable="true" ma:displayName="Thumbnail" ma:format="Thumbnail" ma:internalName="Thumbnail">
      <xsd:simpleType>
        <xsd:restriction base="dms:Unknow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612c8a-2dfb-4a1a-9050-5ffbd886e57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3fba56ad-7498-4c7f-b5a6-dab056f02876}" ma:internalName="TaxCatchAll" ma:showField="CatchAllData" ma:web="8f612c8a-2dfb-4a1a-9050-5ffbd886e5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 xmlns="674d51e3-3ba6-45e1-9e5a-18c440d6de5a" xsi:nil="true"/>
    <lcf76f155ced4ddcb4097134ff3c332f xmlns="674d51e3-3ba6-45e1-9e5a-18c440d6de5a">
      <Terms xmlns="http://schemas.microsoft.com/office/infopath/2007/PartnerControls"/>
    </lcf76f155ced4ddcb4097134ff3c332f>
    <Checked_x003f_ xmlns="674d51e3-3ba6-45e1-9e5a-18c440d6de5a">true</Checked_x003f_>
    <Rankings xmlns="674d51e3-3ba6-45e1-9e5a-18c440d6de5a" xsi:nil="true"/>
    <TaxCatchAll xmlns="3bf6d2de-cfb7-466c-825b-051a8e3c8b7d" xsi:nil="true"/>
    <Thumbnail xmlns="674d51e3-3ba6-45e1-9e5a-18c440d6de5a" xsi:nil="true"/>
    <SharedWithUsers xmlns="8f612c8a-2dfb-4a1a-9050-5ffbd886e57b">
      <UserInfo>
        <DisplayName>WILLIAMS, ASHLEIGH</DisplayName>
        <AccountId>22577</AccountId>
        <AccountType/>
      </UserInfo>
      <UserInfo>
        <DisplayName>HUNTER, CLAIRE L.</DisplayName>
        <AccountId>910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592A46E8-E1F1-4337-B47E-59BACB0570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1632DD-C57A-4449-86BC-061DB82E8C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4d51e3-3ba6-45e1-9e5a-18c440d6de5a"/>
    <ds:schemaRef ds:uri="8f612c8a-2dfb-4a1a-9050-5ffbd886e57b"/>
    <ds:schemaRef ds:uri="3bf6d2de-cfb7-466c-825b-051a8e3c8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3F50C3-625F-4387-85F6-F8762EB49D72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3bf6d2de-cfb7-466c-825b-051a8e3c8b7d"/>
    <ds:schemaRef ds:uri="8f612c8a-2dfb-4a1a-9050-5ffbd886e57b"/>
    <ds:schemaRef ds:uri="674d51e3-3ba6-45e1-9e5a-18c440d6de5a"/>
    <ds:schemaRef ds:uri="http://schemas.microsoft.com/office/2006/documentManagement/type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Durham University_powerpoint 29.08.19 FINAL</Template>
  <TotalTime>263</TotalTime>
  <Words>1339</Words>
  <Application>Microsoft Office PowerPoint</Application>
  <PresentationFormat>On-screen Show (16:9)</PresentationFormat>
  <Paragraphs>199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Arial</vt:lpstr>
      <vt:lpstr>Calibri</vt:lpstr>
      <vt:lpstr>Lucida Grande</vt:lpstr>
      <vt:lpstr>Wingdings</vt:lpstr>
      <vt:lpstr>Office Theme</vt:lpstr>
      <vt:lpstr>Homicide 2 – Voluntary Manslaughter</vt:lpstr>
      <vt:lpstr>By the end of this lecture, you should be able to:</vt:lpstr>
      <vt:lpstr>Recap…</vt:lpstr>
      <vt:lpstr>Manslaughter</vt:lpstr>
      <vt:lpstr>Voluntary Manslaughter</vt:lpstr>
      <vt:lpstr>Partial Defences</vt:lpstr>
      <vt:lpstr>Loss of Control</vt:lpstr>
      <vt:lpstr>The Old Law of Provocation</vt:lpstr>
      <vt:lpstr>Problems with Provocation</vt:lpstr>
      <vt:lpstr>Coroners &amp; Justice Act 2009, ss. 54-56</vt:lpstr>
      <vt:lpstr>Establishing Loss of Control</vt:lpstr>
      <vt:lpstr>Revenge</vt:lpstr>
      <vt:lpstr>Section 54(1)(a): D must have lost self-control</vt:lpstr>
      <vt:lpstr>PowerPoint Presentation</vt:lpstr>
      <vt:lpstr>Section 54(1)(b): Must be a qualifying trigger</vt:lpstr>
      <vt:lpstr>Section 55(3) – Fear Trigger</vt:lpstr>
      <vt:lpstr>Section 55(4) – Anger Trigger</vt:lpstr>
      <vt:lpstr>Section 54(1)(c): Person of normal tolerance and self-restraint might have reacted similarly</vt:lpstr>
      <vt:lpstr>PowerPoint Presentation</vt:lpstr>
      <vt:lpstr>Diminished Responsibility</vt:lpstr>
      <vt:lpstr>Difference to Loss of Control</vt:lpstr>
      <vt:lpstr>Diminished Responsibility</vt:lpstr>
      <vt:lpstr>Element 1: D must have an abnormality of mental functioning</vt:lpstr>
      <vt:lpstr>Element 2: Abnormality must have arisen from a recognised medical condition</vt:lpstr>
      <vt:lpstr>Element 3: Abnormality must have substantially impaired D’s ability</vt:lpstr>
      <vt:lpstr>Element 4: The abnormality must provide an explanation of the killing</vt:lpstr>
      <vt:lpstr>Suicide Pact</vt:lpstr>
      <vt:lpstr>Suicide Pact</vt:lpstr>
      <vt:lpstr>Next week…</vt:lpstr>
    </vt:vector>
  </TitlesOfParts>
  <Company>Durham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DAWSON, STEPH</dc:creator>
  <cp:lastModifiedBy>Andrew Beetham</cp:lastModifiedBy>
  <cp:revision>101</cp:revision>
  <dcterms:created xsi:type="dcterms:W3CDTF">2019-09-04T13:17:49Z</dcterms:created>
  <dcterms:modified xsi:type="dcterms:W3CDTF">2024-11-12T20:50:23Z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0x0101003BCE951B1D604F47AD4EB98F3F9810DA</vt:lpwstr>
  </property>
  <property fmtid="{D5CDD505-2E9C-101B-9397-08002B2CF9AE}" pid="3" name="MediaServiceImageTags">
    <vt:lpwstr/>
  </property>
</Properties>
</file>