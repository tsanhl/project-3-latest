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88" r:id="rId5"/>
    <p:sldId id="322" r:id="rId6"/>
    <p:sldId id="351" r:id="rId7"/>
    <p:sldId id="352" r:id="rId8"/>
    <p:sldId id="353" r:id="rId9"/>
    <p:sldId id="354" r:id="rId10"/>
    <p:sldId id="355" r:id="rId11"/>
    <p:sldId id="356" r:id="rId12"/>
    <p:sldId id="357" r:id="rId13"/>
    <p:sldId id="358" r:id="rId14"/>
    <p:sldId id="360" r:id="rId15"/>
    <p:sldId id="361" r:id="rId16"/>
    <p:sldId id="380" r:id="rId17"/>
    <p:sldId id="363" r:id="rId18"/>
    <p:sldId id="362" r:id="rId19"/>
    <p:sldId id="364" r:id="rId20"/>
    <p:sldId id="365" r:id="rId21"/>
    <p:sldId id="366" r:id="rId22"/>
    <p:sldId id="367" r:id="rId23"/>
    <p:sldId id="368" r:id="rId24"/>
    <p:sldId id="369" r:id="rId25"/>
    <p:sldId id="370" r:id="rId26"/>
    <p:sldId id="371" r:id="rId27"/>
    <p:sldId id="372" r:id="rId28"/>
    <p:sldId id="373" r:id="rId29"/>
    <p:sldId id="382" r:id="rId30"/>
    <p:sldId id="374" r:id="rId31"/>
    <p:sldId id="375" r:id="rId32"/>
    <p:sldId id="376" r:id="rId33"/>
    <p:sldId id="377" r:id="rId34"/>
    <p:sldId id="378" r:id="rId35"/>
    <p:sldId id="379" r:id="rId36"/>
    <p:sldId id="381" r:id="rId3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135A"/>
    <a:srgbClr val="FFCE2D"/>
    <a:srgbClr val="00AEEF"/>
    <a:srgbClr val="109DEC"/>
    <a:srgbClr val="0A91C3"/>
    <a:srgbClr val="68246D"/>
    <a:srgbClr val="AF0822"/>
    <a:srgbClr val="002A41"/>
    <a:srgbClr val="9F9B4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B4049A-0C81-3D4B-A311-9DA2EE922B0F}" v="117" dt="2024-10-10T07:45:32.7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95" autoAdjust="0"/>
    <p:restoredTop sz="95428" autoAdjust="0"/>
  </p:normalViewPr>
  <p:slideViewPr>
    <p:cSldViewPr snapToGrid="0" snapToObjects="1">
      <p:cViewPr varScale="1">
        <p:scale>
          <a:sx n="149" d="100"/>
          <a:sy n="149" d="100"/>
        </p:scale>
        <p:origin x="424" y="17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Milne" userId="4a39f72de45081c2" providerId="LiveId" clId="{796637F0-3466-CB45-B72B-91355DF0E923}"/>
    <pc:docChg chg="custSel delSld modSld">
      <pc:chgData name="Emma Milne" userId="4a39f72de45081c2" providerId="LiveId" clId="{796637F0-3466-CB45-B72B-91355DF0E923}" dt="2024-10-08T04:48:30.340" v="69" actId="2696"/>
      <pc:docMkLst>
        <pc:docMk/>
      </pc:docMkLst>
      <pc:sldChg chg="modSp mod">
        <pc:chgData name="Emma Milne" userId="4a39f72de45081c2" providerId="LiveId" clId="{796637F0-3466-CB45-B72B-91355DF0E923}" dt="2024-10-08T04:47:52.059" v="67" actId="27636"/>
        <pc:sldMkLst>
          <pc:docMk/>
          <pc:sldMk cId="3433382789" sldId="288"/>
        </pc:sldMkLst>
        <pc:spChg chg="mod">
          <ac:chgData name="Emma Milne" userId="4a39f72de45081c2" providerId="LiveId" clId="{796637F0-3466-CB45-B72B-91355DF0E923}" dt="2024-10-08T04:47:52.059" v="67" actId="27636"/>
          <ac:spMkLst>
            <pc:docMk/>
            <pc:sldMk cId="3433382789" sldId="288"/>
            <ac:spMk id="3" creationId="{00000000-0000-0000-0000-000000000000}"/>
          </ac:spMkLst>
        </pc:spChg>
        <pc:spChg chg="mod">
          <ac:chgData name="Emma Milne" userId="4a39f72de45081c2" providerId="LiveId" clId="{796637F0-3466-CB45-B72B-91355DF0E923}" dt="2024-10-08T04:47:36.964" v="63" actId="20577"/>
          <ac:spMkLst>
            <pc:docMk/>
            <pc:sldMk cId="3433382789" sldId="288"/>
            <ac:spMk id="4" creationId="{9A606C88-2B97-820A-B558-EAFB98C8012A}"/>
          </ac:spMkLst>
        </pc:spChg>
      </pc:sldChg>
      <pc:sldChg chg="del">
        <pc:chgData name="Emma Milne" userId="4a39f72de45081c2" providerId="LiveId" clId="{796637F0-3466-CB45-B72B-91355DF0E923}" dt="2024-10-08T04:48:30.340" v="69" actId="2696"/>
        <pc:sldMkLst>
          <pc:docMk/>
          <pc:sldMk cId="3153211211" sldId="309"/>
        </pc:sldMkLst>
      </pc:sldChg>
      <pc:sldChg chg="del">
        <pc:chgData name="Emma Milne" userId="4a39f72de45081c2" providerId="LiveId" clId="{796637F0-3466-CB45-B72B-91355DF0E923}" dt="2024-10-08T04:48:30.340" v="69" actId="2696"/>
        <pc:sldMkLst>
          <pc:docMk/>
          <pc:sldMk cId="338334351" sldId="310"/>
        </pc:sldMkLst>
      </pc:sldChg>
      <pc:sldChg chg="del">
        <pc:chgData name="Emma Milne" userId="4a39f72de45081c2" providerId="LiveId" clId="{796637F0-3466-CB45-B72B-91355DF0E923}" dt="2024-10-08T04:48:30.340" v="69" actId="2696"/>
        <pc:sldMkLst>
          <pc:docMk/>
          <pc:sldMk cId="99314155" sldId="313"/>
        </pc:sldMkLst>
      </pc:sldChg>
      <pc:sldChg chg="del">
        <pc:chgData name="Emma Milne" userId="4a39f72de45081c2" providerId="LiveId" clId="{796637F0-3466-CB45-B72B-91355DF0E923}" dt="2024-10-08T04:48:30.340" v="69" actId="2696"/>
        <pc:sldMkLst>
          <pc:docMk/>
          <pc:sldMk cId="2080348501" sldId="314"/>
        </pc:sldMkLst>
      </pc:sldChg>
      <pc:sldChg chg="del">
        <pc:chgData name="Emma Milne" userId="4a39f72de45081c2" providerId="LiveId" clId="{796637F0-3466-CB45-B72B-91355DF0E923}" dt="2024-10-08T04:48:30.340" v="69" actId="2696"/>
        <pc:sldMkLst>
          <pc:docMk/>
          <pc:sldMk cId="1662156372" sldId="315"/>
        </pc:sldMkLst>
      </pc:sldChg>
      <pc:sldChg chg="del">
        <pc:chgData name="Emma Milne" userId="4a39f72de45081c2" providerId="LiveId" clId="{796637F0-3466-CB45-B72B-91355DF0E923}" dt="2024-10-08T04:48:30.340" v="69" actId="2696"/>
        <pc:sldMkLst>
          <pc:docMk/>
          <pc:sldMk cId="561237184" sldId="316"/>
        </pc:sldMkLst>
      </pc:sldChg>
      <pc:sldChg chg="del">
        <pc:chgData name="Emma Milne" userId="4a39f72de45081c2" providerId="LiveId" clId="{796637F0-3466-CB45-B72B-91355DF0E923}" dt="2024-10-08T04:48:30.340" v="69" actId="2696"/>
        <pc:sldMkLst>
          <pc:docMk/>
          <pc:sldMk cId="707503938" sldId="319"/>
        </pc:sldMkLst>
      </pc:sldChg>
      <pc:sldChg chg="del">
        <pc:chgData name="Emma Milne" userId="4a39f72de45081c2" providerId="LiveId" clId="{796637F0-3466-CB45-B72B-91355DF0E923}" dt="2024-10-08T04:48:30.340" v="69" actId="2696"/>
        <pc:sldMkLst>
          <pc:docMk/>
          <pc:sldMk cId="3269280324" sldId="320"/>
        </pc:sldMkLst>
      </pc:sldChg>
      <pc:sldChg chg="modSp mod">
        <pc:chgData name="Emma Milne" userId="4a39f72de45081c2" providerId="LiveId" clId="{796637F0-3466-CB45-B72B-91355DF0E923}" dt="2024-10-08T04:48:19.131" v="68" actId="20577"/>
        <pc:sldMkLst>
          <pc:docMk/>
          <pc:sldMk cId="496070902" sldId="322"/>
        </pc:sldMkLst>
        <pc:spChg chg="mod">
          <ac:chgData name="Emma Milne" userId="4a39f72de45081c2" providerId="LiveId" clId="{796637F0-3466-CB45-B72B-91355DF0E923}" dt="2024-10-08T04:48:19.131" v="68" actId="20577"/>
          <ac:spMkLst>
            <pc:docMk/>
            <pc:sldMk cId="496070902" sldId="322"/>
            <ac:spMk id="11" creationId="{7441B202-C928-7117-91B4-23A9EF6E26B5}"/>
          </ac:spMkLst>
        </pc:spChg>
      </pc:sldChg>
      <pc:sldChg chg="del">
        <pc:chgData name="Emma Milne" userId="4a39f72de45081c2" providerId="LiveId" clId="{796637F0-3466-CB45-B72B-91355DF0E923}" dt="2024-10-08T04:48:30.340" v="69" actId="2696"/>
        <pc:sldMkLst>
          <pc:docMk/>
          <pc:sldMk cId="3026880074" sldId="327"/>
        </pc:sldMkLst>
      </pc:sldChg>
      <pc:sldChg chg="del">
        <pc:chgData name="Emma Milne" userId="4a39f72de45081c2" providerId="LiveId" clId="{796637F0-3466-CB45-B72B-91355DF0E923}" dt="2024-10-08T04:48:30.340" v="69" actId="2696"/>
        <pc:sldMkLst>
          <pc:docMk/>
          <pc:sldMk cId="3102909222" sldId="328"/>
        </pc:sldMkLst>
      </pc:sldChg>
      <pc:sldChg chg="del">
        <pc:chgData name="Emma Milne" userId="4a39f72de45081c2" providerId="LiveId" clId="{796637F0-3466-CB45-B72B-91355DF0E923}" dt="2024-10-08T04:48:30.340" v="69" actId="2696"/>
        <pc:sldMkLst>
          <pc:docMk/>
          <pc:sldMk cId="2305923952" sldId="329"/>
        </pc:sldMkLst>
      </pc:sldChg>
      <pc:sldChg chg="del">
        <pc:chgData name="Emma Milne" userId="4a39f72de45081c2" providerId="LiveId" clId="{796637F0-3466-CB45-B72B-91355DF0E923}" dt="2024-10-08T04:48:30.340" v="69" actId="2696"/>
        <pc:sldMkLst>
          <pc:docMk/>
          <pc:sldMk cId="254179828" sldId="330"/>
        </pc:sldMkLst>
      </pc:sldChg>
      <pc:sldChg chg="del">
        <pc:chgData name="Emma Milne" userId="4a39f72de45081c2" providerId="LiveId" clId="{796637F0-3466-CB45-B72B-91355DF0E923}" dt="2024-10-08T04:48:30.340" v="69" actId="2696"/>
        <pc:sldMkLst>
          <pc:docMk/>
          <pc:sldMk cId="3374638957" sldId="331"/>
        </pc:sldMkLst>
      </pc:sldChg>
      <pc:sldChg chg="del">
        <pc:chgData name="Emma Milne" userId="4a39f72de45081c2" providerId="LiveId" clId="{796637F0-3466-CB45-B72B-91355DF0E923}" dt="2024-10-08T04:48:30.340" v="69" actId="2696"/>
        <pc:sldMkLst>
          <pc:docMk/>
          <pc:sldMk cId="921956662" sldId="332"/>
        </pc:sldMkLst>
      </pc:sldChg>
      <pc:sldChg chg="del">
        <pc:chgData name="Emma Milne" userId="4a39f72de45081c2" providerId="LiveId" clId="{796637F0-3466-CB45-B72B-91355DF0E923}" dt="2024-10-08T04:48:30.340" v="69" actId="2696"/>
        <pc:sldMkLst>
          <pc:docMk/>
          <pc:sldMk cId="1441500631" sldId="333"/>
        </pc:sldMkLst>
      </pc:sldChg>
      <pc:sldChg chg="del">
        <pc:chgData name="Emma Milne" userId="4a39f72de45081c2" providerId="LiveId" clId="{796637F0-3466-CB45-B72B-91355DF0E923}" dt="2024-10-08T04:48:30.340" v="69" actId="2696"/>
        <pc:sldMkLst>
          <pc:docMk/>
          <pc:sldMk cId="1164157984" sldId="334"/>
        </pc:sldMkLst>
      </pc:sldChg>
      <pc:sldChg chg="del">
        <pc:chgData name="Emma Milne" userId="4a39f72de45081c2" providerId="LiveId" clId="{796637F0-3466-CB45-B72B-91355DF0E923}" dt="2024-10-08T04:48:30.340" v="69" actId="2696"/>
        <pc:sldMkLst>
          <pc:docMk/>
          <pc:sldMk cId="3210798373" sldId="335"/>
        </pc:sldMkLst>
      </pc:sldChg>
      <pc:sldChg chg="del">
        <pc:chgData name="Emma Milne" userId="4a39f72de45081c2" providerId="LiveId" clId="{796637F0-3466-CB45-B72B-91355DF0E923}" dt="2024-10-08T04:48:30.340" v="69" actId="2696"/>
        <pc:sldMkLst>
          <pc:docMk/>
          <pc:sldMk cId="1577756649" sldId="336"/>
        </pc:sldMkLst>
      </pc:sldChg>
      <pc:sldChg chg="del">
        <pc:chgData name="Emma Milne" userId="4a39f72de45081c2" providerId="LiveId" clId="{796637F0-3466-CB45-B72B-91355DF0E923}" dt="2024-10-08T04:48:30.340" v="69" actId="2696"/>
        <pc:sldMkLst>
          <pc:docMk/>
          <pc:sldMk cId="3710140488" sldId="337"/>
        </pc:sldMkLst>
      </pc:sldChg>
      <pc:sldChg chg="del">
        <pc:chgData name="Emma Milne" userId="4a39f72de45081c2" providerId="LiveId" clId="{796637F0-3466-CB45-B72B-91355DF0E923}" dt="2024-10-08T04:48:30.340" v="69" actId="2696"/>
        <pc:sldMkLst>
          <pc:docMk/>
          <pc:sldMk cId="1200893667" sldId="339"/>
        </pc:sldMkLst>
      </pc:sldChg>
      <pc:sldChg chg="del">
        <pc:chgData name="Emma Milne" userId="4a39f72de45081c2" providerId="LiveId" clId="{796637F0-3466-CB45-B72B-91355DF0E923}" dt="2024-10-08T04:48:30.340" v="69" actId="2696"/>
        <pc:sldMkLst>
          <pc:docMk/>
          <pc:sldMk cId="658093397" sldId="341"/>
        </pc:sldMkLst>
      </pc:sldChg>
      <pc:sldChg chg="del">
        <pc:chgData name="Emma Milne" userId="4a39f72de45081c2" providerId="LiveId" clId="{796637F0-3466-CB45-B72B-91355DF0E923}" dt="2024-10-08T04:48:30.340" v="69" actId="2696"/>
        <pc:sldMkLst>
          <pc:docMk/>
          <pc:sldMk cId="2424337513" sldId="342"/>
        </pc:sldMkLst>
      </pc:sldChg>
      <pc:sldChg chg="del">
        <pc:chgData name="Emma Milne" userId="4a39f72de45081c2" providerId="LiveId" clId="{796637F0-3466-CB45-B72B-91355DF0E923}" dt="2024-10-08T04:48:30.340" v="69" actId="2696"/>
        <pc:sldMkLst>
          <pc:docMk/>
          <pc:sldMk cId="2572826694" sldId="343"/>
        </pc:sldMkLst>
      </pc:sldChg>
      <pc:sldChg chg="del">
        <pc:chgData name="Emma Milne" userId="4a39f72de45081c2" providerId="LiveId" clId="{796637F0-3466-CB45-B72B-91355DF0E923}" dt="2024-10-08T04:48:30.340" v="69" actId="2696"/>
        <pc:sldMkLst>
          <pc:docMk/>
          <pc:sldMk cId="2099979228" sldId="344"/>
        </pc:sldMkLst>
      </pc:sldChg>
      <pc:sldChg chg="del">
        <pc:chgData name="Emma Milne" userId="4a39f72de45081c2" providerId="LiveId" clId="{796637F0-3466-CB45-B72B-91355DF0E923}" dt="2024-10-08T04:48:30.340" v="69" actId="2696"/>
        <pc:sldMkLst>
          <pc:docMk/>
          <pc:sldMk cId="4294613693" sldId="345"/>
        </pc:sldMkLst>
      </pc:sldChg>
      <pc:sldChg chg="del">
        <pc:chgData name="Emma Milne" userId="4a39f72de45081c2" providerId="LiveId" clId="{796637F0-3466-CB45-B72B-91355DF0E923}" dt="2024-10-08T04:48:30.340" v="69" actId="2696"/>
        <pc:sldMkLst>
          <pc:docMk/>
          <pc:sldMk cId="3582092873" sldId="346"/>
        </pc:sldMkLst>
      </pc:sldChg>
      <pc:sldChg chg="del">
        <pc:chgData name="Emma Milne" userId="4a39f72de45081c2" providerId="LiveId" clId="{796637F0-3466-CB45-B72B-91355DF0E923}" dt="2024-10-08T04:48:30.340" v="69" actId="2696"/>
        <pc:sldMkLst>
          <pc:docMk/>
          <pc:sldMk cId="273905348" sldId="347"/>
        </pc:sldMkLst>
      </pc:sldChg>
      <pc:sldChg chg="del">
        <pc:chgData name="Emma Milne" userId="4a39f72de45081c2" providerId="LiveId" clId="{796637F0-3466-CB45-B72B-91355DF0E923}" dt="2024-10-08T04:48:30.340" v="69" actId="2696"/>
        <pc:sldMkLst>
          <pc:docMk/>
          <pc:sldMk cId="3689634030" sldId="348"/>
        </pc:sldMkLst>
      </pc:sldChg>
      <pc:sldChg chg="del">
        <pc:chgData name="Emma Milne" userId="4a39f72de45081c2" providerId="LiveId" clId="{796637F0-3466-CB45-B72B-91355DF0E923}" dt="2024-10-08T04:48:30.340" v="69" actId="2696"/>
        <pc:sldMkLst>
          <pc:docMk/>
          <pc:sldMk cId="1933545526" sldId="349"/>
        </pc:sldMkLst>
      </pc:sldChg>
      <pc:sldChg chg="del">
        <pc:chgData name="Emma Milne" userId="4a39f72de45081c2" providerId="LiveId" clId="{796637F0-3466-CB45-B72B-91355DF0E923}" dt="2024-10-08T04:48:30.340" v="69" actId="2696"/>
        <pc:sldMkLst>
          <pc:docMk/>
          <pc:sldMk cId="1988176353" sldId="350"/>
        </pc:sldMkLst>
      </pc:sldChg>
      <pc:sldChg chg="del">
        <pc:chgData name="Emma Milne" userId="4a39f72de45081c2" providerId="LiveId" clId="{796637F0-3466-CB45-B72B-91355DF0E923}" dt="2024-10-08T04:48:30.340" v="69" actId="2696"/>
        <pc:sldMkLst>
          <pc:docMk/>
          <pc:sldMk cId="3318407218" sldId="351"/>
        </pc:sldMkLst>
      </pc:sldChg>
      <pc:sldChg chg="del">
        <pc:chgData name="Emma Milne" userId="4a39f72de45081c2" providerId="LiveId" clId="{796637F0-3466-CB45-B72B-91355DF0E923}" dt="2024-10-08T04:48:30.340" v="69" actId="2696"/>
        <pc:sldMkLst>
          <pc:docMk/>
          <pc:sldMk cId="3439429356" sldId="352"/>
        </pc:sldMkLst>
      </pc:sldChg>
      <pc:sldChg chg="del">
        <pc:chgData name="Emma Milne" userId="4a39f72de45081c2" providerId="LiveId" clId="{796637F0-3466-CB45-B72B-91355DF0E923}" dt="2024-10-08T04:48:30.340" v="69" actId="2696"/>
        <pc:sldMkLst>
          <pc:docMk/>
          <pc:sldMk cId="582053178" sldId="353"/>
        </pc:sldMkLst>
      </pc:sldChg>
      <pc:sldChg chg="del">
        <pc:chgData name="Emma Milne" userId="4a39f72de45081c2" providerId="LiveId" clId="{796637F0-3466-CB45-B72B-91355DF0E923}" dt="2024-10-08T04:48:30.340" v="69" actId="2696"/>
        <pc:sldMkLst>
          <pc:docMk/>
          <pc:sldMk cId="2298898488" sldId="354"/>
        </pc:sldMkLst>
      </pc:sldChg>
      <pc:sldChg chg="del">
        <pc:chgData name="Emma Milne" userId="4a39f72de45081c2" providerId="LiveId" clId="{796637F0-3466-CB45-B72B-91355DF0E923}" dt="2024-10-08T04:48:30.340" v="69" actId="2696"/>
        <pc:sldMkLst>
          <pc:docMk/>
          <pc:sldMk cId="3484570977" sldId="355"/>
        </pc:sldMkLst>
      </pc:sldChg>
      <pc:sldChg chg="del">
        <pc:chgData name="Emma Milne" userId="4a39f72de45081c2" providerId="LiveId" clId="{796637F0-3466-CB45-B72B-91355DF0E923}" dt="2024-10-08T04:48:30.340" v="69" actId="2696"/>
        <pc:sldMkLst>
          <pc:docMk/>
          <pc:sldMk cId="3327774488" sldId="356"/>
        </pc:sldMkLst>
      </pc:sldChg>
      <pc:sldChg chg="del">
        <pc:chgData name="Emma Milne" userId="4a39f72de45081c2" providerId="LiveId" clId="{796637F0-3466-CB45-B72B-91355DF0E923}" dt="2024-10-08T04:48:30.340" v="69" actId="2696"/>
        <pc:sldMkLst>
          <pc:docMk/>
          <pc:sldMk cId="1736351681" sldId="357"/>
        </pc:sldMkLst>
      </pc:sldChg>
      <pc:sldChg chg="del">
        <pc:chgData name="Emma Milne" userId="4a39f72de45081c2" providerId="LiveId" clId="{796637F0-3466-CB45-B72B-91355DF0E923}" dt="2024-10-08T04:48:30.340" v="69" actId="2696"/>
        <pc:sldMkLst>
          <pc:docMk/>
          <pc:sldMk cId="1036263480" sldId="358"/>
        </pc:sldMkLst>
      </pc:sldChg>
      <pc:sldChg chg="del">
        <pc:chgData name="Emma Milne" userId="4a39f72de45081c2" providerId="LiveId" clId="{796637F0-3466-CB45-B72B-91355DF0E923}" dt="2024-10-08T04:48:30.340" v="69" actId="2696"/>
        <pc:sldMkLst>
          <pc:docMk/>
          <pc:sldMk cId="3220672602" sldId="359"/>
        </pc:sldMkLst>
      </pc:sldChg>
      <pc:sldChg chg="del">
        <pc:chgData name="Emma Milne" userId="4a39f72de45081c2" providerId="LiveId" clId="{796637F0-3466-CB45-B72B-91355DF0E923}" dt="2024-10-08T04:48:30.340" v="69" actId="2696"/>
        <pc:sldMkLst>
          <pc:docMk/>
          <pc:sldMk cId="338883470" sldId="361"/>
        </pc:sldMkLst>
      </pc:sldChg>
      <pc:sldChg chg="del">
        <pc:chgData name="Emma Milne" userId="4a39f72de45081c2" providerId="LiveId" clId="{796637F0-3466-CB45-B72B-91355DF0E923}" dt="2024-10-08T04:48:30.340" v="69" actId="2696"/>
        <pc:sldMkLst>
          <pc:docMk/>
          <pc:sldMk cId="2910962488" sldId="362"/>
        </pc:sldMkLst>
      </pc:sldChg>
    </pc:docChg>
  </pc:docChgLst>
  <pc:docChgLst>
    <pc:chgData name="Emma Milne" userId="4a39f72de45081c2" providerId="LiveId" clId="{4551B34B-1048-8F44-9391-533EB9282695}"/>
    <pc:docChg chg="undo custSel addSld delSld modSld sldOrd addMainMaster delMainMaster modMainMaster">
      <pc:chgData name="Emma Milne" userId="4a39f72de45081c2" providerId="LiveId" clId="{4551B34B-1048-8F44-9391-533EB9282695}" dt="2024-09-30T15:14:05.057" v="8404" actId="313"/>
      <pc:docMkLst>
        <pc:docMk/>
      </pc:docMkLst>
      <pc:sldChg chg="addSp modSp add mod modAnim">
        <pc:chgData name="Emma Milne" userId="4a39f72de45081c2" providerId="LiveId" clId="{4551B34B-1048-8F44-9391-533EB9282695}" dt="2024-09-24T14:14:58.295" v="40"/>
        <pc:sldMkLst>
          <pc:docMk/>
          <pc:sldMk cId="3153211211" sldId="309"/>
        </pc:sldMkLst>
        <pc:spChg chg="add mod">
          <ac:chgData name="Emma Milne" userId="4a39f72de45081c2" providerId="LiveId" clId="{4551B34B-1048-8F44-9391-533EB9282695}" dt="2024-09-24T14:14:49.894" v="39" actId="1076"/>
          <ac:spMkLst>
            <pc:docMk/>
            <pc:sldMk cId="3153211211" sldId="309"/>
            <ac:spMk id="2" creationId="{4ECF8847-09D8-818C-359C-17AFA06E2272}"/>
          </ac:spMkLst>
        </pc:spChg>
      </pc:sldChg>
      <pc:sldChg chg="addSp modSp add mod modAnim">
        <pc:chgData name="Emma Milne" userId="4a39f72de45081c2" providerId="LiveId" clId="{4551B34B-1048-8F44-9391-533EB9282695}" dt="2024-09-24T14:17:00.118" v="98"/>
        <pc:sldMkLst>
          <pc:docMk/>
          <pc:sldMk cId="338334351" sldId="310"/>
        </pc:sldMkLst>
        <pc:spChg chg="add mod">
          <ac:chgData name="Emma Milne" userId="4a39f72de45081c2" providerId="LiveId" clId="{4551B34B-1048-8F44-9391-533EB9282695}" dt="2024-09-24T14:15:47.926" v="43" actId="14100"/>
          <ac:spMkLst>
            <pc:docMk/>
            <pc:sldMk cId="338334351" sldId="310"/>
            <ac:spMk id="2" creationId="{2A3EEB4D-F495-BC5A-240A-70DAF7995192}"/>
          </ac:spMkLst>
        </pc:spChg>
        <pc:spChg chg="add mod">
          <ac:chgData name="Emma Milne" userId="4a39f72de45081c2" providerId="LiveId" clId="{4551B34B-1048-8F44-9391-533EB9282695}" dt="2024-09-24T14:16:49.575" v="97" actId="14100"/>
          <ac:spMkLst>
            <pc:docMk/>
            <pc:sldMk cId="338334351" sldId="310"/>
            <ac:spMk id="3" creationId="{8D65484B-1149-6263-53A6-7D89B3E1B7B2}"/>
          </ac:spMkLst>
        </pc:spChg>
      </pc:sldChg>
      <pc:sldChg chg="modSp del mod">
        <pc:chgData name="Emma Milne" userId="4a39f72de45081c2" providerId="LiveId" clId="{4551B34B-1048-8F44-9391-533EB9282695}" dt="2024-09-24T14:49:11.941" v="503" actId="2696"/>
        <pc:sldMkLst>
          <pc:docMk/>
          <pc:sldMk cId="649824951" sldId="312"/>
        </pc:sldMkLst>
        <pc:spChg chg="mod">
          <ac:chgData name="Emma Milne" userId="4a39f72de45081c2" providerId="LiveId" clId="{4551B34B-1048-8F44-9391-533EB9282695}" dt="2024-09-24T14:12:16.849" v="7" actId="20577"/>
          <ac:spMkLst>
            <pc:docMk/>
            <pc:sldMk cId="649824951" sldId="312"/>
            <ac:spMk id="2" creationId="{AC16423A-2462-A34B-9283-EA88ABACBFD9}"/>
          </ac:spMkLst>
        </pc:spChg>
      </pc:sldChg>
      <pc:sldChg chg="addSp delSp modSp mod modClrScheme chgLayout">
        <pc:chgData name="Emma Milne" userId="4a39f72de45081c2" providerId="LiveId" clId="{4551B34B-1048-8F44-9391-533EB9282695}" dt="2024-09-30T13:29:02.279" v="6555" actId="1076"/>
        <pc:sldMkLst>
          <pc:docMk/>
          <pc:sldMk cId="1662156372" sldId="315"/>
        </pc:sldMkLst>
        <pc:spChg chg="mod ord">
          <ac:chgData name="Emma Milne" userId="4a39f72de45081c2" providerId="LiveId" clId="{4551B34B-1048-8F44-9391-533EB9282695}" dt="2024-09-30T13:28:07.961" v="6541" actId="700"/>
          <ac:spMkLst>
            <pc:docMk/>
            <pc:sldMk cId="1662156372" sldId="315"/>
            <ac:spMk id="2" creationId="{B66701C8-17B0-A941-8EFC-68F046344841}"/>
          </ac:spMkLst>
        </pc:spChg>
        <pc:spChg chg="mod ord">
          <ac:chgData name="Emma Milne" userId="4a39f72de45081c2" providerId="LiveId" clId="{4551B34B-1048-8F44-9391-533EB9282695}" dt="2024-09-30T13:28:07.961" v="6541" actId="700"/>
          <ac:spMkLst>
            <pc:docMk/>
            <pc:sldMk cId="1662156372" sldId="315"/>
            <ac:spMk id="3" creationId="{5B206876-D33F-634C-9574-6D0FFA0EDC2A}"/>
          </ac:spMkLst>
        </pc:spChg>
        <pc:spChg chg="add del mod ord">
          <ac:chgData name="Emma Milne" userId="4a39f72de45081c2" providerId="LiveId" clId="{4551B34B-1048-8F44-9391-533EB9282695}" dt="2024-09-30T13:28:29.083" v="6542" actId="931"/>
          <ac:spMkLst>
            <pc:docMk/>
            <pc:sldMk cId="1662156372" sldId="315"/>
            <ac:spMk id="4" creationId="{9BA8F94C-8884-B254-1A78-924E13CC675D}"/>
          </ac:spMkLst>
        </pc:spChg>
        <pc:spChg chg="add del mod">
          <ac:chgData name="Emma Milne" userId="4a39f72de45081c2" providerId="LiveId" clId="{4551B34B-1048-8F44-9391-533EB9282695}" dt="2024-09-30T13:28:41.922" v="6545" actId="931"/>
          <ac:spMkLst>
            <pc:docMk/>
            <pc:sldMk cId="1662156372" sldId="315"/>
            <ac:spMk id="10" creationId="{03391449-2C9C-AF58-BAC2-F3B6CE7D90D8}"/>
          </ac:spMkLst>
        </pc:spChg>
        <pc:picChg chg="add del mod">
          <ac:chgData name="Emma Milne" userId="4a39f72de45081c2" providerId="LiveId" clId="{4551B34B-1048-8F44-9391-533EB9282695}" dt="2024-09-30T13:28:33.790" v="6544" actId="478"/>
          <ac:picMkLst>
            <pc:docMk/>
            <pc:sldMk cId="1662156372" sldId="315"/>
            <ac:picMk id="6" creationId="{20DFC63D-0994-2EFC-E150-0C38F5F69C7F}"/>
          </ac:picMkLst>
        </pc:picChg>
        <pc:picChg chg="add mod">
          <ac:chgData name="Emma Milne" userId="4a39f72de45081c2" providerId="LiveId" clId="{4551B34B-1048-8F44-9391-533EB9282695}" dt="2024-09-30T13:28:50.160" v="6550" actId="1076"/>
          <ac:picMkLst>
            <pc:docMk/>
            <pc:sldMk cId="1662156372" sldId="315"/>
            <ac:picMk id="8" creationId="{DD0B9667-F928-84D7-487D-4424494EC418}"/>
          </ac:picMkLst>
        </pc:picChg>
        <pc:picChg chg="add mod">
          <ac:chgData name="Emma Milne" userId="4a39f72de45081c2" providerId="LiveId" clId="{4551B34B-1048-8F44-9391-533EB9282695}" dt="2024-09-30T13:29:02.279" v="6555" actId="1076"/>
          <ac:picMkLst>
            <pc:docMk/>
            <pc:sldMk cId="1662156372" sldId="315"/>
            <ac:picMk id="12" creationId="{B8203306-50FC-53C0-F37D-CF17A2BA551D}"/>
          </ac:picMkLst>
        </pc:picChg>
        <pc:picChg chg="add mod">
          <ac:chgData name="Emma Milne" userId="4a39f72de45081c2" providerId="LiveId" clId="{4551B34B-1048-8F44-9391-533EB9282695}" dt="2024-09-30T13:29:00.409" v="6554" actId="14100"/>
          <ac:picMkLst>
            <pc:docMk/>
            <pc:sldMk cId="1662156372" sldId="315"/>
            <ac:picMk id="14" creationId="{E31BAF7D-A657-D743-743B-13210647B9FD}"/>
          </ac:picMkLst>
        </pc:picChg>
      </pc:sldChg>
      <pc:sldChg chg="modSp mod">
        <pc:chgData name="Emma Milne" userId="4a39f72de45081c2" providerId="LiveId" clId="{4551B34B-1048-8F44-9391-533EB9282695}" dt="2024-09-30T14:18:33.570" v="8355" actId="242"/>
        <pc:sldMkLst>
          <pc:docMk/>
          <pc:sldMk cId="561237184" sldId="316"/>
        </pc:sldMkLst>
        <pc:spChg chg="mod">
          <ac:chgData name="Emma Milne" userId="4a39f72de45081c2" providerId="LiveId" clId="{4551B34B-1048-8F44-9391-533EB9282695}" dt="2024-09-30T14:16:43.651" v="8316" actId="20577"/>
          <ac:spMkLst>
            <pc:docMk/>
            <pc:sldMk cId="561237184" sldId="316"/>
            <ac:spMk id="2" creationId="{A6A8B154-9B25-204F-81CB-38E725780B36}"/>
          </ac:spMkLst>
        </pc:spChg>
        <pc:spChg chg="mod">
          <ac:chgData name="Emma Milne" userId="4a39f72de45081c2" providerId="LiveId" clId="{4551B34B-1048-8F44-9391-533EB9282695}" dt="2024-09-30T14:18:33.570" v="8355" actId="242"/>
          <ac:spMkLst>
            <pc:docMk/>
            <pc:sldMk cId="561237184" sldId="316"/>
            <ac:spMk id="3" creationId="{F2CBE629-9DB7-5F4F-99CF-EF853E477BB0}"/>
          </ac:spMkLst>
        </pc:spChg>
      </pc:sldChg>
      <pc:sldChg chg="del">
        <pc:chgData name="Emma Milne" userId="4a39f72de45081c2" providerId="LiveId" clId="{4551B34B-1048-8F44-9391-533EB9282695}" dt="2024-09-30T14:18:12.064" v="8343" actId="2696"/>
        <pc:sldMkLst>
          <pc:docMk/>
          <pc:sldMk cId="1400124180" sldId="317"/>
        </pc:sldMkLst>
      </pc:sldChg>
      <pc:sldChg chg="modSp del mod">
        <pc:chgData name="Emma Milne" userId="4a39f72de45081c2" providerId="LiveId" clId="{4551B34B-1048-8F44-9391-533EB9282695}" dt="2024-09-30T14:18:26.508" v="8354" actId="2696"/>
        <pc:sldMkLst>
          <pc:docMk/>
          <pc:sldMk cId="1081078884" sldId="318"/>
        </pc:sldMkLst>
        <pc:spChg chg="mod">
          <ac:chgData name="Emma Milne" userId="4a39f72de45081c2" providerId="LiveId" clId="{4551B34B-1048-8F44-9391-533EB9282695}" dt="2024-09-30T13:29:48.727" v="6557" actId="27636"/>
          <ac:spMkLst>
            <pc:docMk/>
            <pc:sldMk cId="1081078884" sldId="318"/>
            <ac:spMk id="3" creationId="{63CCACE1-C464-9A4D-8377-F150BE946633}"/>
          </ac:spMkLst>
        </pc:spChg>
      </pc:sldChg>
      <pc:sldChg chg="modSp mod">
        <pc:chgData name="Emma Milne" userId="4a39f72de45081c2" providerId="LiveId" clId="{4551B34B-1048-8F44-9391-533EB9282695}" dt="2024-09-30T14:24:05.207" v="8398"/>
        <pc:sldMkLst>
          <pc:docMk/>
          <pc:sldMk cId="707503938" sldId="319"/>
        </pc:sldMkLst>
        <pc:spChg chg="mod">
          <ac:chgData name="Emma Milne" userId="4a39f72de45081c2" providerId="LiveId" clId="{4551B34B-1048-8F44-9391-533EB9282695}" dt="2024-09-30T14:24:05.207" v="8398"/>
          <ac:spMkLst>
            <pc:docMk/>
            <pc:sldMk cId="707503938" sldId="319"/>
            <ac:spMk id="3" creationId="{6E14EEF5-3C7A-A344-B720-0221613C4DB9}"/>
          </ac:spMkLst>
        </pc:spChg>
      </pc:sldChg>
      <pc:sldChg chg="modSp mod">
        <pc:chgData name="Emma Milne" userId="4a39f72de45081c2" providerId="LiveId" clId="{4551B34B-1048-8F44-9391-533EB9282695}" dt="2024-09-30T13:33:36.330" v="6569" actId="20577"/>
        <pc:sldMkLst>
          <pc:docMk/>
          <pc:sldMk cId="3269280324" sldId="320"/>
        </pc:sldMkLst>
        <pc:spChg chg="mod">
          <ac:chgData name="Emma Milne" userId="4a39f72de45081c2" providerId="LiveId" clId="{4551B34B-1048-8F44-9391-533EB9282695}" dt="2024-09-30T13:33:36.330" v="6569" actId="20577"/>
          <ac:spMkLst>
            <pc:docMk/>
            <pc:sldMk cId="3269280324" sldId="320"/>
            <ac:spMk id="3" creationId="{D1D32F95-F950-6043-86F3-39E3D1D419B8}"/>
          </ac:spMkLst>
        </pc:spChg>
      </pc:sldChg>
      <pc:sldChg chg="modSp mod">
        <pc:chgData name="Emma Milne" userId="4a39f72de45081c2" providerId="LiveId" clId="{4551B34B-1048-8F44-9391-533EB9282695}" dt="2024-09-30T14:14:57.481" v="8315" actId="14100"/>
        <pc:sldMkLst>
          <pc:docMk/>
          <pc:sldMk cId="496070902" sldId="322"/>
        </pc:sldMkLst>
        <pc:spChg chg="mod">
          <ac:chgData name="Emma Milne" userId="4a39f72de45081c2" providerId="LiveId" clId="{4551B34B-1048-8F44-9391-533EB9282695}" dt="2024-09-30T14:14:57.481" v="8315" actId="14100"/>
          <ac:spMkLst>
            <pc:docMk/>
            <pc:sldMk cId="496070902" sldId="322"/>
            <ac:spMk id="11" creationId="{7441B202-C928-7117-91B4-23A9EF6E26B5}"/>
          </ac:spMkLst>
        </pc:spChg>
      </pc:sldChg>
      <pc:sldChg chg="modSp add del mod">
        <pc:chgData name="Emma Milne" userId="4a39f72de45081c2" providerId="LiveId" clId="{4551B34B-1048-8F44-9391-533EB9282695}" dt="2024-09-24T14:25:35.576" v="161" actId="2696"/>
        <pc:sldMkLst>
          <pc:docMk/>
          <pc:sldMk cId="2878445422" sldId="326"/>
        </pc:sldMkLst>
        <pc:spChg chg="mod">
          <ac:chgData name="Emma Milne" userId="4a39f72de45081c2" providerId="LiveId" clId="{4551B34B-1048-8F44-9391-533EB9282695}" dt="2024-09-24T14:18:10.778" v="152" actId="1076"/>
          <ac:spMkLst>
            <pc:docMk/>
            <pc:sldMk cId="2878445422" sldId="326"/>
            <ac:spMk id="3" creationId="{6A6B0B28-C492-66D5-53CF-528A63A65B4B}"/>
          </ac:spMkLst>
        </pc:spChg>
      </pc:sldChg>
      <pc:sldChg chg="add">
        <pc:chgData name="Emma Milne" userId="4a39f72de45081c2" providerId="LiveId" clId="{4551B34B-1048-8F44-9391-533EB9282695}" dt="2024-09-24T14:18:54.764" v="153"/>
        <pc:sldMkLst>
          <pc:docMk/>
          <pc:sldMk cId="3026880074" sldId="327"/>
        </pc:sldMkLst>
      </pc:sldChg>
      <pc:sldChg chg="modSp add mod modAnim">
        <pc:chgData name="Emma Milne" userId="4a39f72de45081c2" providerId="LiveId" clId="{4551B34B-1048-8F44-9391-533EB9282695}" dt="2024-09-24T14:25:25.502" v="160"/>
        <pc:sldMkLst>
          <pc:docMk/>
          <pc:sldMk cId="3102909222" sldId="328"/>
        </pc:sldMkLst>
        <pc:spChg chg="mod">
          <ac:chgData name="Emma Milne" userId="4a39f72de45081c2" providerId="LiveId" clId="{4551B34B-1048-8F44-9391-533EB9282695}" dt="2024-09-24T14:25:22.958" v="159" actId="1035"/>
          <ac:spMkLst>
            <pc:docMk/>
            <pc:sldMk cId="3102909222" sldId="328"/>
            <ac:spMk id="2" creationId="{6FF66D11-9800-4942-C8FA-377918EEB7F0}"/>
          </ac:spMkLst>
        </pc:spChg>
      </pc:sldChg>
      <pc:sldChg chg="modSp new mod">
        <pc:chgData name="Emma Milne" userId="4a39f72de45081c2" providerId="LiveId" clId="{4551B34B-1048-8F44-9391-533EB9282695}" dt="2024-09-24T14:33:36.679" v="441" actId="14100"/>
        <pc:sldMkLst>
          <pc:docMk/>
          <pc:sldMk cId="2305923952" sldId="329"/>
        </pc:sldMkLst>
        <pc:spChg chg="mod">
          <ac:chgData name="Emma Milne" userId="4a39f72de45081c2" providerId="LiveId" clId="{4551B34B-1048-8F44-9391-533EB9282695}" dt="2024-09-24T14:26:09.961" v="194" actId="20577"/>
          <ac:spMkLst>
            <pc:docMk/>
            <pc:sldMk cId="2305923952" sldId="329"/>
            <ac:spMk id="2" creationId="{201ABDA0-6520-00EC-2E51-05C11881085E}"/>
          </ac:spMkLst>
        </pc:spChg>
        <pc:spChg chg="mod">
          <ac:chgData name="Emma Milne" userId="4a39f72de45081c2" providerId="LiveId" clId="{4551B34B-1048-8F44-9391-533EB9282695}" dt="2024-09-24T14:33:36.679" v="441" actId="14100"/>
          <ac:spMkLst>
            <pc:docMk/>
            <pc:sldMk cId="2305923952" sldId="329"/>
            <ac:spMk id="3" creationId="{9D20EF6E-C109-3625-8C76-69FF187FBF3F}"/>
          </ac:spMkLst>
        </pc:spChg>
      </pc:sldChg>
      <pc:sldChg chg="modSp add mod">
        <pc:chgData name="Emma Milne" userId="4a39f72de45081c2" providerId="LiveId" clId="{4551B34B-1048-8F44-9391-533EB9282695}" dt="2024-09-24T14:34:05.276" v="445" actId="14100"/>
        <pc:sldMkLst>
          <pc:docMk/>
          <pc:sldMk cId="254179828" sldId="330"/>
        </pc:sldMkLst>
        <pc:spChg chg="mod">
          <ac:chgData name="Emma Milne" userId="4a39f72de45081c2" providerId="LiveId" clId="{4551B34B-1048-8F44-9391-533EB9282695}" dt="2024-09-24T14:34:05.276" v="445" actId="14100"/>
          <ac:spMkLst>
            <pc:docMk/>
            <pc:sldMk cId="254179828" sldId="330"/>
            <ac:spMk id="2" creationId="{812DE75B-FAA9-43C9-FE88-ED3009E41705}"/>
          </ac:spMkLst>
        </pc:spChg>
      </pc:sldChg>
      <pc:sldChg chg="modSp new mod">
        <pc:chgData name="Emma Milne" userId="4a39f72de45081c2" providerId="LiveId" clId="{4551B34B-1048-8F44-9391-533EB9282695}" dt="2024-09-24T14:36:07.003" v="475" actId="115"/>
        <pc:sldMkLst>
          <pc:docMk/>
          <pc:sldMk cId="3374638957" sldId="331"/>
        </pc:sldMkLst>
        <pc:spChg chg="mod">
          <ac:chgData name="Emma Milne" userId="4a39f72de45081c2" providerId="LiveId" clId="{4551B34B-1048-8F44-9391-533EB9282695}" dt="2024-09-24T14:34:49.953" v="447"/>
          <ac:spMkLst>
            <pc:docMk/>
            <pc:sldMk cId="3374638957" sldId="331"/>
            <ac:spMk id="2" creationId="{D047B6CB-4837-3E62-5F44-7663A9397F5C}"/>
          </ac:spMkLst>
        </pc:spChg>
        <pc:spChg chg="mod">
          <ac:chgData name="Emma Milne" userId="4a39f72de45081c2" providerId="LiveId" clId="{4551B34B-1048-8F44-9391-533EB9282695}" dt="2024-09-24T14:36:07.003" v="475" actId="115"/>
          <ac:spMkLst>
            <pc:docMk/>
            <pc:sldMk cId="3374638957" sldId="331"/>
            <ac:spMk id="3" creationId="{732D627A-5A70-53A6-E73D-FD3E59EDA1FA}"/>
          </ac:spMkLst>
        </pc:spChg>
      </pc:sldChg>
      <pc:sldChg chg="addSp delSp modSp new mod modClrScheme chgLayout">
        <pc:chgData name="Emma Milne" userId="4a39f72de45081c2" providerId="LiveId" clId="{4551B34B-1048-8F44-9391-533EB9282695}" dt="2024-09-24T15:31:11.706" v="793"/>
        <pc:sldMkLst>
          <pc:docMk/>
          <pc:sldMk cId="921956662" sldId="332"/>
        </pc:sldMkLst>
        <pc:spChg chg="mod ord">
          <ac:chgData name="Emma Milne" userId="4a39f72de45081c2" providerId="LiveId" clId="{4551B34B-1048-8F44-9391-533EB9282695}" dt="2024-09-24T14:49:57.062" v="544" actId="20577"/>
          <ac:spMkLst>
            <pc:docMk/>
            <pc:sldMk cId="921956662" sldId="332"/>
            <ac:spMk id="2" creationId="{F841AED1-C4AE-1304-5D01-D2A54123C3A6}"/>
          </ac:spMkLst>
        </pc:spChg>
        <pc:spChg chg="del mod ord">
          <ac:chgData name="Emma Milne" userId="4a39f72de45081c2" providerId="LiveId" clId="{4551B34B-1048-8F44-9391-533EB9282695}" dt="2024-09-24T14:49:51.948" v="523" actId="700"/>
          <ac:spMkLst>
            <pc:docMk/>
            <pc:sldMk cId="921956662" sldId="332"/>
            <ac:spMk id="3" creationId="{54AE0AB6-317A-313F-0A5A-29D3FEDDC8E3}"/>
          </ac:spMkLst>
        </pc:spChg>
        <pc:spChg chg="add mod ord">
          <ac:chgData name="Emma Milne" userId="4a39f72de45081c2" providerId="LiveId" clId="{4551B34B-1048-8F44-9391-533EB9282695}" dt="2024-09-24T15:29:24.872" v="792" actId="20577"/>
          <ac:spMkLst>
            <pc:docMk/>
            <pc:sldMk cId="921956662" sldId="332"/>
            <ac:spMk id="4" creationId="{69E045A8-C143-E2EA-F81F-F93BC3F7BC20}"/>
          </ac:spMkLst>
        </pc:spChg>
        <pc:spChg chg="add del mod ord">
          <ac:chgData name="Emma Milne" userId="4a39f72de45081c2" providerId="LiveId" clId="{4551B34B-1048-8F44-9391-533EB9282695}" dt="2024-09-24T15:29:11.236" v="788" actId="931"/>
          <ac:spMkLst>
            <pc:docMk/>
            <pc:sldMk cId="921956662" sldId="332"/>
            <ac:spMk id="5" creationId="{9C6863CF-D787-8B1F-9DBB-8B11AB8C67DC}"/>
          </ac:spMkLst>
        </pc:spChg>
        <pc:picChg chg="add mod">
          <ac:chgData name="Emma Milne" userId="4a39f72de45081c2" providerId="LiveId" clId="{4551B34B-1048-8F44-9391-533EB9282695}" dt="2024-09-24T15:31:11.706" v="793"/>
          <ac:picMkLst>
            <pc:docMk/>
            <pc:sldMk cId="921956662" sldId="332"/>
            <ac:picMk id="7" creationId="{C8F43F8D-AEA2-34C1-81C7-71915FC7B4A3}"/>
          </ac:picMkLst>
        </pc:picChg>
      </pc:sldChg>
      <pc:sldChg chg="addSp modSp new mod">
        <pc:chgData name="Emma Milne" userId="4a39f72de45081c2" providerId="LiveId" clId="{4551B34B-1048-8F44-9391-533EB9282695}" dt="2024-09-30T10:34:50.618" v="2599" actId="113"/>
        <pc:sldMkLst>
          <pc:docMk/>
          <pc:sldMk cId="1441500631" sldId="333"/>
        </pc:sldMkLst>
        <pc:spChg chg="mod">
          <ac:chgData name="Emma Milne" userId="4a39f72de45081c2" providerId="LiveId" clId="{4551B34B-1048-8F44-9391-533EB9282695}" dt="2024-09-24T15:37:10.191" v="875" actId="20577"/>
          <ac:spMkLst>
            <pc:docMk/>
            <pc:sldMk cId="1441500631" sldId="333"/>
            <ac:spMk id="2" creationId="{0FFFAA44-A803-C79A-5BCB-8F55C5DC21F3}"/>
          </ac:spMkLst>
        </pc:spChg>
        <pc:spChg chg="mod">
          <ac:chgData name="Emma Milne" userId="4a39f72de45081c2" providerId="LiveId" clId="{4551B34B-1048-8F44-9391-533EB9282695}" dt="2024-09-24T15:38:25.709" v="992" actId="20577"/>
          <ac:spMkLst>
            <pc:docMk/>
            <pc:sldMk cId="1441500631" sldId="333"/>
            <ac:spMk id="3" creationId="{5434C434-89C9-6AF2-1830-A8260C44797A}"/>
          </ac:spMkLst>
        </pc:spChg>
        <pc:spChg chg="mod">
          <ac:chgData name="Emma Milne" userId="4a39f72de45081c2" providerId="LiveId" clId="{4551B34B-1048-8F44-9391-533EB9282695}" dt="2024-09-30T10:34:50.618" v="2599" actId="113"/>
          <ac:spMkLst>
            <pc:docMk/>
            <pc:sldMk cId="1441500631" sldId="333"/>
            <ac:spMk id="4" creationId="{A86BB5E7-6BE0-B2C1-B825-55F77B05CE94}"/>
          </ac:spMkLst>
        </pc:spChg>
        <pc:spChg chg="mod">
          <ac:chgData name="Emma Milne" userId="4a39f72de45081c2" providerId="LiveId" clId="{4551B34B-1048-8F44-9391-533EB9282695}" dt="2024-09-24T15:37:17.077" v="898" actId="20577"/>
          <ac:spMkLst>
            <pc:docMk/>
            <pc:sldMk cId="1441500631" sldId="333"/>
            <ac:spMk id="5" creationId="{2DFBD566-A354-63E1-C90C-65D644E2E264}"/>
          </ac:spMkLst>
        </pc:spChg>
        <pc:spChg chg="mod">
          <ac:chgData name="Emma Milne" userId="4a39f72de45081c2" providerId="LiveId" clId="{4551B34B-1048-8F44-9391-533EB9282695}" dt="2024-09-24T15:37:21.717" v="914" actId="20577"/>
          <ac:spMkLst>
            <pc:docMk/>
            <pc:sldMk cId="1441500631" sldId="333"/>
            <ac:spMk id="6" creationId="{356B8F0F-3E4D-E22E-35EC-A34CF176129E}"/>
          </ac:spMkLst>
        </pc:spChg>
        <pc:spChg chg="add mod">
          <ac:chgData name="Emma Milne" userId="4a39f72de45081c2" providerId="LiveId" clId="{4551B34B-1048-8F44-9391-533EB9282695}" dt="2024-09-30T10:34:44.220" v="2595" actId="1076"/>
          <ac:spMkLst>
            <pc:docMk/>
            <pc:sldMk cId="1441500631" sldId="333"/>
            <ac:spMk id="7" creationId="{841FCFC0-ACD9-03B6-16D3-1C42137690D3}"/>
          </ac:spMkLst>
        </pc:spChg>
      </pc:sldChg>
      <pc:sldChg chg="addSp delSp modSp new mod modClrScheme chgLayout">
        <pc:chgData name="Emma Milne" userId="4a39f72de45081c2" providerId="LiveId" clId="{4551B34B-1048-8F44-9391-533EB9282695}" dt="2024-09-24T15:42:08.745" v="1320" actId="242"/>
        <pc:sldMkLst>
          <pc:docMk/>
          <pc:sldMk cId="1164157984" sldId="334"/>
        </pc:sldMkLst>
        <pc:spChg chg="mod ord">
          <ac:chgData name="Emma Milne" userId="4a39f72de45081c2" providerId="LiveId" clId="{4551B34B-1048-8F44-9391-533EB9282695}" dt="2024-09-24T15:41:53.839" v="1318" actId="700"/>
          <ac:spMkLst>
            <pc:docMk/>
            <pc:sldMk cId="1164157984" sldId="334"/>
            <ac:spMk id="2" creationId="{29643D14-BF98-FBB6-B203-BAB0DD5C365F}"/>
          </ac:spMkLst>
        </pc:spChg>
        <pc:spChg chg="mod ord">
          <ac:chgData name="Emma Milne" userId="4a39f72de45081c2" providerId="LiveId" clId="{4551B34B-1048-8F44-9391-533EB9282695}" dt="2024-09-24T15:42:08.745" v="1320" actId="242"/>
          <ac:spMkLst>
            <pc:docMk/>
            <pc:sldMk cId="1164157984" sldId="334"/>
            <ac:spMk id="3" creationId="{51BA851A-7518-787E-677E-664DD2115079}"/>
          </ac:spMkLst>
        </pc:spChg>
        <pc:spChg chg="add del mod ord">
          <ac:chgData name="Emma Milne" userId="4a39f72de45081c2" providerId="LiveId" clId="{4551B34B-1048-8F44-9391-533EB9282695}" dt="2024-09-24T15:42:00.820" v="1319" actId="931"/>
          <ac:spMkLst>
            <pc:docMk/>
            <pc:sldMk cId="1164157984" sldId="334"/>
            <ac:spMk id="4" creationId="{1A65DCD4-475C-7E4F-92EC-4265339E7F28}"/>
          </ac:spMkLst>
        </pc:spChg>
        <pc:picChg chg="add mod">
          <ac:chgData name="Emma Milne" userId="4a39f72de45081c2" providerId="LiveId" clId="{4551B34B-1048-8F44-9391-533EB9282695}" dt="2024-09-24T15:42:00.820" v="1319" actId="931"/>
          <ac:picMkLst>
            <pc:docMk/>
            <pc:sldMk cId="1164157984" sldId="334"/>
            <ac:picMk id="6" creationId="{B86485C7-45E0-8BD4-C72C-FBD913C3C54F}"/>
          </ac:picMkLst>
        </pc:picChg>
      </pc:sldChg>
      <pc:sldChg chg="modSp new mod">
        <pc:chgData name="Emma Milne" userId="4a39f72de45081c2" providerId="LiveId" clId="{4551B34B-1048-8F44-9391-533EB9282695}" dt="2024-09-24T15:49:46.300" v="1352" actId="20577"/>
        <pc:sldMkLst>
          <pc:docMk/>
          <pc:sldMk cId="3210798373" sldId="335"/>
        </pc:sldMkLst>
        <pc:spChg chg="mod">
          <ac:chgData name="Emma Milne" userId="4a39f72de45081c2" providerId="LiveId" clId="{4551B34B-1048-8F44-9391-533EB9282695}" dt="2024-09-24T15:49:46.300" v="1352" actId="20577"/>
          <ac:spMkLst>
            <pc:docMk/>
            <pc:sldMk cId="3210798373" sldId="335"/>
            <ac:spMk id="2" creationId="{C0E35D09-B225-82D0-80C9-F3B7A31BFE41}"/>
          </ac:spMkLst>
        </pc:spChg>
        <pc:spChg chg="mod">
          <ac:chgData name="Emma Milne" userId="4a39f72de45081c2" providerId="LiveId" clId="{4551B34B-1048-8F44-9391-533EB9282695}" dt="2024-09-24T15:47:00.827" v="1343" actId="115"/>
          <ac:spMkLst>
            <pc:docMk/>
            <pc:sldMk cId="3210798373" sldId="335"/>
            <ac:spMk id="3" creationId="{1F17769E-9A8B-3EE1-4ED8-43B1A0CBCEB0}"/>
          </ac:spMkLst>
        </pc:spChg>
      </pc:sldChg>
      <pc:sldChg chg="modSp new mod">
        <pc:chgData name="Emma Milne" userId="4a39f72de45081c2" providerId="LiveId" clId="{4551B34B-1048-8F44-9391-533EB9282695}" dt="2024-09-30T10:36:01.565" v="2607" actId="27636"/>
        <pc:sldMkLst>
          <pc:docMk/>
          <pc:sldMk cId="1577756649" sldId="336"/>
        </pc:sldMkLst>
        <pc:spChg chg="mod">
          <ac:chgData name="Emma Milne" userId="4a39f72de45081c2" providerId="LiveId" clId="{4551B34B-1048-8F44-9391-533EB9282695}" dt="2024-09-24T15:49:49.610" v="1354"/>
          <ac:spMkLst>
            <pc:docMk/>
            <pc:sldMk cId="1577756649" sldId="336"/>
            <ac:spMk id="2" creationId="{FA4E5A29-721C-B78E-2458-137F4921091C}"/>
          </ac:spMkLst>
        </pc:spChg>
        <pc:spChg chg="mod">
          <ac:chgData name="Emma Milne" userId="4a39f72de45081c2" providerId="LiveId" clId="{4551B34B-1048-8F44-9391-533EB9282695}" dt="2024-09-30T10:36:01.565" v="2607" actId="27636"/>
          <ac:spMkLst>
            <pc:docMk/>
            <pc:sldMk cId="1577756649" sldId="336"/>
            <ac:spMk id="3" creationId="{D5D83E60-235D-AE08-4C64-AA20EAC35B28}"/>
          </ac:spMkLst>
        </pc:spChg>
      </pc:sldChg>
      <pc:sldChg chg="modSp new mod">
        <pc:chgData name="Emma Milne" userId="4a39f72de45081c2" providerId="LiveId" clId="{4551B34B-1048-8F44-9391-533EB9282695}" dt="2024-09-24T16:20:36.322" v="1942" actId="313"/>
        <pc:sldMkLst>
          <pc:docMk/>
          <pc:sldMk cId="3710140488" sldId="337"/>
        </pc:sldMkLst>
        <pc:spChg chg="mod">
          <ac:chgData name="Emma Milne" userId="4a39f72de45081c2" providerId="LiveId" clId="{4551B34B-1048-8F44-9391-533EB9282695}" dt="2024-09-24T16:14:13.214" v="1399"/>
          <ac:spMkLst>
            <pc:docMk/>
            <pc:sldMk cId="3710140488" sldId="337"/>
            <ac:spMk id="2" creationId="{B9EB4325-94C3-7440-2FB6-A4CAB7A4095F}"/>
          </ac:spMkLst>
        </pc:spChg>
        <pc:spChg chg="mod">
          <ac:chgData name="Emma Milne" userId="4a39f72de45081c2" providerId="LiveId" clId="{4551B34B-1048-8F44-9391-533EB9282695}" dt="2024-09-24T16:20:36.322" v="1942" actId="313"/>
          <ac:spMkLst>
            <pc:docMk/>
            <pc:sldMk cId="3710140488" sldId="337"/>
            <ac:spMk id="3" creationId="{9562B4B1-AFF7-BBB8-D096-5AC5FB69F4A4}"/>
          </ac:spMkLst>
        </pc:spChg>
      </pc:sldChg>
      <pc:sldChg chg="modSp new del mod">
        <pc:chgData name="Emma Milne" userId="4a39f72de45081c2" providerId="LiveId" clId="{4551B34B-1048-8F44-9391-533EB9282695}" dt="2024-09-30T10:39:22.744" v="2745" actId="2696"/>
        <pc:sldMkLst>
          <pc:docMk/>
          <pc:sldMk cId="1255458934" sldId="338"/>
        </pc:sldMkLst>
        <pc:spChg chg="mod">
          <ac:chgData name="Emma Milne" userId="4a39f72de45081c2" providerId="LiveId" clId="{4551B34B-1048-8F44-9391-533EB9282695}" dt="2024-09-30T10:28:43.797" v="2197" actId="20577"/>
          <ac:spMkLst>
            <pc:docMk/>
            <pc:sldMk cId="1255458934" sldId="338"/>
            <ac:spMk id="2" creationId="{3194E3EC-901D-DD85-5414-BEF836AA9AAC}"/>
          </ac:spMkLst>
        </pc:spChg>
        <pc:spChg chg="mod">
          <ac:chgData name="Emma Milne" userId="4a39f72de45081c2" providerId="LiveId" clId="{4551B34B-1048-8F44-9391-533EB9282695}" dt="2024-09-30T10:39:07.457" v="2738" actId="27636"/>
          <ac:spMkLst>
            <pc:docMk/>
            <pc:sldMk cId="1255458934" sldId="338"/>
            <ac:spMk id="3" creationId="{DB62D996-2603-D083-1238-30E2B7F32E25}"/>
          </ac:spMkLst>
        </pc:spChg>
      </pc:sldChg>
      <pc:sldChg chg="modSp add mod">
        <pc:chgData name="Emma Milne" userId="4a39f72de45081c2" providerId="LiveId" clId="{4551B34B-1048-8F44-9391-533EB9282695}" dt="2024-09-30T07:56:18.647" v="1946" actId="20577"/>
        <pc:sldMkLst>
          <pc:docMk/>
          <pc:sldMk cId="1200893667" sldId="339"/>
        </pc:sldMkLst>
        <pc:spChg chg="mod">
          <ac:chgData name="Emma Milne" userId="4a39f72de45081c2" providerId="LiveId" clId="{4551B34B-1048-8F44-9391-533EB9282695}" dt="2024-09-30T07:56:18.647" v="1946" actId="20577"/>
          <ac:spMkLst>
            <pc:docMk/>
            <pc:sldMk cId="1200893667" sldId="339"/>
            <ac:spMk id="3" creationId="{B0490906-142B-983F-45BB-4CFFB0AC3295}"/>
          </ac:spMkLst>
        </pc:spChg>
      </pc:sldChg>
      <pc:sldChg chg="add">
        <pc:chgData name="Emma Milne" userId="4a39f72de45081c2" providerId="LiveId" clId="{4551B34B-1048-8F44-9391-533EB9282695}" dt="2024-09-30T07:44:18.509" v="1943"/>
        <pc:sldMkLst>
          <pc:docMk/>
          <pc:sldMk cId="3576966232" sldId="340"/>
        </pc:sldMkLst>
      </pc:sldChg>
      <pc:sldChg chg="modSp new mod">
        <pc:chgData name="Emma Milne" userId="4a39f72de45081c2" providerId="LiveId" clId="{4551B34B-1048-8F44-9391-533EB9282695}" dt="2024-09-30T10:37:50.434" v="2690" actId="20577"/>
        <pc:sldMkLst>
          <pc:docMk/>
          <pc:sldMk cId="658093397" sldId="341"/>
        </pc:sldMkLst>
        <pc:spChg chg="mod">
          <ac:chgData name="Emma Milne" userId="4a39f72de45081c2" providerId="LiveId" clId="{4551B34B-1048-8F44-9391-533EB9282695}" dt="2024-09-30T10:36:51.950" v="2609"/>
          <ac:spMkLst>
            <pc:docMk/>
            <pc:sldMk cId="658093397" sldId="341"/>
            <ac:spMk id="2" creationId="{C08BE1A6-5B3D-7C95-E410-C534761F1ABA}"/>
          </ac:spMkLst>
        </pc:spChg>
        <pc:spChg chg="mod">
          <ac:chgData name="Emma Milne" userId="4a39f72de45081c2" providerId="LiveId" clId="{4551B34B-1048-8F44-9391-533EB9282695}" dt="2024-09-30T10:37:50.434" v="2690" actId="20577"/>
          <ac:spMkLst>
            <pc:docMk/>
            <pc:sldMk cId="658093397" sldId="341"/>
            <ac:spMk id="3" creationId="{DD2DBD65-48A9-AA9E-3540-167C13F11505}"/>
          </ac:spMkLst>
        </pc:spChg>
      </pc:sldChg>
      <pc:sldChg chg="modSp new mod">
        <pc:chgData name="Emma Milne" userId="4a39f72de45081c2" providerId="LiveId" clId="{4551B34B-1048-8F44-9391-533EB9282695}" dt="2024-09-30T10:39:17.885" v="2744" actId="20577"/>
        <pc:sldMkLst>
          <pc:docMk/>
          <pc:sldMk cId="2424337513" sldId="342"/>
        </pc:sldMkLst>
        <pc:spChg chg="mod">
          <ac:chgData name="Emma Milne" userId="4a39f72de45081c2" providerId="LiveId" clId="{4551B34B-1048-8F44-9391-533EB9282695}" dt="2024-09-30T10:38:03.908" v="2691"/>
          <ac:spMkLst>
            <pc:docMk/>
            <pc:sldMk cId="2424337513" sldId="342"/>
            <ac:spMk id="2" creationId="{E1B078CE-C088-B47D-C65B-DE4B4CCDDC08}"/>
          </ac:spMkLst>
        </pc:spChg>
        <pc:spChg chg="mod">
          <ac:chgData name="Emma Milne" userId="4a39f72de45081c2" providerId="LiveId" clId="{4551B34B-1048-8F44-9391-533EB9282695}" dt="2024-09-30T10:39:17.885" v="2744" actId="20577"/>
          <ac:spMkLst>
            <pc:docMk/>
            <pc:sldMk cId="2424337513" sldId="342"/>
            <ac:spMk id="3" creationId="{E2DACFEA-05F7-B202-F339-BC2D30E57C3A}"/>
          </ac:spMkLst>
        </pc:spChg>
      </pc:sldChg>
      <pc:sldChg chg="modSp new mod ord">
        <pc:chgData name="Emma Milne" userId="4a39f72de45081c2" providerId="LiveId" clId="{4551B34B-1048-8F44-9391-533EB9282695}" dt="2024-09-30T10:36:26.616" v="2608" actId="20578"/>
        <pc:sldMkLst>
          <pc:docMk/>
          <pc:sldMk cId="2572826694" sldId="343"/>
        </pc:sldMkLst>
        <pc:spChg chg="mod">
          <ac:chgData name="Emma Milne" userId="4a39f72de45081c2" providerId="LiveId" clId="{4551B34B-1048-8F44-9391-533EB9282695}" dt="2024-09-30T10:35:06.616" v="2603"/>
          <ac:spMkLst>
            <pc:docMk/>
            <pc:sldMk cId="2572826694" sldId="343"/>
            <ac:spMk id="2" creationId="{F104B430-2FCC-412D-E0E5-64C78DFDE0BB}"/>
          </ac:spMkLst>
        </pc:spChg>
        <pc:spChg chg="mod">
          <ac:chgData name="Emma Milne" userId="4a39f72de45081c2" providerId="LiveId" clId="{4551B34B-1048-8F44-9391-533EB9282695}" dt="2024-09-30T10:35:13.012" v="2605" actId="20577"/>
          <ac:spMkLst>
            <pc:docMk/>
            <pc:sldMk cId="2572826694" sldId="343"/>
            <ac:spMk id="3" creationId="{6021DB8C-2AE3-F255-07CB-4BD378747319}"/>
          </ac:spMkLst>
        </pc:spChg>
      </pc:sldChg>
      <pc:sldChg chg="modSp new mod">
        <pc:chgData name="Emma Milne" userId="4a39f72de45081c2" providerId="LiveId" clId="{4551B34B-1048-8F44-9391-533EB9282695}" dt="2024-09-30T11:01:34.111" v="3064" actId="20577"/>
        <pc:sldMkLst>
          <pc:docMk/>
          <pc:sldMk cId="2099979228" sldId="344"/>
        </pc:sldMkLst>
        <pc:spChg chg="mod">
          <ac:chgData name="Emma Milne" userId="4a39f72de45081c2" providerId="LiveId" clId="{4551B34B-1048-8F44-9391-533EB9282695}" dt="2024-09-30T10:41:51.074" v="2750" actId="27636"/>
          <ac:spMkLst>
            <pc:docMk/>
            <pc:sldMk cId="2099979228" sldId="344"/>
            <ac:spMk id="2" creationId="{90DDFA9A-5AB0-00AD-4D42-1E22CE58B65E}"/>
          </ac:spMkLst>
        </pc:spChg>
        <pc:spChg chg="mod">
          <ac:chgData name="Emma Milne" userId="4a39f72de45081c2" providerId="LiveId" clId="{4551B34B-1048-8F44-9391-533EB9282695}" dt="2024-09-30T11:01:34.111" v="3064" actId="20577"/>
          <ac:spMkLst>
            <pc:docMk/>
            <pc:sldMk cId="2099979228" sldId="344"/>
            <ac:spMk id="3" creationId="{3DDCB6AD-2A71-CFAA-CD1E-C2B431C31277}"/>
          </ac:spMkLst>
        </pc:spChg>
      </pc:sldChg>
      <pc:sldChg chg="addSp delSp modSp new mod modClrScheme chgLayout">
        <pc:chgData name="Emma Milne" userId="4a39f72de45081c2" providerId="LiveId" clId="{4551B34B-1048-8F44-9391-533EB9282695}" dt="2024-09-30T10:53:53.807" v="2905"/>
        <pc:sldMkLst>
          <pc:docMk/>
          <pc:sldMk cId="4294613693" sldId="345"/>
        </pc:sldMkLst>
        <pc:spChg chg="mod ord">
          <ac:chgData name="Emma Milne" userId="4a39f72de45081c2" providerId="LiveId" clId="{4551B34B-1048-8F44-9391-533EB9282695}" dt="2024-09-30T10:51:33.553" v="2869" actId="700"/>
          <ac:spMkLst>
            <pc:docMk/>
            <pc:sldMk cId="4294613693" sldId="345"/>
            <ac:spMk id="2" creationId="{18DBB705-E0BD-91AD-2C8E-3E46D78C0F99}"/>
          </ac:spMkLst>
        </pc:spChg>
        <pc:spChg chg="del mod ord">
          <ac:chgData name="Emma Milne" userId="4a39f72de45081c2" providerId="LiveId" clId="{4551B34B-1048-8F44-9391-533EB9282695}" dt="2024-09-30T10:51:33.553" v="2869" actId="700"/>
          <ac:spMkLst>
            <pc:docMk/>
            <pc:sldMk cId="4294613693" sldId="345"/>
            <ac:spMk id="3" creationId="{19116512-4385-ABDB-359D-281149CDF22E}"/>
          </ac:spMkLst>
        </pc:spChg>
        <pc:spChg chg="add del mod ord">
          <ac:chgData name="Emma Milne" userId="4a39f72de45081c2" providerId="LiveId" clId="{4551B34B-1048-8F44-9391-533EB9282695}" dt="2024-09-30T10:52:05.358" v="2893" actId="931"/>
          <ac:spMkLst>
            <pc:docMk/>
            <pc:sldMk cId="4294613693" sldId="345"/>
            <ac:spMk id="4" creationId="{58D976F6-D5BE-03A3-8B38-AEAF289DBDFD}"/>
          </ac:spMkLst>
        </pc:spChg>
        <pc:spChg chg="add del mod ord">
          <ac:chgData name="Emma Milne" userId="4a39f72de45081c2" providerId="LiveId" clId="{4551B34B-1048-8F44-9391-533EB9282695}" dt="2024-09-30T10:52:10.390" v="2894" actId="931"/>
          <ac:spMkLst>
            <pc:docMk/>
            <pc:sldMk cId="4294613693" sldId="345"/>
            <ac:spMk id="5" creationId="{7500C7D5-98A5-DAA7-EA8D-49F5F3ECB0FE}"/>
          </ac:spMkLst>
        </pc:spChg>
        <pc:spChg chg="add mod ord">
          <ac:chgData name="Emma Milne" userId="4a39f72de45081c2" providerId="LiveId" clId="{4551B34B-1048-8F44-9391-533EB9282695}" dt="2024-09-30T10:51:43.651" v="2892" actId="20577"/>
          <ac:spMkLst>
            <pc:docMk/>
            <pc:sldMk cId="4294613693" sldId="345"/>
            <ac:spMk id="6" creationId="{9BBB4EA9-FB13-1B02-C01D-F1EEADC0B9A5}"/>
          </ac:spMkLst>
        </pc:spChg>
        <pc:spChg chg="add mod ord">
          <ac:chgData name="Emma Milne" userId="4a39f72de45081c2" providerId="LiveId" clId="{4551B34B-1048-8F44-9391-533EB9282695}" dt="2024-09-30T10:52:19.251" v="2904" actId="20577"/>
          <ac:spMkLst>
            <pc:docMk/>
            <pc:sldMk cId="4294613693" sldId="345"/>
            <ac:spMk id="7" creationId="{10C615EA-7D91-AD6D-D3E7-6AAA99E7BB74}"/>
          </ac:spMkLst>
        </pc:spChg>
        <pc:picChg chg="add mod">
          <ac:chgData name="Emma Milne" userId="4a39f72de45081c2" providerId="LiveId" clId="{4551B34B-1048-8F44-9391-533EB9282695}" dt="2024-09-30T10:52:16.323" v="2895"/>
          <ac:picMkLst>
            <pc:docMk/>
            <pc:sldMk cId="4294613693" sldId="345"/>
            <ac:picMk id="9" creationId="{32830BC9-57C8-7DA9-C7C1-4D0B3A71B3EE}"/>
          </ac:picMkLst>
        </pc:picChg>
        <pc:picChg chg="add mod">
          <ac:chgData name="Emma Milne" userId="4a39f72de45081c2" providerId="LiveId" clId="{4551B34B-1048-8F44-9391-533EB9282695}" dt="2024-09-30T10:53:53.807" v="2905"/>
          <ac:picMkLst>
            <pc:docMk/>
            <pc:sldMk cId="4294613693" sldId="345"/>
            <ac:picMk id="11" creationId="{6947FE40-5956-BB12-2634-5DECEA81BC4A}"/>
          </ac:picMkLst>
        </pc:picChg>
      </pc:sldChg>
      <pc:sldChg chg="addSp delSp modSp new mod modClrScheme chgLayout">
        <pc:chgData name="Emma Milne" userId="4a39f72de45081c2" providerId="LiveId" clId="{4551B34B-1048-8F44-9391-533EB9282695}" dt="2024-09-30T15:14:05.057" v="8404" actId="313"/>
        <pc:sldMkLst>
          <pc:docMk/>
          <pc:sldMk cId="3582092873" sldId="346"/>
        </pc:sldMkLst>
        <pc:spChg chg="mod ord">
          <ac:chgData name="Emma Milne" userId="4a39f72de45081c2" providerId="LiveId" clId="{4551B34B-1048-8F44-9391-533EB9282695}" dt="2024-09-30T11:03:23.304" v="3138" actId="700"/>
          <ac:spMkLst>
            <pc:docMk/>
            <pc:sldMk cId="3582092873" sldId="346"/>
            <ac:spMk id="2" creationId="{D8BCF2C4-22DB-392F-04ED-C3F1B1A12FB9}"/>
          </ac:spMkLst>
        </pc:spChg>
        <pc:spChg chg="mod ord">
          <ac:chgData name="Emma Milne" userId="4a39f72de45081c2" providerId="LiveId" clId="{4551B34B-1048-8F44-9391-533EB9282695}" dt="2024-09-30T15:14:05.057" v="8404" actId="313"/>
          <ac:spMkLst>
            <pc:docMk/>
            <pc:sldMk cId="3582092873" sldId="346"/>
            <ac:spMk id="3" creationId="{C3525BFD-3DFC-5ADD-1A93-A61F41373CCA}"/>
          </ac:spMkLst>
        </pc:spChg>
        <pc:spChg chg="add del mod ord">
          <ac:chgData name="Emma Milne" userId="4a39f72de45081c2" providerId="LiveId" clId="{4551B34B-1048-8F44-9391-533EB9282695}" dt="2024-09-30T11:04:16.176" v="3295" actId="931"/>
          <ac:spMkLst>
            <pc:docMk/>
            <pc:sldMk cId="3582092873" sldId="346"/>
            <ac:spMk id="4" creationId="{C6BFA979-B242-F82B-AB36-25532A01885C}"/>
          </ac:spMkLst>
        </pc:spChg>
        <pc:spChg chg="add del mod">
          <ac:chgData name="Emma Milne" userId="4a39f72de45081c2" providerId="LiveId" clId="{4551B34B-1048-8F44-9391-533EB9282695}" dt="2024-09-30T11:05:27.633" v="3444" actId="478"/>
          <ac:spMkLst>
            <pc:docMk/>
            <pc:sldMk cId="3582092873" sldId="346"/>
            <ac:spMk id="8" creationId="{1391669A-AE20-AB33-34D3-1D4906C9969B}"/>
          </ac:spMkLst>
        </pc:spChg>
        <pc:picChg chg="add mod">
          <ac:chgData name="Emma Milne" userId="4a39f72de45081c2" providerId="LiveId" clId="{4551B34B-1048-8F44-9391-533EB9282695}" dt="2024-09-30T11:04:16.176" v="3295" actId="931"/>
          <ac:picMkLst>
            <pc:docMk/>
            <pc:sldMk cId="3582092873" sldId="346"/>
            <ac:picMk id="6" creationId="{5074ED6E-2024-AD26-F1AA-CCECE6B65298}"/>
          </ac:picMkLst>
        </pc:picChg>
      </pc:sldChg>
      <pc:sldChg chg="addSp delSp modSp new mod">
        <pc:chgData name="Emma Milne" userId="4a39f72de45081c2" providerId="LiveId" clId="{4551B34B-1048-8F44-9391-533EB9282695}" dt="2024-09-30T14:20:54.785" v="8375" actId="20577"/>
        <pc:sldMkLst>
          <pc:docMk/>
          <pc:sldMk cId="273905348" sldId="347"/>
        </pc:sldMkLst>
        <pc:spChg chg="mod">
          <ac:chgData name="Emma Milne" userId="4a39f72de45081c2" providerId="LiveId" clId="{4551B34B-1048-8F44-9391-533EB9282695}" dt="2024-09-30T11:06:11.443" v="3448"/>
          <ac:spMkLst>
            <pc:docMk/>
            <pc:sldMk cId="273905348" sldId="347"/>
            <ac:spMk id="2" creationId="{BE839756-9F1E-6C07-5B44-7A32CF2BC655}"/>
          </ac:spMkLst>
        </pc:spChg>
        <pc:spChg chg="mod">
          <ac:chgData name="Emma Milne" userId="4a39f72de45081c2" providerId="LiveId" clId="{4551B34B-1048-8F44-9391-533EB9282695}" dt="2024-09-30T14:20:54.785" v="8375" actId="20577"/>
          <ac:spMkLst>
            <pc:docMk/>
            <pc:sldMk cId="273905348" sldId="347"/>
            <ac:spMk id="3" creationId="{CBB1D5CC-2A39-CA71-F5E8-3A037660F67F}"/>
          </ac:spMkLst>
        </pc:spChg>
        <pc:spChg chg="del">
          <ac:chgData name="Emma Milne" userId="4a39f72de45081c2" providerId="LiveId" clId="{4551B34B-1048-8F44-9391-533EB9282695}" dt="2024-09-30T11:06:36.396" v="3449" actId="931"/>
          <ac:spMkLst>
            <pc:docMk/>
            <pc:sldMk cId="273905348" sldId="347"/>
            <ac:spMk id="4" creationId="{35E90257-7767-6186-2BD6-AF11917D5B07}"/>
          </ac:spMkLst>
        </pc:spChg>
        <pc:spChg chg="add del mod">
          <ac:chgData name="Emma Milne" userId="4a39f72de45081c2" providerId="LiveId" clId="{4551B34B-1048-8F44-9391-533EB9282695}" dt="2024-09-30T11:09:10.879" v="3673" actId="931"/>
          <ac:spMkLst>
            <pc:docMk/>
            <pc:sldMk cId="273905348" sldId="347"/>
            <ac:spMk id="8" creationId="{240ADB93-EDEE-8DE0-04DF-93C60D93FB80}"/>
          </ac:spMkLst>
        </pc:spChg>
        <pc:spChg chg="add del mod">
          <ac:chgData name="Emma Milne" userId="4a39f72de45081c2" providerId="LiveId" clId="{4551B34B-1048-8F44-9391-533EB9282695}" dt="2024-09-30T11:09:35.292" v="3678" actId="931"/>
          <ac:spMkLst>
            <pc:docMk/>
            <pc:sldMk cId="273905348" sldId="347"/>
            <ac:spMk id="20" creationId="{5805FDAB-DF32-D6B4-D997-BB17ECD83F6F}"/>
          </ac:spMkLst>
        </pc:spChg>
        <pc:picChg chg="add del mod">
          <ac:chgData name="Emma Milne" userId="4a39f72de45081c2" providerId="LiveId" clId="{4551B34B-1048-8F44-9391-533EB9282695}" dt="2024-09-30T11:08:49.132" v="3670" actId="478"/>
          <ac:picMkLst>
            <pc:docMk/>
            <pc:sldMk cId="273905348" sldId="347"/>
            <ac:picMk id="6" creationId="{638E76BD-B5AD-E520-4E19-9258388A5FB4}"/>
          </ac:picMkLst>
        </pc:picChg>
        <pc:picChg chg="add mod">
          <ac:chgData name="Emma Milne" userId="4a39f72de45081c2" providerId="LiveId" clId="{4551B34B-1048-8F44-9391-533EB9282695}" dt="2024-09-30T11:09:07.595" v="3672" actId="931"/>
          <ac:picMkLst>
            <pc:docMk/>
            <pc:sldMk cId="273905348" sldId="347"/>
            <ac:picMk id="10" creationId="{E2D43EA3-90C8-C847-FCC1-D7696A01E166}"/>
          </ac:picMkLst>
        </pc:picChg>
        <pc:picChg chg="add mod">
          <ac:chgData name="Emma Milne" userId="4a39f72de45081c2" providerId="LiveId" clId="{4551B34B-1048-8F44-9391-533EB9282695}" dt="2024-09-30T11:09:03.900" v="3671" actId="931"/>
          <ac:picMkLst>
            <pc:docMk/>
            <pc:sldMk cId="273905348" sldId="347"/>
            <ac:picMk id="12" creationId="{7FDE67D4-C0F3-7D71-FA5C-05B8587430AB}"/>
          </ac:picMkLst>
        </pc:picChg>
        <pc:picChg chg="add del mod">
          <ac:chgData name="Emma Milne" userId="4a39f72de45081c2" providerId="LiveId" clId="{4551B34B-1048-8F44-9391-533EB9282695}" dt="2024-09-30T11:09:32.282" v="3677" actId="478"/>
          <ac:picMkLst>
            <pc:docMk/>
            <pc:sldMk cId="273905348" sldId="347"/>
            <ac:picMk id="14" creationId="{2D792A70-D9C7-00FF-5800-AA699B2FD54B}"/>
          </ac:picMkLst>
        </pc:picChg>
        <pc:picChg chg="add del mod">
          <ac:chgData name="Emma Milne" userId="4a39f72de45081c2" providerId="LiveId" clId="{4551B34B-1048-8F44-9391-533EB9282695}" dt="2024-09-30T11:09:26.013" v="3676" actId="478"/>
          <ac:picMkLst>
            <pc:docMk/>
            <pc:sldMk cId="273905348" sldId="347"/>
            <ac:picMk id="16" creationId="{0DA259A4-1864-1C2E-83E5-D7181C2859B0}"/>
          </ac:picMkLst>
        </pc:picChg>
        <pc:picChg chg="add del mod">
          <ac:chgData name="Emma Milne" userId="4a39f72de45081c2" providerId="LiveId" clId="{4551B34B-1048-8F44-9391-533EB9282695}" dt="2024-09-30T11:09:24.711" v="3675" actId="478"/>
          <ac:picMkLst>
            <pc:docMk/>
            <pc:sldMk cId="273905348" sldId="347"/>
            <ac:picMk id="18" creationId="{37CD8887-B65C-DE6B-36FC-0C021EA3920A}"/>
          </ac:picMkLst>
        </pc:picChg>
        <pc:picChg chg="add mod">
          <ac:chgData name="Emma Milne" userId="4a39f72de45081c2" providerId="LiveId" clId="{4551B34B-1048-8F44-9391-533EB9282695}" dt="2024-09-30T11:09:35.292" v="3678" actId="931"/>
          <ac:picMkLst>
            <pc:docMk/>
            <pc:sldMk cId="273905348" sldId="347"/>
            <ac:picMk id="22" creationId="{DBD022F5-1B8B-AF1D-45BA-D069E3ABD03A}"/>
          </ac:picMkLst>
        </pc:picChg>
      </pc:sldChg>
      <pc:sldChg chg="delSp modSp new mod modClrScheme chgLayout">
        <pc:chgData name="Emma Milne" userId="4a39f72de45081c2" providerId="LiveId" clId="{4551B34B-1048-8F44-9391-533EB9282695}" dt="2024-09-30T11:14:29.689" v="3983" actId="313"/>
        <pc:sldMkLst>
          <pc:docMk/>
          <pc:sldMk cId="3689634030" sldId="348"/>
        </pc:sldMkLst>
        <pc:spChg chg="mod ord">
          <ac:chgData name="Emma Milne" userId="4a39f72de45081c2" providerId="LiveId" clId="{4551B34B-1048-8F44-9391-533EB9282695}" dt="2024-09-30T11:11:09.639" v="3754" actId="700"/>
          <ac:spMkLst>
            <pc:docMk/>
            <pc:sldMk cId="3689634030" sldId="348"/>
            <ac:spMk id="2" creationId="{94650565-741F-F732-08F8-8EC587C17783}"/>
          </ac:spMkLst>
        </pc:spChg>
        <pc:spChg chg="mod ord">
          <ac:chgData name="Emma Milne" userId="4a39f72de45081c2" providerId="LiveId" clId="{4551B34B-1048-8F44-9391-533EB9282695}" dt="2024-09-30T11:14:29.689" v="3983" actId="313"/>
          <ac:spMkLst>
            <pc:docMk/>
            <pc:sldMk cId="3689634030" sldId="348"/>
            <ac:spMk id="3" creationId="{733501AB-6C50-310C-4B38-3816AEEB2337}"/>
          </ac:spMkLst>
        </pc:spChg>
        <pc:spChg chg="del">
          <ac:chgData name="Emma Milne" userId="4a39f72de45081c2" providerId="LiveId" clId="{4551B34B-1048-8F44-9391-533EB9282695}" dt="2024-09-30T11:11:09.639" v="3754" actId="700"/>
          <ac:spMkLst>
            <pc:docMk/>
            <pc:sldMk cId="3689634030" sldId="348"/>
            <ac:spMk id="4" creationId="{95F7B577-57D3-3DB6-6B7D-93ECF1DD093A}"/>
          </ac:spMkLst>
        </pc:spChg>
      </pc:sldChg>
      <pc:sldChg chg="modSp new mod">
        <pc:chgData name="Emma Milne" userId="4a39f72de45081c2" providerId="LiveId" clId="{4551B34B-1048-8F44-9391-533EB9282695}" dt="2024-09-30T11:47:01.574" v="4670" actId="115"/>
        <pc:sldMkLst>
          <pc:docMk/>
          <pc:sldMk cId="1933545526" sldId="349"/>
        </pc:sldMkLst>
        <pc:spChg chg="mod">
          <ac:chgData name="Emma Milne" userId="4a39f72de45081c2" providerId="LiveId" clId="{4551B34B-1048-8F44-9391-533EB9282695}" dt="2024-09-30T11:15:10.688" v="3988" actId="27636"/>
          <ac:spMkLst>
            <pc:docMk/>
            <pc:sldMk cId="1933545526" sldId="349"/>
            <ac:spMk id="2" creationId="{5A1A9E5A-596A-088E-82C0-E071EB440B07}"/>
          </ac:spMkLst>
        </pc:spChg>
        <pc:spChg chg="mod">
          <ac:chgData name="Emma Milne" userId="4a39f72de45081c2" providerId="LiveId" clId="{4551B34B-1048-8F44-9391-533EB9282695}" dt="2024-09-30T11:47:01.574" v="4670" actId="115"/>
          <ac:spMkLst>
            <pc:docMk/>
            <pc:sldMk cId="1933545526" sldId="349"/>
            <ac:spMk id="3" creationId="{EF453075-CE8B-365D-DDA6-331500F7E270}"/>
          </ac:spMkLst>
        </pc:spChg>
      </pc:sldChg>
      <pc:sldChg chg="addSp delSp modSp new mod modClrScheme modAnim chgLayout">
        <pc:chgData name="Emma Milne" userId="4a39f72de45081c2" providerId="LiveId" clId="{4551B34B-1048-8F44-9391-533EB9282695}" dt="2024-09-30T12:29:33.920" v="5200"/>
        <pc:sldMkLst>
          <pc:docMk/>
          <pc:sldMk cId="1988176353" sldId="350"/>
        </pc:sldMkLst>
        <pc:spChg chg="mod ord">
          <ac:chgData name="Emma Milne" userId="4a39f72de45081c2" providerId="LiveId" clId="{4551B34B-1048-8F44-9391-533EB9282695}" dt="2024-09-30T11:52:44.343" v="4760" actId="27636"/>
          <ac:spMkLst>
            <pc:docMk/>
            <pc:sldMk cId="1988176353" sldId="350"/>
            <ac:spMk id="2" creationId="{C5B133D0-F245-44FB-CB3A-6F2F3023AA90}"/>
          </ac:spMkLst>
        </pc:spChg>
        <pc:spChg chg="del mod ord">
          <ac:chgData name="Emma Milne" userId="4a39f72de45081c2" providerId="LiveId" clId="{4551B34B-1048-8F44-9391-533EB9282695}" dt="2024-09-30T11:52:44.322" v="4759" actId="700"/>
          <ac:spMkLst>
            <pc:docMk/>
            <pc:sldMk cId="1988176353" sldId="350"/>
            <ac:spMk id="3" creationId="{01603E4B-9746-D405-570C-7A2122BC5B77}"/>
          </ac:spMkLst>
        </pc:spChg>
        <pc:spChg chg="add del mod ord">
          <ac:chgData name="Emma Milne" userId="4a39f72de45081c2" providerId="LiveId" clId="{4551B34B-1048-8F44-9391-533EB9282695}" dt="2024-09-30T12:08:00.421" v="5097" actId="113"/>
          <ac:spMkLst>
            <pc:docMk/>
            <pc:sldMk cId="1988176353" sldId="350"/>
            <ac:spMk id="4" creationId="{05EF462A-2282-DA52-687F-8A3464B1ED24}"/>
          </ac:spMkLst>
        </pc:spChg>
        <pc:spChg chg="add del mod ord">
          <ac:chgData name="Emma Milne" userId="4a39f72de45081c2" providerId="LiveId" clId="{4551B34B-1048-8F44-9391-533EB9282695}" dt="2024-09-30T11:54:04.873" v="4767" actId="931"/>
          <ac:spMkLst>
            <pc:docMk/>
            <pc:sldMk cId="1988176353" sldId="350"/>
            <ac:spMk id="5" creationId="{7948497A-7BA0-7E71-D781-2BB2BAC4171E}"/>
          </ac:spMkLst>
        </pc:spChg>
        <pc:spChg chg="add del mod">
          <ac:chgData name="Emma Milne" userId="4a39f72de45081c2" providerId="LiveId" clId="{4551B34B-1048-8F44-9391-533EB9282695}" dt="2024-09-30T11:54:56.217" v="4777" actId="931"/>
          <ac:spMkLst>
            <pc:docMk/>
            <pc:sldMk cId="1988176353" sldId="350"/>
            <ac:spMk id="19" creationId="{83DE82F1-D5D5-8801-F4AF-8B869726C89A}"/>
          </ac:spMkLst>
        </pc:spChg>
        <pc:spChg chg="add mod">
          <ac:chgData name="Emma Milne" userId="4a39f72de45081c2" providerId="LiveId" clId="{4551B34B-1048-8F44-9391-533EB9282695}" dt="2024-09-30T12:29:24.864" v="5198" actId="1076"/>
          <ac:spMkLst>
            <pc:docMk/>
            <pc:sldMk cId="1988176353" sldId="350"/>
            <ac:spMk id="22" creationId="{D88B881D-28A3-97AB-1D4A-16C9BF2F3675}"/>
          </ac:spMkLst>
        </pc:spChg>
        <pc:picChg chg="add mod">
          <ac:chgData name="Emma Milne" userId="4a39f72de45081c2" providerId="LiveId" clId="{4551B34B-1048-8F44-9391-533EB9282695}" dt="2024-09-30T11:53:16.509" v="4762" actId="931"/>
          <ac:picMkLst>
            <pc:docMk/>
            <pc:sldMk cId="1988176353" sldId="350"/>
            <ac:picMk id="7" creationId="{98C41CBE-D3FC-9269-9371-ACF1404FCDAE}"/>
          </ac:picMkLst>
        </pc:picChg>
        <pc:picChg chg="add mod">
          <ac:chgData name="Emma Milne" userId="4a39f72de45081c2" providerId="LiveId" clId="{4551B34B-1048-8F44-9391-533EB9282695}" dt="2024-09-30T11:53:24.124" v="4764" actId="931"/>
          <ac:picMkLst>
            <pc:docMk/>
            <pc:sldMk cId="1988176353" sldId="350"/>
            <ac:picMk id="9" creationId="{5AEF1EB4-C669-F484-5A1E-3659B1642A34}"/>
          </ac:picMkLst>
        </pc:picChg>
        <pc:picChg chg="add mod">
          <ac:chgData name="Emma Milne" userId="4a39f72de45081c2" providerId="LiveId" clId="{4551B34B-1048-8F44-9391-533EB9282695}" dt="2024-09-30T11:53:32.891" v="4766" actId="931"/>
          <ac:picMkLst>
            <pc:docMk/>
            <pc:sldMk cId="1988176353" sldId="350"/>
            <ac:picMk id="11" creationId="{718D183F-1127-3A98-9A28-799BBD363BD6}"/>
          </ac:picMkLst>
        </pc:picChg>
        <pc:picChg chg="add del mod">
          <ac:chgData name="Emma Milne" userId="4a39f72de45081c2" providerId="LiveId" clId="{4551B34B-1048-8F44-9391-533EB9282695}" dt="2024-09-30T11:54:50.410" v="4775" actId="478"/>
          <ac:picMkLst>
            <pc:docMk/>
            <pc:sldMk cId="1988176353" sldId="350"/>
            <ac:picMk id="13" creationId="{08622EF1-506F-11AB-0B64-7965B85956B6}"/>
          </ac:picMkLst>
        </pc:picChg>
        <pc:picChg chg="add mod">
          <ac:chgData name="Emma Milne" userId="4a39f72de45081c2" providerId="LiveId" clId="{4551B34B-1048-8F44-9391-533EB9282695}" dt="2024-09-30T11:54:34.108" v="4770" actId="931"/>
          <ac:picMkLst>
            <pc:docMk/>
            <pc:sldMk cId="1988176353" sldId="350"/>
            <ac:picMk id="15" creationId="{7637F666-E9C5-61B2-FADC-3E5CE6EF34A3}"/>
          </ac:picMkLst>
        </pc:picChg>
        <pc:picChg chg="add del mod">
          <ac:chgData name="Emma Milne" userId="4a39f72de45081c2" providerId="LiveId" clId="{4551B34B-1048-8F44-9391-533EB9282695}" dt="2024-09-30T11:54:52.838" v="4776" actId="478"/>
          <ac:picMkLst>
            <pc:docMk/>
            <pc:sldMk cId="1988176353" sldId="350"/>
            <ac:picMk id="17" creationId="{6C91D9E2-6A95-CF29-9BE4-19972C82266C}"/>
          </ac:picMkLst>
        </pc:picChg>
        <pc:picChg chg="add mod">
          <ac:chgData name="Emma Milne" userId="4a39f72de45081c2" providerId="LiveId" clId="{4551B34B-1048-8F44-9391-533EB9282695}" dt="2024-09-30T12:29:28.681" v="5199" actId="1076"/>
          <ac:picMkLst>
            <pc:docMk/>
            <pc:sldMk cId="1988176353" sldId="350"/>
            <ac:picMk id="21" creationId="{3B22D099-47E8-0399-8391-3E81668E6A22}"/>
          </ac:picMkLst>
        </pc:picChg>
      </pc:sldChg>
      <pc:sldChg chg="modSp new mod">
        <pc:chgData name="Emma Milne" userId="4a39f72de45081c2" providerId="LiveId" clId="{4551B34B-1048-8F44-9391-533EB9282695}" dt="2024-09-30T14:01:36.357" v="7633" actId="20577"/>
        <pc:sldMkLst>
          <pc:docMk/>
          <pc:sldMk cId="3318407218" sldId="351"/>
        </pc:sldMkLst>
        <pc:spChg chg="mod">
          <ac:chgData name="Emma Milne" userId="4a39f72de45081c2" providerId="LiveId" clId="{4551B34B-1048-8F44-9391-533EB9282695}" dt="2024-09-30T13:47:40.169" v="6907"/>
          <ac:spMkLst>
            <pc:docMk/>
            <pc:sldMk cId="3318407218" sldId="351"/>
            <ac:spMk id="2" creationId="{1D363DA0-8DB2-D82C-8370-D93E50D17092}"/>
          </ac:spMkLst>
        </pc:spChg>
        <pc:spChg chg="mod">
          <ac:chgData name="Emma Milne" userId="4a39f72de45081c2" providerId="LiveId" clId="{4551B34B-1048-8F44-9391-533EB9282695}" dt="2024-09-30T14:01:36.357" v="7633" actId="20577"/>
          <ac:spMkLst>
            <pc:docMk/>
            <pc:sldMk cId="3318407218" sldId="351"/>
            <ac:spMk id="3" creationId="{97D42A5E-F275-B2C0-2F1D-FEF39346FD00}"/>
          </ac:spMkLst>
        </pc:spChg>
      </pc:sldChg>
      <pc:sldChg chg="addSp delSp modSp new mod">
        <pc:chgData name="Emma Milne" userId="4a39f72de45081c2" providerId="LiveId" clId="{4551B34B-1048-8F44-9391-533EB9282695}" dt="2024-09-30T14:21:51.880" v="8396" actId="20577"/>
        <pc:sldMkLst>
          <pc:docMk/>
          <pc:sldMk cId="3439429356" sldId="352"/>
        </pc:sldMkLst>
        <pc:spChg chg="mod">
          <ac:chgData name="Emma Milne" userId="4a39f72de45081c2" providerId="LiveId" clId="{4551B34B-1048-8F44-9391-533EB9282695}" dt="2024-09-30T12:08:13.855" v="5100" actId="27636"/>
          <ac:spMkLst>
            <pc:docMk/>
            <pc:sldMk cId="3439429356" sldId="352"/>
            <ac:spMk id="2" creationId="{7207915C-944D-D9E0-12C9-2BA0AC0B0BEF}"/>
          </ac:spMkLst>
        </pc:spChg>
        <pc:spChg chg="mod">
          <ac:chgData name="Emma Milne" userId="4a39f72de45081c2" providerId="LiveId" clId="{4551B34B-1048-8F44-9391-533EB9282695}" dt="2024-09-30T14:21:51.880" v="8396" actId="20577"/>
          <ac:spMkLst>
            <pc:docMk/>
            <pc:sldMk cId="3439429356" sldId="352"/>
            <ac:spMk id="3" creationId="{67114697-D91D-22BE-333D-35DEF3DC2175}"/>
          </ac:spMkLst>
        </pc:spChg>
        <pc:spChg chg="del">
          <ac:chgData name="Emma Milne" userId="4a39f72de45081c2" providerId="LiveId" clId="{4551B34B-1048-8F44-9391-533EB9282695}" dt="2024-09-30T12:34:43.892" v="5607" actId="931"/>
          <ac:spMkLst>
            <pc:docMk/>
            <pc:sldMk cId="3439429356" sldId="352"/>
            <ac:spMk id="4" creationId="{CF4BF636-2146-8EA9-A0F8-8A58F3AAF719}"/>
          </ac:spMkLst>
        </pc:spChg>
        <pc:picChg chg="add mod">
          <ac:chgData name="Emma Milne" userId="4a39f72de45081c2" providerId="LiveId" clId="{4551B34B-1048-8F44-9391-533EB9282695}" dt="2024-09-30T12:36:33.535" v="5612"/>
          <ac:picMkLst>
            <pc:docMk/>
            <pc:sldMk cId="3439429356" sldId="352"/>
            <ac:picMk id="6" creationId="{F5A15461-F391-26F6-250F-080430A8B6F7}"/>
          </ac:picMkLst>
        </pc:picChg>
      </pc:sldChg>
      <pc:sldChg chg="addSp delSp modSp new mod modClrScheme chgLayout">
        <pc:chgData name="Emma Milne" userId="4a39f72de45081c2" providerId="LiveId" clId="{4551B34B-1048-8F44-9391-533EB9282695}" dt="2024-09-30T12:45:06.708" v="6128" actId="20577"/>
        <pc:sldMkLst>
          <pc:docMk/>
          <pc:sldMk cId="582053178" sldId="353"/>
        </pc:sldMkLst>
        <pc:spChg chg="del mod ord">
          <ac:chgData name="Emma Milne" userId="4a39f72de45081c2" providerId="LiveId" clId="{4551B34B-1048-8F44-9391-533EB9282695}" dt="2024-09-30T12:37:14.235" v="5614" actId="700"/>
          <ac:spMkLst>
            <pc:docMk/>
            <pc:sldMk cId="582053178" sldId="353"/>
            <ac:spMk id="2" creationId="{BB3C8F52-FB92-4EAD-12B7-96786016CA45}"/>
          </ac:spMkLst>
        </pc:spChg>
        <pc:spChg chg="del mod ord">
          <ac:chgData name="Emma Milne" userId="4a39f72de45081c2" providerId="LiveId" clId="{4551B34B-1048-8F44-9391-533EB9282695}" dt="2024-09-30T12:37:14.235" v="5614" actId="700"/>
          <ac:spMkLst>
            <pc:docMk/>
            <pc:sldMk cId="582053178" sldId="353"/>
            <ac:spMk id="3" creationId="{FD213FFB-51ED-D6EA-82D4-47DC10BBDF77}"/>
          </ac:spMkLst>
        </pc:spChg>
        <pc:spChg chg="del">
          <ac:chgData name="Emma Milne" userId="4a39f72de45081c2" providerId="LiveId" clId="{4551B34B-1048-8F44-9391-533EB9282695}" dt="2024-09-30T12:37:14.235" v="5614" actId="700"/>
          <ac:spMkLst>
            <pc:docMk/>
            <pc:sldMk cId="582053178" sldId="353"/>
            <ac:spMk id="4" creationId="{99F58797-FBAB-C77B-7391-6B72BB6D0E15}"/>
          </ac:spMkLst>
        </pc:spChg>
        <pc:spChg chg="add mod ord">
          <ac:chgData name="Emma Milne" userId="4a39f72de45081c2" providerId="LiveId" clId="{4551B34B-1048-8F44-9391-533EB9282695}" dt="2024-09-30T12:40:33.632" v="5835" actId="27636"/>
          <ac:spMkLst>
            <pc:docMk/>
            <pc:sldMk cId="582053178" sldId="353"/>
            <ac:spMk id="5" creationId="{12639933-BF8F-F167-94E7-9CC82FD63B15}"/>
          </ac:spMkLst>
        </pc:spChg>
        <pc:spChg chg="add mod ord">
          <ac:chgData name="Emma Milne" userId="4a39f72de45081c2" providerId="LiveId" clId="{4551B34B-1048-8F44-9391-533EB9282695}" dt="2024-09-30T12:45:06.708" v="6128" actId="20577"/>
          <ac:spMkLst>
            <pc:docMk/>
            <pc:sldMk cId="582053178" sldId="353"/>
            <ac:spMk id="6" creationId="{FEE2171E-20B5-FFA4-EFAF-C06D45F3935B}"/>
          </ac:spMkLst>
        </pc:spChg>
      </pc:sldChg>
      <pc:sldChg chg="addSp delSp modSp new mod modClrScheme chgLayout">
        <pc:chgData name="Emma Milne" userId="4a39f72de45081c2" providerId="LiveId" clId="{4551B34B-1048-8F44-9391-533EB9282695}" dt="2024-09-30T14:27:28.875" v="8399" actId="931"/>
        <pc:sldMkLst>
          <pc:docMk/>
          <pc:sldMk cId="2298898488" sldId="354"/>
        </pc:sldMkLst>
        <pc:spChg chg="mod ord">
          <ac:chgData name="Emma Milne" userId="4a39f72de45081c2" providerId="LiveId" clId="{4551B34B-1048-8F44-9391-533EB9282695}" dt="2024-09-30T13:18:42.488" v="6261" actId="700"/>
          <ac:spMkLst>
            <pc:docMk/>
            <pc:sldMk cId="2298898488" sldId="354"/>
            <ac:spMk id="2" creationId="{B1E59B10-49F2-6BDB-86F1-402741BC98AD}"/>
          </ac:spMkLst>
        </pc:spChg>
        <pc:spChg chg="mod ord">
          <ac:chgData name="Emma Milne" userId="4a39f72de45081c2" providerId="LiveId" clId="{4551B34B-1048-8F44-9391-533EB9282695}" dt="2024-09-30T13:18:42.488" v="6261" actId="700"/>
          <ac:spMkLst>
            <pc:docMk/>
            <pc:sldMk cId="2298898488" sldId="354"/>
            <ac:spMk id="3" creationId="{4F76844C-AC59-4ABA-B87E-FF0C4F2E03F1}"/>
          </ac:spMkLst>
        </pc:spChg>
        <pc:spChg chg="add del mod ord">
          <ac:chgData name="Emma Milne" userId="4a39f72de45081c2" providerId="LiveId" clId="{4551B34B-1048-8F44-9391-533EB9282695}" dt="2024-09-30T14:27:28.875" v="8399" actId="931"/>
          <ac:spMkLst>
            <pc:docMk/>
            <pc:sldMk cId="2298898488" sldId="354"/>
            <ac:spMk id="4" creationId="{809DDEA2-06DF-9010-B6B7-BB89E95F1AF0}"/>
          </ac:spMkLst>
        </pc:spChg>
        <pc:picChg chg="add mod">
          <ac:chgData name="Emma Milne" userId="4a39f72de45081c2" providerId="LiveId" clId="{4551B34B-1048-8F44-9391-533EB9282695}" dt="2024-09-30T14:27:28.875" v="8399" actId="931"/>
          <ac:picMkLst>
            <pc:docMk/>
            <pc:sldMk cId="2298898488" sldId="354"/>
            <ac:picMk id="6" creationId="{849A04D1-BAB0-6BA6-112D-289A471DC078}"/>
          </ac:picMkLst>
        </pc:picChg>
      </pc:sldChg>
      <pc:sldChg chg="delSp modSp add mod delAnim modAnim">
        <pc:chgData name="Emma Milne" userId="4a39f72de45081c2" providerId="LiveId" clId="{4551B34B-1048-8F44-9391-533EB9282695}" dt="2024-09-30T12:50:17.972" v="6146" actId="1037"/>
        <pc:sldMkLst>
          <pc:docMk/>
          <pc:sldMk cId="3484570977" sldId="355"/>
        </pc:sldMkLst>
        <pc:spChg chg="del">
          <ac:chgData name="Emma Milne" userId="4a39f72de45081c2" providerId="LiveId" clId="{4551B34B-1048-8F44-9391-533EB9282695}" dt="2024-09-30T12:49:57.877" v="6139" actId="478"/>
          <ac:spMkLst>
            <pc:docMk/>
            <pc:sldMk cId="3484570977" sldId="355"/>
            <ac:spMk id="2" creationId="{E753CC33-84B8-1DE6-F847-909B8D52A6D1}"/>
          </ac:spMkLst>
        </pc:spChg>
        <pc:spChg chg="mod">
          <ac:chgData name="Emma Milne" userId="4a39f72de45081c2" providerId="LiveId" clId="{4551B34B-1048-8F44-9391-533EB9282695}" dt="2024-09-30T12:50:17.972" v="6146" actId="1037"/>
          <ac:spMkLst>
            <pc:docMk/>
            <pc:sldMk cId="3484570977" sldId="355"/>
            <ac:spMk id="3" creationId="{FEA9B972-C13F-7F73-F0C6-3E4526AF480B}"/>
          </ac:spMkLst>
        </pc:spChg>
      </pc:sldChg>
      <pc:sldChg chg="delSp modSp new mod modClrScheme chgLayout">
        <pc:chgData name="Emma Milne" userId="4a39f72de45081c2" providerId="LiveId" clId="{4551B34B-1048-8F44-9391-533EB9282695}" dt="2024-09-30T14:27:43.463" v="8400" actId="6549"/>
        <pc:sldMkLst>
          <pc:docMk/>
          <pc:sldMk cId="3327774488" sldId="356"/>
        </pc:sldMkLst>
        <pc:spChg chg="mod ord">
          <ac:chgData name="Emma Milne" userId="4a39f72de45081c2" providerId="LiveId" clId="{4551B34B-1048-8F44-9391-533EB9282695}" dt="2024-09-30T13:19:26.166" v="6269" actId="700"/>
          <ac:spMkLst>
            <pc:docMk/>
            <pc:sldMk cId="3327774488" sldId="356"/>
            <ac:spMk id="2" creationId="{1397290D-F101-1260-6791-33617D81777A}"/>
          </ac:spMkLst>
        </pc:spChg>
        <pc:spChg chg="mod ord">
          <ac:chgData name="Emma Milne" userId="4a39f72de45081c2" providerId="LiveId" clId="{4551B34B-1048-8F44-9391-533EB9282695}" dt="2024-09-30T14:27:43.463" v="8400" actId="6549"/>
          <ac:spMkLst>
            <pc:docMk/>
            <pc:sldMk cId="3327774488" sldId="356"/>
            <ac:spMk id="3" creationId="{289F0F4D-595B-24BC-755D-294D0B492FD9}"/>
          </ac:spMkLst>
        </pc:spChg>
        <pc:spChg chg="del">
          <ac:chgData name="Emma Milne" userId="4a39f72de45081c2" providerId="LiveId" clId="{4551B34B-1048-8F44-9391-533EB9282695}" dt="2024-09-30T13:19:26.166" v="6269" actId="700"/>
          <ac:spMkLst>
            <pc:docMk/>
            <pc:sldMk cId="3327774488" sldId="356"/>
            <ac:spMk id="4" creationId="{82FB58DB-10A8-72E3-5453-CAA4BADC8859}"/>
          </ac:spMkLst>
        </pc:spChg>
      </pc:sldChg>
      <pc:sldChg chg="modSp new mod">
        <pc:chgData name="Emma Milne" userId="4a39f72de45081c2" providerId="LiveId" clId="{4551B34B-1048-8F44-9391-533EB9282695}" dt="2024-09-30T13:37:03.756" v="6858" actId="20577"/>
        <pc:sldMkLst>
          <pc:docMk/>
          <pc:sldMk cId="1736351681" sldId="357"/>
        </pc:sldMkLst>
        <pc:spChg chg="mod">
          <ac:chgData name="Emma Milne" userId="4a39f72de45081c2" providerId="LiveId" clId="{4551B34B-1048-8F44-9391-533EB9282695}" dt="2024-09-30T13:23:04.519" v="6316" actId="27636"/>
          <ac:spMkLst>
            <pc:docMk/>
            <pc:sldMk cId="1736351681" sldId="357"/>
            <ac:spMk id="2" creationId="{A9A4BF31-4B3E-376E-AF80-577F824024D5}"/>
          </ac:spMkLst>
        </pc:spChg>
        <pc:spChg chg="mod">
          <ac:chgData name="Emma Milne" userId="4a39f72de45081c2" providerId="LiveId" clId="{4551B34B-1048-8F44-9391-533EB9282695}" dt="2024-09-30T13:37:03.756" v="6858" actId="20577"/>
          <ac:spMkLst>
            <pc:docMk/>
            <pc:sldMk cId="1736351681" sldId="357"/>
            <ac:spMk id="3" creationId="{09F71424-CA51-13E2-1227-F7AB599BB5A0}"/>
          </ac:spMkLst>
        </pc:spChg>
      </pc:sldChg>
      <pc:sldChg chg="modSp new mod">
        <pc:chgData name="Emma Milne" userId="4a39f72de45081c2" providerId="LiveId" clId="{4551B34B-1048-8F44-9391-533EB9282695}" dt="2024-09-30T13:52:33.987" v="7376" actId="20577"/>
        <pc:sldMkLst>
          <pc:docMk/>
          <pc:sldMk cId="1036263480" sldId="358"/>
        </pc:sldMkLst>
        <pc:spChg chg="mod">
          <ac:chgData name="Emma Milne" userId="4a39f72de45081c2" providerId="LiveId" clId="{4551B34B-1048-8F44-9391-533EB9282695}" dt="2024-09-30T13:37:31.996" v="6863" actId="27636"/>
          <ac:spMkLst>
            <pc:docMk/>
            <pc:sldMk cId="1036263480" sldId="358"/>
            <ac:spMk id="2" creationId="{33F2163C-D322-8CC4-550B-A388A693A34F}"/>
          </ac:spMkLst>
        </pc:spChg>
        <pc:spChg chg="mod">
          <ac:chgData name="Emma Milne" userId="4a39f72de45081c2" providerId="LiveId" clId="{4551B34B-1048-8F44-9391-533EB9282695}" dt="2024-09-30T13:52:33.987" v="7376" actId="20577"/>
          <ac:spMkLst>
            <pc:docMk/>
            <pc:sldMk cId="1036263480" sldId="358"/>
            <ac:spMk id="3" creationId="{EE8B968C-0F5D-E8D8-DD32-69D6521FB181}"/>
          </ac:spMkLst>
        </pc:spChg>
      </pc:sldChg>
      <pc:sldChg chg="addSp delSp modSp new mod modClrScheme chgLayout">
        <pc:chgData name="Emma Milne" userId="4a39f72de45081c2" providerId="LiveId" clId="{4551B34B-1048-8F44-9391-533EB9282695}" dt="2024-09-30T14:28:50.852" v="8401" actId="114"/>
        <pc:sldMkLst>
          <pc:docMk/>
          <pc:sldMk cId="3220672602" sldId="359"/>
        </pc:sldMkLst>
        <pc:spChg chg="mod ord">
          <ac:chgData name="Emma Milne" userId="4a39f72de45081c2" providerId="LiveId" clId="{4551B34B-1048-8F44-9391-533EB9282695}" dt="2024-09-30T13:43:11.435" v="6884" actId="700"/>
          <ac:spMkLst>
            <pc:docMk/>
            <pc:sldMk cId="3220672602" sldId="359"/>
            <ac:spMk id="2" creationId="{7E4DD2C3-DB7E-72B3-5120-137AA5BFB96E}"/>
          </ac:spMkLst>
        </pc:spChg>
        <pc:spChg chg="mod ord">
          <ac:chgData name="Emma Milne" userId="4a39f72de45081c2" providerId="LiveId" clId="{4551B34B-1048-8F44-9391-533EB9282695}" dt="2024-09-30T14:28:50.852" v="8401" actId="114"/>
          <ac:spMkLst>
            <pc:docMk/>
            <pc:sldMk cId="3220672602" sldId="359"/>
            <ac:spMk id="3" creationId="{A00ED272-526F-3E10-041C-E18EF95F7915}"/>
          </ac:spMkLst>
        </pc:spChg>
        <pc:spChg chg="add del mod ord">
          <ac:chgData name="Emma Milne" userId="4a39f72de45081c2" providerId="LiveId" clId="{4551B34B-1048-8F44-9391-533EB9282695}" dt="2024-09-30T13:45:15.195" v="6896" actId="931"/>
          <ac:spMkLst>
            <pc:docMk/>
            <pc:sldMk cId="3220672602" sldId="359"/>
            <ac:spMk id="4" creationId="{F0A38EA8-230C-E059-24B8-F53F856D34BC}"/>
          </ac:spMkLst>
        </pc:spChg>
        <pc:spChg chg="add del mod">
          <ac:chgData name="Emma Milne" userId="4a39f72de45081c2" providerId="LiveId" clId="{4551B34B-1048-8F44-9391-533EB9282695}" dt="2024-09-30T13:46:00.960" v="6898" actId="931"/>
          <ac:spMkLst>
            <pc:docMk/>
            <pc:sldMk cId="3220672602" sldId="359"/>
            <ac:spMk id="16" creationId="{19BF92F7-1D26-D195-6018-F71F00504617}"/>
          </ac:spMkLst>
        </pc:spChg>
        <pc:picChg chg="add mod">
          <ac:chgData name="Emma Milne" userId="4a39f72de45081c2" providerId="LiveId" clId="{4551B34B-1048-8F44-9391-533EB9282695}" dt="2024-09-30T13:44:11.016" v="6889" actId="931"/>
          <ac:picMkLst>
            <pc:docMk/>
            <pc:sldMk cId="3220672602" sldId="359"/>
            <ac:picMk id="6" creationId="{EEEDE58E-3F50-C8F0-93CF-A2D3887F83CB}"/>
          </ac:picMkLst>
        </pc:picChg>
        <pc:picChg chg="add mod">
          <ac:chgData name="Emma Milne" userId="4a39f72de45081c2" providerId="LiveId" clId="{4551B34B-1048-8F44-9391-533EB9282695}" dt="2024-09-30T13:44:22.695" v="6891" actId="931"/>
          <ac:picMkLst>
            <pc:docMk/>
            <pc:sldMk cId="3220672602" sldId="359"/>
            <ac:picMk id="8" creationId="{A26BA6E5-6840-C590-A995-4200768A4C72}"/>
          </ac:picMkLst>
        </pc:picChg>
        <pc:picChg chg="add mod">
          <ac:chgData name="Emma Milne" userId="4a39f72de45081c2" providerId="LiveId" clId="{4551B34B-1048-8F44-9391-533EB9282695}" dt="2024-09-30T13:44:39.031" v="6893" actId="931"/>
          <ac:picMkLst>
            <pc:docMk/>
            <pc:sldMk cId="3220672602" sldId="359"/>
            <ac:picMk id="10" creationId="{0AFD46CA-00F5-CD72-7D95-FE8C1D2BB45F}"/>
          </ac:picMkLst>
        </pc:picChg>
        <pc:picChg chg="add mod">
          <ac:chgData name="Emma Milne" userId="4a39f72de45081c2" providerId="LiveId" clId="{4551B34B-1048-8F44-9391-533EB9282695}" dt="2024-09-30T13:44:57.312" v="6895" actId="931"/>
          <ac:picMkLst>
            <pc:docMk/>
            <pc:sldMk cId="3220672602" sldId="359"/>
            <ac:picMk id="12" creationId="{C2AAE253-231B-5E14-5F0F-8F0A25771980}"/>
          </ac:picMkLst>
        </pc:picChg>
        <pc:picChg chg="add del mod">
          <ac:chgData name="Emma Milne" userId="4a39f72de45081c2" providerId="LiveId" clId="{4551B34B-1048-8F44-9391-533EB9282695}" dt="2024-09-30T13:45:55.856" v="6897" actId="478"/>
          <ac:picMkLst>
            <pc:docMk/>
            <pc:sldMk cId="3220672602" sldId="359"/>
            <ac:picMk id="14" creationId="{51FE847C-9AB0-E96E-E7C1-B21C31D6A633}"/>
          </ac:picMkLst>
        </pc:picChg>
        <pc:picChg chg="add mod">
          <ac:chgData name="Emma Milne" userId="4a39f72de45081c2" providerId="LiveId" clId="{4551B34B-1048-8F44-9391-533EB9282695}" dt="2024-09-30T13:46:07.341" v="6901" actId="1076"/>
          <ac:picMkLst>
            <pc:docMk/>
            <pc:sldMk cId="3220672602" sldId="359"/>
            <ac:picMk id="18" creationId="{4747CCF9-65D4-3713-04DE-5ED3546E7B3D}"/>
          </ac:picMkLst>
        </pc:picChg>
        <pc:picChg chg="add mod">
          <ac:chgData name="Emma Milne" userId="4a39f72de45081c2" providerId="LiveId" clId="{4551B34B-1048-8F44-9391-533EB9282695}" dt="2024-09-30T13:46:12.441" v="6904" actId="14100"/>
          <ac:picMkLst>
            <pc:docMk/>
            <pc:sldMk cId="3220672602" sldId="359"/>
            <ac:picMk id="20" creationId="{0D268C11-2513-B206-D239-8A6E4D948BE8}"/>
          </ac:picMkLst>
        </pc:picChg>
      </pc:sldChg>
      <pc:sldChg chg="modSp new del mod">
        <pc:chgData name="Emma Milne" userId="4a39f72de45081c2" providerId="LiveId" clId="{4551B34B-1048-8F44-9391-533EB9282695}" dt="2024-09-30T14:13:09.161" v="8314" actId="2696"/>
        <pc:sldMkLst>
          <pc:docMk/>
          <pc:sldMk cId="3944037588" sldId="360"/>
        </pc:sldMkLst>
        <pc:spChg chg="mod">
          <ac:chgData name="Emma Milne" userId="4a39f72de45081c2" providerId="LiveId" clId="{4551B34B-1048-8F44-9391-533EB9282695}" dt="2024-09-30T14:01:45.415" v="7635"/>
          <ac:spMkLst>
            <pc:docMk/>
            <pc:sldMk cId="3944037588" sldId="360"/>
            <ac:spMk id="2" creationId="{3C9D650F-B359-EFDF-D144-4B10ACCA3C9A}"/>
          </ac:spMkLst>
        </pc:spChg>
        <pc:spChg chg="mod">
          <ac:chgData name="Emma Milne" userId="4a39f72de45081c2" providerId="LiveId" clId="{4551B34B-1048-8F44-9391-533EB9282695}" dt="2024-09-30T14:02:13.042" v="7661" actId="20577"/>
          <ac:spMkLst>
            <pc:docMk/>
            <pc:sldMk cId="3944037588" sldId="360"/>
            <ac:spMk id="3" creationId="{8025C1E1-2BCA-CDAD-2E6E-E2CCBDBF0352}"/>
          </ac:spMkLst>
        </pc:spChg>
      </pc:sldChg>
      <pc:sldChg chg="addSp delSp modSp new mod modClrScheme chgLayout">
        <pc:chgData name="Emma Milne" userId="4a39f72de45081c2" providerId="LiveId" clId="{4551B34B-1048-8F44-9391-533EB9282695}" dt="2024-09-30T14:07:24.336" v="8152"/>
        <pc:sldMkLst>
          <pc:docMk/>
          <pc:sldMk cId="338883470" sldId="361"/>
        </pc:sldMkLst>
        <pc:spChg chg="del mod ord">
          <ac:chgData name="Emma Milne" userId="4a39f72de45081c2" providerId="LiveId" clId="{4551B34B-1048-8F44-9391-533EB9282695}" dt="2024-09-30T14:02:23.314" v="7663" actId="700"/>
          <ac:spMkLst>
            <pc:docMk/>
            <pc:sldMk cId="338883470" sldId="361"/>
            <ac:spMk id="2" creationId="{6D8924FD-7F2D-D96C-2847-C806E568B3E9}"/>
          </ac:spMkLst>
        </pc:spChg>
        <pc:spChg chg="del mod ord">
          <ac:chgData name="Emma Milne" userId="4a39f72de45081c2" providerId="LiveId" clId="{4551B34B-1048-8F44-9391-533EB9282695}" dt="2024-09-30T14:02:23.314" v="7663" actId="700"/>
          <ac:spMkLst>
            <pc:docMk/>
            <pc:sldMk cId="338883470" sldId="361"/>
            <ac:spMk id="3" creationId="{65762E3A-A617-70B9-FF48-7FE479E2A6B2}"/>
          </ac:spMkLst>
        </pc:spChg>
        <pc:spChg chg="add mod ord">
          <ac:chgData name="Emma Milne" userId="4a39f72de45081c2" providerId="LiveId" clId="{4551B34B-1048-8F44-9391-533EB9282695}" dt="2024-09-30T14:02:46.230" v="7698" actId="20577"/>
          <ac:spMkLst>
            <pc:docMk/>
            <pc:sldMk cId="338883470" sldId="361"/>
            <ac:spMk id="4" creationId="{C5638105-73CE-91C3-D699-E45C5F5C58DD}"/>
          </ac:spMkLst>
        </pc:spChg>
        <pc:spChg chg="add mod ord">
          <ac:chgData name="Emma Milne" userId="4a39f72de45081c2" providerId="LiveId" clId="{4551B34B-1048-8F44-9391-533EB9282695}" dt="2024-09-30T14:06:33.117" v="8151" actId="20577"/>
          <ac:spMkLst>
            <pc:docMk/>
            <pc:sldMk cId="338883470" sldId="361"/>
            <ac:spMk id="5" creationId="{D21181F5-FBAD-2BB2-5848-DB433448F2DB}"/>
          </ac:spMkLst>
        </pc:spChg>
        <pc:spChg chg="add del mod ord">
          <ac:chgData name="Emma Milne" userId="4a39f72de45081c2" providerId="LiveId" clId="{4551B34B-1048-8F44-9391-533EB9282695}" dt="2024-09-30T14:02:35.377" v="7664" actId="931"/>
          <ac:spMkLst>
            <pc:docMk/>
            <pc:sldMk cId="338883470" sldId="361"/>
            <ac:spMk id="6" creationId="{2813C502-2AF0-5CF6-3890-61DF03BEA7C1}"/>
          </ac:spMkLst>
        </pc:spChg>
        <pc:picChg chg="add mod">
          <ac:chgData name="Emma Milne" userId="4a39f72de45081c2" providerId="LiveId" clId="{4551B34B-1048-8F44-9391-533EB9282695}" dt="2024-09-30T14:07:24.336" v="8152"/>
          <ac:picMkLst>
            <pc:docMk/>
            <pc:sldMk cId="338883470" sldId="361"/>
            <ac:picMk id="8" creationId="{28A13E66-CC75-3F66-53D4-B93A109A680A}"/>
          </ac:picMkLst>
        </pc:picChg>
      </pc:sldChg>
      <pc:sldChg chg="addSp delSp modSp new mod modClrScheme chgLayout">
        <pc:chgData name="Emma Milne" userId="4a39f72de45081c2" providerId="LiveId" clId="{4551B34B-1048-8F44-9391-533EB9282695}" dt="2024-09-30T14:29:31.347" v="8403" actId="21"/>
        <pc:sldMkLst>
          <pc:docMk/>
          <pc:sldMk cId="2910962488" sldId="362"/>
        </pc:sldMkLst>
        <pc:spChg chg="mod ord">
          <ac:chgData name="Emma Milne" userId="4a39f72de45081c2" providerId="LiveId" clId="{4551B34B-1048-8F44-9391-533EB9282695}" dt="2024-09-30T14:11:02.654" v="8308" actId="700"/>
          <ac:spMkLst>
            <pc:docMk/>
            <pc:sldMk cId="2910962488" sldId="362"/>
            <ac:spMk id="2" creationId="{083CC1B8-060C-E865-E8F0-818A10BEDAD1}"/>
          </ac:spMkLst>
        </pc:spChg>
        <pc:spChg chg="del mod ord">
          <ac:chgData name="Emma Milne" userId="4a39f72de45081c2" providerId="LiveId" clId="{4551B34B-1048-8F44-9391-533EB9282695}" dt="2024-09-30T14:08:43.308" v="8155" actId="700"/>
          <ac:spMkLst>
            <pc:docMk/>
            <pc:sldMk cId="2910962488" sldId="362"/>
            <ac:spMk id="3" creationId="{E3ADDBED-AFEA-A13B-4464-6A4EE3A2580A}"/>
          </ac:spMkLst>
        </pc:spChg>
        <pc:spChg chg="del">
          <ac:chgData name="Emma Milne" userId="4a39f72de45081c2" providerId="LiveId" clId="{4551B34B-1048-8F44-9391-533EB9282695}" dt="2024-09-30T14:08:43.308" v="8155" actId="700"/>
          <ac:spMkLst>
            <pc:docMk/>
            <pc:sldMk cId="2910962488" sldId="362"/>
            <ac:spMk id="4" creationId="{D458522F-97BD-6740-D694-7C29F659ECAD}"/>
          </ac:spMkLst>
        </pc:spChg>
        <pc:spChg chg="add mod ord">
          <ac:chgData name="Emma Milne" userId="4a39f72de45081c2" providerId="LiveId" clId="{4551B34B-1048-8F44-9391-533EB9282695}" dt="2024-09-30T14:29:31.347" v="8403" actId="21"/>
          <ac:spMkLst>
            <pc:docMk/>
            <pc:sldMk cId="2910962488" sldId="362"/>
            <ac:spMk id="5" creationId="{C3384D54-5A25-2437-596E-6510BD66F9E7}"/>
          </ac:spMkLst>
        </pc:spChg>
        <pc:spChg chg="add del mod ord">
          <ac:chgData name="Emma Milne" userId="4a39f72de45081c2" providerId="LiveId" clId="{4551B34B-1048-8F44-9391-533EB9282695}" dt="2024-09-30T14:11:36.263" v="8309" actId="931"/>
          <ac:spMkLst>
            <pc:docMk/>
            <pc:sldMk cId="2910962488" sldId="362"/>
            <ac:spMk id="6" creationId="{0A4E44A0-BFA2-3D80-6664-9C1AA2F33114}"/>
          </ac:spMkLst>
        </pc:spChg>
        <pc:spChg chg="add del mod">
          <ac:chgData name="Emma Milne" userId="4a39f72de45081c2" providerId="LiveId" clId="{4551B34B-1048-8F44-9391-533EB9282695}" dt="2024-09-30T14:12:34.644" v="8311" actId="931"/>
          <ac:spMkLst>
            <pc:docMk/>
            <pc:sldMk cId="2910962488" sldId="362"/>
            <ac:spMk id="10" creationId="{DBC90D55-F8A0-D146-02EF-D44E4D1F06C1}"/>
          </ac:spMkLst>
        </pc:spChg>
        <pc:picChg chg="add del mod">
          <ac:chgData name="Emma Milne" userId="4a39f72de45081c2" providerId="LiveId" clId="{4551B34B-1048-8F44-9391-533EB9282695}" dt="2024-09-30T14:12:28.148" v="8310" actId="478"/>
          <ac:picMkLst>
            <pc:docMk/>
            <pc:sldMk cId="2910962488" sldId="362"/>
            <ac:picMk id="8" creationId="{27B1B3A1-FE23-9AF6-1EB5-4F5046F7F9A2}"/>
          </ac:picMkLst>
        </pc:picChg>
        <pc:picChg chg="add mod">
          <ac:chgData name="Emma Milne" userId="4a39f72de45081c2" providerId="LiveId" clId="{4551B34B-1048-8F44-9391-533EB9282695}" dt="2024-09-30T14:12:34.644" v="8311" actId="931"/>
          <ac:picMkLst>
            <pc:docMk/>
            <pc:sldMk cId="2910962488" sldId="362"/>
            <ac:picMk id="12" creationId="{A14A0D63-4CE7-EEEC-3A4E-AFB646E69CD5}"/>
          </ac:picMkLst>
        </pc:picChg>
      </pc:sldChg>
      <pc:sldMasterChg chg="modSldLayout">
        <pc:chgData name="Emma Milne" userId="4a39f72de45081c2" providerId="LiveId" clId="{4551B34B-1048-8F44-9391-533EB9282695}" dt="2024-09-24T15:36:55.535" v="865" actId="14100"/>
        <pc:sldMasterMkLst>
          <pc:docMk/>
          <pc:sldMasterMk cId="713788537" sldId="2147483648"/>
        </pc:sldMasterMkLst>
        <pc:sldLayoutChg chg="addSp delSp modSp mod">
          <pc:chgData name="Emma Milne" userId="4a39f72de45081c2" providerId="LiveId" clId="{4551B34B-1048-8F44-9391-533EB9282695}" dt="2024-09-24T15:36:55.535" v="865" actId="14100"/>
          <pc:sldLayoutMkLst>
            <pc:docMk/>
            <pc:sldMasterMk cId="713788537" sldId="2147483648"/>
            <pc:sldLayoutMk cId="2435193251" sldId="2147483661"/>
          </pc:sldLayoutMkLst>
          <pc:spChg chg="mod">
            <ac:chgData name="Emma Milne" userId="4a39f72de45081c2" providerId="LiveId" clId="{4551B34B-1048-8F44-9391-533EB9282695}" dt="2024-09-24T15:36:55.535" v="865" actId="14100"/>
            <ac:spMkLst>
              <pc:docMk/>
              <pc:sldMasterMk cId="713788537" sldId="2147483648"/>
              <pc:sldLayoutMk cId="2435193251" sldId="2147483661"/>
              <ac:spMk id="3" creationId="{D8B89A09-CA99-2AD4-DD50-8DEE65B9194E}"/>
            </ac:spMkLst>
          </pc:spChg>
          <pc:spChg chg="add del">
            <ac:chgData name="Emma Milne" userId="4a39f72de45081c2" providerId="LiveId" clId="{4551B34B-1048-8F44-9391-533EB9282695}" dt="2024-09-24T15:36:04.553" v="798" actId="11529"/>
            <ac:spMkLst>
              <pc:docMk/>
              <pc:sldMasterMk cId="713788537" sldId="2147483648"/>
              <pc:sldLayoutMk cId="2435193251" sldId="2147483661"/>
              <ac:spMk id="4" creationId="{7341743B-CB7B-5290-C3EB-8F22C198933A}"/>
            </ac:spMkLst>
          </pc:spChg>
          <pc:spChg chg="add mod">
            <ac:chgData name="Emma Milne" userId="4a39f72de45081c2" providerId="LiveId" clId="{4551B34B-1048-8F44-9391-533EB9282695}" dt="2024-09-24T15:36:37.240" v="861" actId="403"/>
            <ac:spMkLst>
              <pc:docMk/>
              <pc:sldMasterMk cId="713788537" sldId="2147483648"/>
              <pc:sldLayoutMk cId="2435193251" sldId="2147483661"/>
              <ac:spMk id="5" creationId="{5F8C4366-4A63-78EF-FE9B-E6EECF643241}"/>
            </ac:spMkLst>
          </pc:spChg>
          <pc:spChg chg="add mod">
            <ac:chgData name="Emma Milne" userId="4a39f72de45081c2" providerId="LiveId" clId="{4551B34B-1048-8F44-9391-533EB9282695}" dt="2024-09-24T15:36:45.974" v="863" actId="1076"/>
            <ac:spMkLst>
              <pc:docMk/>
              <pc:sldMasterMk cId="713788537" sldId="2147483648"/>
              <pc:sldLayoutMk cId="2435193251" sldId="2147483661"/>
              <ac:spMk id="6" creationId="{929CD658-9B3B-25B2-F8B4-FFD1E3FEA705}"/>
            </ac:spMkLst>
          </pc:spChg>
          <pc:spChg chg="mod">
            <ac:chgData name="Emma Milne" userId="4a39f72de45081c2" providerId="LiveId" clId="{4551B34B-1048-8F44-9391-533EB9282695}" dt="2024-09-24T15:35:45.972" v="796" actId="14100"/>
            <ac:spMkLst>
              <pc:docMk/>
              <pc:sldMasterMk cId="713788537" sldId="2147483648"/>
              <pc:sldLayoutMk cId="2435193251" sldId="2147483661"/>
              <ac:spMk id="9" creationId="{E708C76F-C193-3053-5967-F82EFC73472D}"/>
            </ac:spMkLst>
          </pc:spChg>
          <pc:spChg chg="mod">
            <ac:chgData name="Emma Milne" userId="4a39f72de45081c2" providerId="LiveId" clId="{4551B34B-1048-8F44-9391-533EB9282695}" dt="2024-09-24T15:36:49.655" v="864" actId="14100"/>
            <ac:spMkLst>
              <pc:docMk/>
              <pc:sldMasterMk cId="713788537" sldId="2147483648"/>
              <pc:sldLayoutMk cId="2435193251" sldId="2147483661"/>
              <ac:spMk id="13" creationId="{2887A700-D37D-1685-5AE0-95C005F5DC1A}"/>
            </ac:spMkLst>
          </pc:spChg>
        </pc:sldLayoutChg>
      </pc:sldMasterChg>
      <pc:sldMasterChg chg="new del mod addSldLayout delSldLayout">
        <pc:chgData name="Emma Milne" userId="4a39f72de45081c2" providerId="LiveId" clId="{4551B34B-1048-8F44-9391-533EB9282695}" dt="2024-09-24T15:35:30.683" v="795" actId="6938"/>
        <pc:sldMasterMkLst>
          <pc:docMk/>
          <pc:sldMasterMk cId="3349160279" sldId="2147483661"/>
        </pc:sldMasterMkLst>
        <pc:sldLayoutChg chg="new del replId">
          <pc:chgData name="Emma Milne" userId="4a39f72de45081c2" providerId="LiveId" clId="{4551B34B-1048-8F44-9391-533EB9282695}" dt="2024-09-24T15:35:30.683" v="795" actId="6938"/>
          <pc:sldLayoutMkLst>
            <pc:docMk/>
            <pc:sldMasterMk cId="3349160279" sldId="2147483661"/>
            <pc:sldLayoutMk cId="12082135" sldId="2147483662"/>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3560636349" sldId="2147483663"/>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3454834169" sldId="2147483664"/>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2449539394" sldId="2147483665"/>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3463234416" sldId="2147483666"/>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2971404857" sldId="2147483667"/>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1593929052" sldId="2147483668"/>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463783726" sldId="2147483669"/>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865590647" sldId="2147483670"/>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2687384946" sldId="2147483671"/>
          </pc:sldLayoutMkLst>
        </pc:sldLayoutChg>
        <pc:sldLayoutChg chg="new del replId">
          <pc:chgData name="Emma Milne" userId="4a39f72de45081c2" providerId="LiveId" clId="{4551B34B-1048-8F44-9391-533EB9282695}" dt="2024-09-24T15:35:30.683" v="795" actId="6938"/>
          <pc:sldLayoutMkLst>
            <pc:docMk/>
            <pc:sldMasterMk cId="3349160279" sldId="2147483661"/>
            <pc:sldLayoutMk cId="3407203505" sldId="2147483672"/>
          </pc:sldLayoutMkLst>
        </pc:sldLayoutChg>
      </pc:sldMasterChg>
    </pc:docChg>
  </pc:docChgLst>
  <pc:docChgLst>
    <pc:chgData name="Emma Milne" userId="4a39f72de45081c2" providerId="LiveId" clId="{C1B4049A-0C81-3D4B-A311-9DA2EE922B0F}"/>
    <pc:docChg chg="undo redo custSel addSld delSld modSld">
      <pc:chgData name="Emma Milne" userId="4a39f72de45081c2" providerId="LiveId" clId="{C1B4049A-0C81-3D4B-A311-9DA2EE922B0F}" dt="2024-10-10T07:46:01.933" v="847" actId="114"/>
      <pc:docMkLst>
        <pc:docMk/>
      </pc:docMkLst>
      <pc:sldChg chg="modSp mod">
        <pc:chgData name="Emma Milne" userId="4a39f72de45081c2" providerId="LiveId" clId="{C1B4049A-0C81-3D4B-A311-9DA2EE922B0F}" dt="2024-10-08T04:49:02.221" v="10" actId="20577"/>
        <pc:sldMkLst>
          <pc:docMk/>
          <pc:sldMk cId="3433382789" sldId="288"/>
        </pc:sldMkLst>
        <pc:spChg chg="mod">
          <ac:chgData name="Emma Milne" userId="4a39f72de45081c2" providerId="LiveId" clId="{C1B4049A-0C81-3D4B-A311-9DA2EE922B0F}" dt="2024-10-08T04:49:02.221" v="10" actId="20577"/>
          <ac:spMkLst>
            <pc:docMk/>
            <pc:sldMk cId="3433382789" sldId="288"/>
            <ac:spMk id="3" creationId="{00000000-0000-0000-0000-000000000000}"/>
          </ac:spMkLst>
        </pc:spChg>
        <pc:spChg chg="mod">
          <ac:chgData name="Emma Milne" userId="4a39f72de45081c2" providerId="LiveId" clId="{C1B4049A-0C81-3D4B-A311-9DA2EE922B0F}" dt="2024-10-08T04:48:59.482" v="8" actId="20577"/>
          <ac:spMkLst>
            <pc:docMk/>
            <pc:sldMk cId="3433382789" sldId="288"/>
            <ac:spMk id="4" creationId="{9A606C88-2B97-820A-B558-EAFB98C8012A}"/>
          </ac:spMkLst>
        </pc:spChg>
      </pc:sldChg>
      <pc:sldChg chg="addSp delSp modSp mod chgLayout">
        <pc:chgData name="Emma Milne" userId="4a39f72de45081c2" providerId="LiveId" clId="{C1B4049A-0C81-3D4B-A311-9DA2EE922B0F}" dt="2024-10-09T05:42:29.194" v="70" actId="20577"/>
        <pc:sldMkLst>
          <pc:docMk/>
          <pc:sldMk cId="496070902" sldId="322"/>
        </pc:sldMkLst>
        <pc:spChg chg="mod ord">
          <ac:chgData name="Emma Milne" userId="4a39f72de45081c2" providerId="LiveId" clId="{C1B4049A-0C81-3D4B-A311-9DA2EE922B0F}" dt="2024-10-09T05:06:55.252" v="18" actId="6264"/>
          <ac:spMkLst>
            <pc:docMk/>
            <pc:sldMk cId="496070902" sldId="322"/>
            <ac:spMk id="2" creationId="{C73EB2B9-827F-2980-D655-5481F008960C}"/>
          </ac:spMkLst>
        </pc:spChg>
        <pc:spChg chg="add del mod">
          <ac:chgData name="Emma Milne" userId="4a39f72de45081c2" providerId="LiveId" clId="{C1B4049A-0C81-3D4B-A311-9DA2EE922B0F}" dt="2024-10-09T05:06:55.066" v="16" actId="6264"/>
          <ac:spMkLst>
            <pc:docMk/>
            <pc:sldMk cId="496070902" sldId="322"/>
            <ac:spMk id="3" creationId="{B2746922-2C22-9922-B8D4-16BCB2699D78}"/>
          </ac:spMkLst>
        </pc:spChg>
        <pc:spChg chg="add del mod">
          <ac:chgData name="Emma Milne" userId="4a39f72de45081c2" providerId="LiveId" clId="{C1B4049A-0C81-3D4B-A311-9DA2EE922B0F}" dt="2024-10-09T05:06:55.066" v="16" actId="6264"/>
          <ac:spMkLst>
            <pc:docMk/>
            <pc:sldMk cId="496070902" sldId="322"/>
            <ac:spMk id="4" creationId="{753238A2-66D2-76E4-5F1E-1B347CBA45E5}"/>
          </ac:spMkLst>
        </pc:spChg>
        <pc:spChg chg="add del mod">
          <ac:chgData name="Emma Milne" userId="4a39f72de45081c2" providerId="LiveId" clId="{C1B4049A-0C81-3D4B-A311-9DA2EE922B0F}" dt="2024-10-09T05:06:55.252" v="18" actId="6264"/>
          <ac:spMkLst>
            <pc:docMk/>
            <pc:sldMk cId="496070902" sldId="322"/>
            <ac:spMk id="5" creationId="{97173941-A6D9-208E-5F7B-609E4EAD0830}"/>
          </ac:spMkLst>
        </pc:spChg>
        <pc:spChg chg="add del mod">
          <ac:chgData name="Emma Milne" userId="4a39f72de45081c2" providerId="LiveId" clId="{C1B4049A-0C81-3D4B-A311-9DA2EE922B0F}" dt="2024-10-09T05:06:55.252" v="18" actId="6264"/>
          <ac:spMkLst>
            <pc:docMk/>
            <pc:sldMk cId="496070902" sldId="322"/>
            <ac:spMk id="6" creationId="{1D02CD0A-FECB-CE38-C125-233B1F2ABB24}"/>
          </ac:spMkLst>
        </pc:spChg>
        <pc:spChg chg="mod ord">
          <ac:chgData name="Emma Milne" userId="4a39f72de45081c2" providerId="LiveId" clId="{C1B4049A-0C81-3D4B-A311-9DA2EE922B0F}" dt="2024-10-09T05:42:29.194" v="70" actId="20577"/>
          <ac:spMkLst>
            <pc:docMk/>
            <pc:sldMk cId="496070902" sldId="322"/>
            <ac:spMk id="11" creationId="{7441B202-C928-7117-91B4-23A9EF6E26B5}"/>
          </ac:spMkLst>
        </pc:spChg>
      </pc:sldChg>
      <pc:sldChg chg="new del">
        <pc:chgData name="Emma Milne" userId="4a39f72de45081c2" providerId="LiveId" clId="{C1B4049A-0C81-3D4B-A311-9DA2EE922B0F}" dt="2024-10-09T05:33:13.536" v="27" actId="2696"/>
        <pc:sldMkLst>
          <pc:docMk/>
          <pc:sldMk cId="4162538808" sldId="323"/>
        </pc:sldMkLst>
      </pc:sldChg>
      <pc:sldChg chg="del">
        <pc:chgData name="Emma Milne" userId="4a39f72de45081c2" providerId="LiveId" clId="{C1B4049A-0C81-3D4B-A311-9DA2EE922B0F}" dt="2024-10-08T10:46:34.722" v="11" actId="2696"/>
        <pc:sldMkLst>
          <pc:docMk/>
          <pc:sldMk cId="3576966232" sldId="340"/>
        </pc:sldMkLst>
      </pc:sldChg>
      <pc:sldChg chg="modSp add mod">
        <pc:chgData name="Emma Milne" userId="4a39f72de45081c2" providerId="LiveId" clId="{C1B4049A-0C81-3D4B-A311-9DA2EE922B0F}" dt="2024-10-09T05:33:45.706" v="31" actId="1076"/>
        <pc:sldMkLst>
          <pc:docMk/>
          <pc:sldMk cId="2123168275" sldId="351"/>
        </pc:sldMkLst>
        <pc:spChg chg="mod">
          <ac:chgData name="Emma Milne" userId="4a39f72de45081c2" providerId="LiveId" clId="{C1B4049A-0C81-3D4B-A311-9DA2EE922B0F}" dt="2024-10-09T05:33:45.706" v="31" actId="1076"/>
          <ac:spMkLst>
            <pc:docMk/>
            <pc:sldMk cId="2123168275" sldId="351"/>
            <ac:spMk id="2" creationId="{84EC038D-2C41-4E1E-3528-D2F068F1F141}"/>
          </ac:spMkLst>
        </pc:spChg>
      </pc:sldChg>
      <pc:sldChg chg="addSp delSp modSp new mod chgLayout">
        <pc:chgData name="Emma Milne" userId="4a39f72de45081c2" providerId="LiveId" clId="{C1B4049A-0C81-3D4B-A311-9DA2EE922B0F}" dt="2024-10-09T05:34:12.686" v="57" actId="6264"/>
        <pc:sldMkLst>
          <pc:docMk/>
          <pc:sldMk cId="1365406710" sldId="352"/>
        </pc:sldMkLst>
        <pc:spChg chg="mod ord">
          <ac:chgData name="Emma Milne" userId="4a39f72de45081c2" providerId="LiveId" clId="{C1B4049A-0C81-3D4B-A311-9DA2EE922B0F}" dt="2024-10-09T05:34:12.686" v="57" actId="6264"/>
          <ac:spMkLst>
            <pc:docMk/>
            <pc:sldMk cId="1365406710" sldId="352"/>
            <ac:spMk id="2" creationId="{255830D6-A8B1-9355-FD2B-A67ECE5B2764}"/>
          </ac:spMkLst>
        </pc:spChg>
        <pc:spChg chg="mod ord">
          <ac:chgData name="Emma Milne" userId="4a39f72de45081c2" providerId="LiveId" clId="{C1B4049A-0C81-3D4B-A311-9DA2EE922B0F}" dt="2024-10-09T05:34:12.686" v="57" actId="6264"/>
          <ac:spMkLst>
            <pc:docMk/>
            <pc:sldMk cId="1365406710" sldId="352"/>
            <ac:spMk id="3" creationId="{05AB13CB-F86E-F276-B81F-DEEA1DA14AAE}"/>
          </ac:spMkLst>
        </pc:spChg>
        <pc:spChg chg="add del mod">
          <ac:chgData name="Emma Milne" userId="4a39f72de45081c2" providerId="LiveId" clId="{C1B4049A-0C81-3D4B-A311-9DA2EE922B0F}" dt="2024-10-09T05:34:12.686" v="57" actId="6264"/>
          <ac:spMkLst>
            <pc:docMk/>
            <pc:sldMk cId="1365406710" sldId="352"/>
            <ac:spMk id="4" creationId="{FB72D7EE-8374-9352-F67F-C9A250C6E36F}"/>
          </ac:spMkLst>
        </pc:spChg>
        <pc:spChg chg="add del mod">
          <ac:chgData name="Emma Milne" userId="4a39f72de45081c2" providerId="LiveId" clId="{C1B4049A-0C81-3D4B-A311-9DA2EE922B0F}" dt="2024-10-09T05:34:12.686" v="57" actId="6264"/>
          <ac:spMkLst>
            <pc:docMk/>
            <pc:sldMk cId="1365406710" sldId="352"/>
            <ac:spMk id="5" creationId="{7CF6660A-39B7-9692-4292-56869EC9F457}"/>
          </ac:spMkLst>
        </pc:spChg>
      </pc:sldChg>
      <pc:sldChg chg="addSp delSp modSp new mod chgLayout">
        <pc:chgData name="Emma Milne" userId="4a39f72de45081c2" providerId="LiveId" clId="{C1B4049A-0C81-3D4B-A311-9DA2EE922B0F}" dt="2024-10-09T06:11:23.309" v="80" actId="20577"/>
        <pc:sldMkLst>
          <pc:docMk/>
          <pc:sldMk cId="3685635257" sldId="353"/>
        </pc:sldMkLst>
        <pc:spChg chg="mod ord">
          <ac:chgData name="Emma Milne" userId="4a39f72de45081c2" providerId="LiveId" clId="{C1B4049A-0C81-3D4B-A311-9DA2EE922B0F}" dt="2024-10-09T06:11:06.284" v="74" actId="6264"/>
          <ac:spMkLst>
            <pc:docMk/>
            <pc:sldMk cId="3685635257" sldId="353"/>
            <ac:spMk id="2" creationId="{E83929F8-9841-EDCC-C3F0-9817A71629BA}"/>
          </ac:spMkLst>
        </pc:spChg>
        <pc:spChg chg="mod ord">
          <ac:chgData name="Emma Milne" userId="4a39f72de45081c2" providerId="LiveId" clId="{C1B4049A-0C81-3D4B-A311-9DA2EE922B0F}" dt="2024-10-09T06:11:23.309" v="80" actId="20577"/>
          <ac:spMkLst>
            <pc:docMk/>
            <pc:sldMk cId="3685635257" sldId="353"/>
            <ac:spMk id="3" creationId="{02EC9443-8495-214A-D631-5E2FA5E07179}"/>
          </ac:spMkLst>
        </pc:spChg>
        <pc:spChg chg="add del mod">
          <ac:chgData name="Emma Milne" userId="4a39f72de45081c2" providerId="LiveId" clId="{C1B4049A-0C81-3D4B-A311-9DA2EE922B0F}" dt="2024-10-09T06:11:06.284" v="74" actId="6264"/>
          <ac:spMkLst>
            <pc:docMk/>
            <pc:sldMk cId="3685635257" sldId="353"/>
            <ac:spMk id="4" creationId="{BF89C3F7-8DD0-BE44-7DD7-37F77348F0F9}"/>
          </ac:spMkLst>
        </pc:spChg>
        <pc:spChg chg="add del mod">
          <ac:chgData name="Emma Milne" userId="4a39f72de45081c2" providerId="LiveId" clId="{C1B4049A-0C81-3D4B-A311-9DA2EE922B0F}" dt="2024-10-09T06:11:06.284" v="74" actId="6264"/>
          <ac:spMkLst>
            <pc:docMk/>
            <pc:sldMk cId="3685635257" sldId="353"/>
            <ac:spMk id="5" creationId="{549D1442-568A-4F0E-B0FE-F3B7521253C7}"/>
          </ac:spMkLst>
        </pc:spChg>
      </pc:sldChg>
      <pc:sldChg chg="addSp delSp modSp new mod">
        <pc:chgData name="Emma Milne" userId="4a39f72de45081c2" providerId="LiveId" clId="{C1B4049A-0C81-3D4B-A311-9DA2EE922B0F}" dt="2024-10-09T06:13:50.852" v="195" actId="207"/>
        <pc:sldMkLst>
          <pc:docMk/>
          <pc:sldMk cId="1890659600" sldId="354"/>
        </pc:sldMkLst>
        <pc:spChg chg="mod">
          <ac:chgData name="Emma Milne" userId="4a39f72de45081c2" providerId="LiveId" clId="{C1B4049A-0C81-3D4B-A311-9DA2EE922B0F}" dt="2024-10-09T06:11:31.791" v="82"/>
          <ac:spMkLst>
            <pc:docMk/>
            <pc:sldMk cId="1890659600" sldId="354"/>
            <ac:spMk id="2" creationId="{D8CB6C03-1723-F8D4-27B1-90A18FC3364B}"/>
          </ac:spMkLst>
        </pc:spChg>
        <pc:spChg chg="del">
          <ac:chgData name="Emma Milne" userId="4a39f72de45081c2" providerId="LiveId" clId="{C1B4049A-0C81-3D4B-A311-9DA2EE922B0F}" dt="2024-10-09T06:11:39.176" v="83"/>
          <ac:spMkLst>
            <pc:docMk/>
            <pc:sldMk cId="1890659600" sldId="354"/>
            <ac:spMk id="3" creationId="{9DDCAB04-3D50-3F35-C3C4-4576ABA75372}"/>
          </ac:spMkLst>
        </pc:spChg>
        <pc:spChg chg="add del mod">
          <ac:chgData name="Emma Milne" userId="4a39f72de45081c2" providerId="LiveId" clId="{C1B4049A-0C81-3D4B-A311-9DA2EE922B0F}" dt="2024-10-09T06:12:19.708" v="85" actId="1032"/>
          <ac:spMkLst>
            <pc:docMk/>
            <pc:sldMk cId="1890659600" sldId="354"/>
            <ac:spMk id="6" creationId="{FEC4FEC9-4B03-A5AA-7F96-A31BDE725715}"/>
          </ac:spMkLst>
        </pc:spChg>
        <pc:graphicFrameChg chg="add mod modGraphic">
          <ac:chgData name="Emma Milne" userId="4a39f72de45081c2" providerId="LiveId" clId="{C1B4049A-0C81-3D4B-A311-9DA2EE922B0F}" dt="2024-10-09T06:13:50.852" v="195" actId="207"/>
          <ac:graphicFrameMkLst>
            <pc:docMk/>
            <pc:sldMk cId="1890659600" sldId="354"/>
            <ac:graphicFrameMk id="7" creationId="{A1E9C738-C4B9-C978-F82B-74DC5A74520D}"/>
          </ac:graphicFrameMkLst>
        </pc:graphicFrameChg>
        <pc:picChg chg="add del mod">
          <ac:chgData name="Emma Milne" userId="4a39f72de45081c2" providerId="LiveId" clId="{C1B4049A-0C81-3D4B-A311-9DA2EE922B0F}" dt="2024-10-09T06:11:49.454" v="84" actId="478"/>
          <ac:picMkLst>
            <pc:docMk/>
            <pc:sldMk cId="1890659600" sldId="354"/>
            <ac:picMk id="4" creationId="{BF54CAFA-1DD2-AFC1-6DE7-F59D1A100771}"/>
          </ac:picMkLst>
        </pc:picChg>
      </pc:sldChg>
      <pc:sldChg chg="addSp delSp modSp new mod chgLayout">
        <pc:chgData name="Emma Milne" userId="4a39f72de45081c2" providerId="LiveId" clId="{C1B4049A-0C81-3D4B-A311-9DA2EE922B0F}" dt="2024-10-09T06:14:15.325" v="201" actId="6264"/>
        <pc:sldMkLst>
          <pc:docMk/>
          <pc:sldMk cId="2472594989" sldId="355"/>
        </pc:sldMkLst>
        <pc:spChg chg="mod ord">
          <ac:chgData name="Emma Milne" userId="4a39f72de45081c2" providerId="LiveId" clId="{C1B4049A-0C81-3D4B-A311-9DA2EE922B0F}" dt="2024-10-09T06:14:15.325" v="201" actId="6264"/>
          <ac:spMkLst>
            <pc:docMk/>
            <pc:sldMk cId="2472594989" sldId="355"/>
            <ac:spMk id="2" creationId="{884FC854-D39B-85DD-AA45-D253FC89B455}"/>
          </ac:spMkLst>
        </pc:spChg>
        <pc:spChg chg="mod ord">
          <ac:chgData name="Emma Milne" userId="4a39f72de45081c2" providerId="LiveId" clId="{C1B4049A-0C81-3D4B-A311-9DA2EE922B0F}" dt="2024-10-09T06:14:15.325" v="201" actId="6264"/>
          <ac:spMkLst>
            <pc:docMk/>
            <pc:sldMk cId="2472594989" sldId="355"/>
            <ac:spMk id="3" creationId="{7FC36AD8-F2DC-94FC-2ACF-49F1F7DBD5EC}"/>
          </ac:spMkLst>
        </pc:spChg>
        <pc:spChg chg="add del mod">
          <ac:chgData name="Emma Milne" userId="4a39f72de45081c2" providerId="LiveId" clId="{C1B4049A-0C81-3D4B-A311-9DA2EE922B0F}" dt="2024-10-09T06:14:15.325" v="201" actId="6264"/>
          <ac:spMkLst>
            <pc:docMk/>
            <pc:sldMk cId="2472594989" sldId="355"/>
            <ac:spMk id="4" creationId="{3A8C95F0-84D0-08B5-B459-4801859CD1BD}"/>
          </ac:spMkLst>
        </pc:spChg>
        <pc:spChg chg="add del mod">
          <ac:chgData name="Emma Milne" userId="4a39f72de45081c2" providerId="LiveId" clId="{C1B4049A-0C81-3D4B-A311-9DA2EE922B0F}" dt="2024-10-09T06:14:15.325" v="201" actId="6264"/>
          <ac:spMkLst>
            <pc:docMk/>
            <pc:sldMk cId="2472594989" sldId="355"/>
            <ac:spMk id="5" creationId="{83807AD3-C2FA-CEB6-43D7-74F5587FD3CC}"/>
          </ac:spMkLst>
        </pc:spChg>
      </pc:sldChg>
      <pc:sldChg chg="modSp new mod">
        <pc:chgData name="Emma Milne" userId="4a39f72de45081c2" providerId="LiveId" clId="{C1B4049A-0C81-3D4B-A311-9DA2EE922B0F}" dt="2024-10-09T06:15:31.190" v="213" actId="27636"/>
        <pc:sldMkLst>
          <pc:docMk/>
          <pc:sldMk cId="1143769046" sldId="356"/>
        </pc:sldMkLst>
        <pc:spChg chg="mod">
          <ac:chgData name="Emma Milne" userId="4a39f72de45081c2" providerId="LiveId" clId="{C1B4049A-0C81-3D4B-A311-9DA2EE922B0F}" dt="2024-10-09T06:14:30.728" v="203"/>
          <ac:spMkLst>
            <pc:docMk/>
            <pc:sldMk cId="1143769046" sldId="356"/>
            <ac:spMk id="2" creationId="{27A47A55-71CA-5E70-FC14-378A94732748}"/>
          </ac:spMkLst>
        </pc:spChg>
        <pc:spChg chg="mod">
          <ac:chgData name="Emma Milne" userId="4a39f72de45081c2" providerId="LiveId" clId="{C1B4049A-0C81-3D4B-A311-9DA2EE922B0F}" dt="2024-10-09T06:15:31.190" v="213" actId="27636"/>
          <ac:spMkLst>
            <pc:docMk/>
            <pc:sldMk cId="1143769046" sldId="356"/>
            <ac:spMk id="3" creationId="{E73F4DF3-A216-ACED-94DF-52472E6A35FC}"/>
          </ac:spMkLst>
        </pc:spChg>
      </pc:sldChg>
      <pc:sldChg chg="addSp delSp modSp new mod chgLayout">
        <pc:chgData name="Emma Milne" userId="4a39f72de45081c2" providerId="LiveId" clId="{C1B4049A-0C81-3D4B-A311-9DA2EE922B0F}" dt="2024-10-09T06:16:41.778" v="244" actId="114"/>
        <pc:sldMkLst>
          <pc:docMk/>
          <pc:sldMk cId="3406507452" sldId="357"/>
        </pc:sldMkLst>
        <pc:spChg chg="mod ord">
          <ac:chgData name="Emma Milne" userId="4a39f72de45081c2" providerId="LiveId" clId="{C1B4049A-0C81-3D4B-A311-9DA2EE922B0F}" dt="2024-10-09T06:16:29.060" v="238" actId="6264"/>
          <ac:spMkLst>
            <pc:docMk/>
            <pc:sldMk cId="3406507452" sldId="357"/>
            <ac:spMk id="2" creationId="{EC19375D-E13F-5A5B-CC52-AF45953BF172}"/>
          </ac:spMkLst>
        </pc:spChg>
        <pc:spChg chg="mod ord">
          <ac:chgData name="Emma Milne" userId="4a39f72de45081c2" providerId="LiveId" clId="{C1B4049A-0C81-3D4B-A311-9DA2EE922B0F}" dt="2024-10-09T06:16:41.778" v="244" actId="114"/>
          <ac:spMkLst>
            <pc:docMk/>
            <pc:sldMk cId="3406507452" sldId="357"/>
            <ac:spMk id="3" creationId="{A0AAD62D-2955-5EEA-A87B-F4251D5BC625}"/>
          </ac:spMkLst>
        </pc:spChg>
        <pc:spChg chg="add del mod">
          <ac:chgData name="Emma Milne" userId="4a39f72de45081c2" providerId="LiveId" clId="{C1B4049A-0C81-3D4B-A311-9DA2EE922B0F}" dt="2024-10-09T06:16:29.060" v="238" actId="6264"/>
          <ac:spMkLst>
            <pc:docMk/>
            <pc:sldMk cId="3406507452" sldId="357"/>
            <ac:spMk id="4" creationId="{7760CF84-5AB9-218C-6031-E3A3944F3265}"/>
          </ac:spMkLst>
        </pc:spChg>
        <pc:spChg chg="add del mod">
          <ac:chgData name="Emma Milne" userId="4a39f72de45081c2" providerId="LiveId" clId="{C1B4049A-0C81-3D4B-A311-9DA2EE922B0F}" dt="2024-10-09T06:16:29.060" v="238" actId="6264"/>
          <ac:spMkLst>
            <pc:docMk/>
            <pc:sldMk cId="3406507452" sldId="357"/>
            <ac:spMk id="5" creationId="{D29FFBCA-40CD-530D-3C25-5F9E4DCE70BD}"/>
          </ac:spMkLst>
        </pc:spChg>
      </pc:sldChg>
      <pc:sldChg chg="addSp delSp modSp new mod chgLayout">
        <pc:chgData name="Emma Milne" userId="4a39f72de45081c2" providerId="LiveId" clId="{C1B4049A-0C81-3D4B-A311-9DA2EE922B0F}" dt="2024-10-09T06:17:29.088" v="259" actId="114"/>
        <pc:sldMkLst>
          <pc:docMk/>
          <pc:sldMk cId="3957575397" sldId="358"/>
        </pc:sldMkLst>
        <pc:spChg chg="mod ord">
          <ac:chgData name="Emma Milne" userId="4a39f72de45081c2" providerId="LiveId" clId="{C1B4049A-0C81-3D4B-A311-9DA2EE922B0F}" dt="2024-10-09T06:17:06.707" v="252" actId="6264"/>
          <ac:spMkLst>
            <pc:docMk/>
            <pc:sldMk cId="3957575397" sldId="358"/>
            <ac:spMk id="2" creationId="{6D086845-5F94-587C-EAD4-A5CB849C6BE5}"/>
          </ac:spMkLst>
        </pc:spChg>
        <pc:spChg chg="mod ord">
          <ac:chgData name="Emma Milne" userId="4a39f72de45081c2" providerId="LiveId" clId="{C1B4049A-0C81-3D4B-A311-9DA2EE922B0F}" dt="2024-10-09T06:17:29.088" v="259" actId="114"/>
          <ac:spMkLst>
            <pc:docMk/>
            <pc:sldMk cId="3957575397" sldId="358"/>
            <ac:spMk id="3" creationId="{29162DB7-A565-6D02-30B3-ED7B022CF33C}"/>
          </ac:spMkLst>
        </pc:spChg>
        <pc:spChg chg="add del mod">
          <ac:chgData name="Emma Milne" userId="4a39f72de45081c2" providerId="LiveId" clId="{C1B4049A-0C81-3D4B-A311-9DA2EE922B0F}" dt="2024-10-09T06:17:06.707" v="252" actId="6264"/>
          <ac:spMkLst>
            <pc:docMk/>
            <pc:sldMk cId="3957575397" sldId="358"/>
            <ac:spMk id="4" creationId="{8EAF0BDB-57CF-FE84-8F1D-F47CEA5510F9}"/>
          </ac:spMkLst>
        </pc:spChg>
        <pc:spChg chg="add del mod">
          <ac:chgData name="Emma Milne" userId="4a39f72de45081c2" providerId="LiveId" clId="{C1B4049A-0C81-3D4B-A311-9DA2EE922B0F}" dt="2024-10-09T06:17:06.707" v="252" actId="6264"/>
          <ac:spMkLst>
            <pc:docMk/>
            <pc:sldMk cId="3957575397" sldId="358"/>
            <ac:spMk id="5" creationId="{146D7033-0728-E5B3-6A41-2E7181EED89E}"/>
          </ac:spMkLst>
        </pc:spChg>
      </pc:sldChg>
      <pc:sldChg chg="addSp delSp modSp new del mod">
        <pc:chgData name="Emma Milne" userId="4a39f72de45081c2" providerId="LiveId" clId="{C1B4049A-0C81-3D4B-A311-9DA2EE922B0F}" dt="2024-10-09T06:19:56.204" v="317" actId="2696"/>
        <pc:sldMkLst>
          <pc:docMk/>
          <pc:sldMk cId="1549214808" sldId="359"/>
        </pc:sldMkLst>
        <pc:spChg chg="del mod">
          <ac:chgData name="Emma Milne" userId="4a39f72de45081c2" providerId="LiveId" clId="{C1B4049A-0C81-3D4B-A311-9DA2EE922B0F}" dt="2024-10-09T06:17:46.754" v="269" actId="478"/>
          <ac:spMkLst>
            <pc:docMk/>
            <pc:sldMk cId="1549214808" sldId="359"/>
            <ac:spMk id="2" creationId="{57F8D1BE-3EB8-FD81-FAF7-35A06358CB59}"/>
          </ac:spMkLst>
        </pc:spChg>
        <pc:spChg chg="mod">
          <ac:chgData name="Emma Milne" userId="4a39f72de45081c2" providerId="LiveId" clId="{C1B4049A-0C81-3D4B-A311-9DA2EE922B0F}" dt="2024-10-09T06:18:21.107" v="302" actId="20577"/>
          <ac:spMkLst>
            <pc:docMk/>
            <pc:sldMk cId="1549214808" sldId="359"/>
            <ac:spMk id="3" creationId="{E0F32BDD-C958-7DAC-7A5A-3B3579FB860D}"/>
          </ac:spMkLst>
        </pc:spChg>
        <pc:spChg chg="mod">
          <ac:chgData name="Emma Milne" userId="4a39f72de45081c2" providerId="LiveId" clId="{C1B4049A-0C81-3D4B-A311-9DA2EE922B0F}" dt="2024-10-09T06:18:35.142" v="310" actId="27636"/>
          <ac:spMkLst>
            <pc:docMk/>
            <pc:sldMk cId="1549214808" sldId="359"/>
            <ac:spMk id="4" creationId="{FA20B26E-A5AF-5B4C-9282-64C764B6C3FE}"/>
          </ac:spMkLst>
        </pc:spChg>
        <pc:spChg chg="mod">
          <ac:chgData name="Emma Milne" userId="4a39f72de45081c2" providerId="LiveId" clId="{C1B4049A-0C81-3D4B-A311-9DA2EE922B0F}" dt="2024-10-09T06:19:10.146" v="316" actId="1076"/>
          <ac:spMkLst>
            <pc:docMk/>
            <pc:sldMk cId="1549214808" sldId="359"/>
            <ac:spMk id="5" creationId="{1E9BC81A-DE46-32CE-2DF7-4BE64C7C2D52}"/>
          </ac:spMkLst>
        </pc:spChg>
        <pc:spChg chg="mod">
          <ac:chgData name="Emma Milne" userId="4a39f72de45081c2" providerId="LiveId" clId="{C1B4049A-0C81-3D4B-A311-9DA2EE922B0F}" dt="2024-10-09T06:18:58.062" v="314" actId="1076"/>
          <ac:spMkLst>
            <pc:docMk/>
            <pc:sldMk cId="1549214808" sldId="359"/>
            <ac:spMk id="6" creationId="{C03EBC32-1CB3-1401-2C5C-722FFFDC30A2}"/>
          </ac:spMkLst>
        </pc:spChg>
        <pc:spChg chg="add del mod">
          <ac:chgData name="Emma Milne" userId="4a39f72de45081c2" providerId="LiveId" clId="{C1B4049A-0C81-3D4B-A311-9DA2EE922B0F}" dt="2024-10-09T06:17:48.415" v="270" actId="478"/>
          <ac:spMkLst>
            <pc:docMk/>
            <pc:sldMk cId="1549214808" sldId="359"/>
            <ac:spMk id="8" creationId="{B044A6EB-9ABF-64ED-70E5-5FF5DD7D1E38}"/>
          </ac:spMkLst>
        </pc:spChg>
      </pc:sldChg>
      <pc:sldChg chg="modSp new del mod">
        <pc:chgData name="Emma Milne" userId="4a39f72de45081c2" providerId="LiveId" clId="{C1B4049A-0C81-3D4B-A311-9DA2EE922B0F}" dt="2024-10-10T07:39:42.994" v="813" actId="2696"/>
        <pc:sldMkLst>
          <pc:docMk/>
          <pc:sldMk cId="2503701927" sldId="359"/>
        </pc:sldMkLst>
        <pc:spChg chg="mod">
          <ac:chgData name="Emma Milne" userId="4a39f72de45081c2" providerId="LiveId" clId="{C1B4049A-0C81-3D4B-A311-9DA2EE922B0F}" dt="2024-10-09T06:20:06.538" v="333" actId="20577"/>
          <ac:spMkLst>
            <pc:docMk/>
            <pc:sldMk cId="2503701927" sldId="359"/>
            <ac:spMk id="2" creationId="{23B8F1F0-70AE-0B30-481F-96C2627DA6E0}"/>
          </ac:spMkLst>
        </pc:spChg>
        <pc:spChg chg="mod">
          <ac:chgData name="Emma Milne" userId="4a39f72de45081c2" providerId="LiveId" clId="{C1B4049A-0C81-3D4B-A311-9DA2EE922B0F}" dt="2024-10-09T06:22:53.062" v="416" actId="27636"/>
          <ac:spMkLst>
            <pc:docMk/>
            <pc:sldMk cId="2503701927" sldId="359"/>
            <ac:spMk id="3" creationId="{6188DD67-397C-7EE5-16EA-A6ACA526CE57}"/>
          </ac:spMkLst>
        </pc:spChg>
      </pc:sldChg>
      <pc:sldChg chg="addSp delSp modSp new mod">
        <pc:chgData name="Emma Milne" userId="4a39f72de45081c2" providerId="LiveId" clId="{C1B4049A-0C81-3D4B-A311-9DA2EE922B0F}" dt="2024-10-09T07:05:30.470" v="493" actId="14100"/>
        <pc:sldMkLst>
          <pc:docMk/>
          <pc:sldMk cId="1107909334" sldId="360"/>
        </pc:sldMkLst>
        <pc:spChg chg="del">
          <ac:chgData name="Emma Milne" userId="4a39f72de45081c2" providerId="LiveId" clId="{C1B4049A-0C81-3D4B-A311-9DA2EE922B0F}" dt="2024-10-09T06:22:39.384" v="411" actId="478"/>
          <ac:spMkLst>
            <pc:docMk/>
            <pc:sldMk cId="1107909334" sldId="360"/>
            <ac:spMk id="2" creationId="{16190682-3FA0-2C76-1DF3-D908669ACA41}"/>
          </ac:spMkLst>
        </pc:spChg>
        <pc:spChg chg="mod">
          <ac:chgData name="Emma Milne" userId="4a39f72de45081c2" providerId="LiveId" clId="{C1B4049A-0C81-3D4B-A311-9DA2EE922B0F}" dt="2024-10-09T07:04:53.628" v="483" actId="27636"/>
          <ac:spMkLst>
            <pc:docMk/>
            <pc:sldMk cId="1107909334" sldId="360"/>
            <ac:spMk id="3" creationId="{07134C5E-D95B-A3B0-0486-C373A209CACB}"/>
          </ac:spMkLst>
        </pc:spChg>
        <pc:spChg chg="mod">
          <ac:chgData name="Emma Milne" userId="4a39f72de45081c2" providerId="LiveId" clId="{C1B4049A-0C81-3D4B-A311-9DA2EE922B0F}" dt="2024-10-09T07:05:03.801" v="486" actId="27636"/>
          <ac:spMkLst>
            <pc:docMk/>
            <pc:sldMk cId="1107909334" sldId="360"/>
            <ac:spMk id="4" creationId="{EECD89E2-46EA-FF79-B83D-69A2368E6F2A}"/>
          </ac:spMkLst>
        </pc:spChg>
        <pc:spChg chg="mod">
          <ac:chgData name="Emma Milne" userId="4a39f72de45081c2" providerId="LiveId" clId="{C1B4049A-0C81-3D4B-A311-9DA2EE922B0F}" dt="2024-10-09T07:04:57.907" v="484" actId="1076"/>
          <ac:spMkLst>
            <pc:docMk/>
            <pc:sldMk cId="1107909334" sldId="360"/>
            <ac:spMk id="5" creationId="{A7B42D44-42F3-0E84-6924-8887FE80DA4B}"/>
          </ac:spMkLst>
        </pc:spChg>
        <pc:spChg chg="mod">
          <ac:chgData name="Emma Milne" userId="4a39f72de45081c2" providerId="LiveId" clId="{C1B4049A-0C81-3D4B-A311-9DA2EE922B0F}" dt="2024-10-09T07:05:24.112" v="492" actId="1076"/>
          <ac:spMkLst>
            <pc:docMk/>
            <pc:sldMk cId="1107909334" sldId="360"/>
            <ac:spMk id="6" creationId="{D322C084-44A4-9103-5E23-0DEF54CCF2BF}"/>
          </ac:spMkLst>
        </pc:spChg>
        <pc:spChg chg="add mod">
          <ac:chgData name="Emma Milne" userId="4a39f72de45081c2" providerId="LiveId" clId="{C1B4049A-0C81-3D4B-A311-9DA2EE922B0F}" dt="2024-10-09T07:05:30.470" v="493" actId="14100"/>
          <ac:spMkLst>
            <pc:docMk/>
            <pc:sldMk cId="1107909334" sldId="360"/>
            <ac:spMk id="7" creationId="{10FDEC69-2658-3A8A-5FBD-78B9940ABB45}"/>
          </ac:spMkLst>
        </pc:spChg>
      </pc:sldChg>
      <pc:sldChg chg="addSp delSp modSp new mod modClrScheme chgLayout">
        <pc:chgData name="Emma Milne" userId="4a39f72de45081c2" providerId="LiveId" clId="{C1B4049A-0C81-3D4B-A311-9DA2EE922B0F}" dt="2024-10-10T07:06:44.417" v="525" actId="5793"/>
        <pc:sldMkLst>
          <pc:docMk/>
          <pc:sldMk cId="2842680398" sldId="361"/>
        </pc:sldMkLst>
        <pc:spChg chg="del mod ord">
          <ac:chgData name="Emma Milne" userId="4a39f72de45081c2" providerId="LiveId" clId="{C1B4049A-0C81-3D4B-A311-9DA2EE922B0F}" dt="2024-10-10T07:05:54.633" v="495" actId="700"/>
          <ac:spMkLst>
            <pc:docMk/>
            <pc:sldMk cId="2842680398" sldId="361"/>
            <ac:spMk id="2" creationId="{5A852F98-CFDF-40AB-4ECE-FD3902B6DD68}"/>
          </ac:spMkLst>
        </pc:spChg>
        <pc:spChg chg="del mod ord">
          <ac:chgData name="Emma Milne" userId="4a39f72de45081c2" providerId="LiveId" clId="{C1B4049A-0C81-3D4B-A311-9DA2EE922B0F}" dt="2024-10-10T07:05:54.633" v="495" actId="700"/>
          <ac:spMkLst>
            <pc:docMk/>
            <pc:sldMk cId="2842680398" sldId="361"/>
            <ac:spMk id="3" creationId="{D6D37CB7-1867-5C03-83E0-3BF14612501C}"/>
          </ac:spMkLst>
        </pc:spChg>
        <pc:spChg chg="del">
          <ac:chgData name="Emma Milne" userId="4a39f72de45081c2" providerId="LiveId" clId="{C1B4049A-0C81-3D4B-A311-9DA2EE922B0F}" dt="2024-10-10T07:05:54.633" v="495" actId="700"/>
          <ac:spMkLst>
            <pc:docMk/>
            <pc:sldMk cId="2842680398" sldId="361"/>
            <ac:spMk id="4" creationId="{3712736D-B0A2-753E-ED03-EDECF41D5816}"/>
          </ac:spMkLst>
        </pc:spChg>
        <pc:spChg chg="del">
          <ac:chgData name="Emma Milne" userId="4a39f72de45081c2" providerId="LiveId" clId="{C1B4049A-0C81-3D4B-A311-9DA2EE922B0F}" dt="2024-10-10T07:05:54.633" v="495" actId="700"/>
          <ac:spMkLst>
            <pc:docMk/>
            <pc:sldMk cId="2842680398" sldId="361"/>
            <ac:spMk id="5" creationId="{709E877B-D5E7-A91D-C352-F4DFE5B477CB}"/>
          </ac:spMkLst>
        </pc:spChg>
        <pc:spChg chg="del">
          <ac:chgData name="Emma Milne" userId="4a39f72de45081c2" providerId="LiveId" clId="{C1B4049A-0C81-3D4B-A311-9DA2EE922B0F}" dt="2024-10-10T07:05:54.633" v="495" actId="700"/>
          <ac:spMkLst>
            <pc:docMk/>
            <pc:sldMk cId="2842680398" sldId="361"/>
            <ac:spMk id="6" creationId="{42DD1395-1350-9DEF-22DC-3216A4BA4BE6}"/>
          </ac:spMkLst>
        </pc:spChg>
        <pc:spChg chg="add mod ord">
          <ac:chgData name="Emma Milne" userId="4a39f72de45081c2" providerId="LiveId" clId="{C1B4049A-0C81-3D4B-A311-9DA2EE922B0F}" dt="2024-10-10T07:06:06.497" v="504" actId="6264"/>
          <ac:spMkLst>
            <pc:docMk/>
            <pc:sldMk cId="2842680398" sldId="361"/>
            <ac:spMk id="7" creationId="{2D95B130-3374-083E-B60C-FEE0102C83EC}"/>
          </ac:spMkLst>
        </pc:spChg>
        <pc:spChg chg="add mod ord">
          <ac:chgData name="Emma Milne" userId="4a39f72de45081c2" providerId="LiveId" clId="{C1B4049A-0C81-3D4B-A311-9DA2EE922B0F}" dt="2024-10-10T07:06:44.417" v="525" actId="5793"/>
          <ac:spMkLst>
            <pc:docMk/>
            <pc:sldMk cId="2842680398" sldId="361"/>
            <ac:spMk id="8" creationId="{6ABA2127-B775-0700-2E00-5E8F6374E980}"/>
          </ac:spMkLst>
        </pc:spChg>
        <pc:spChg chg="add del mod">
          <ac:chgData name="Emma Milne" userId="4a39f72de45081c2" providerId="LiveId" clId="{C1B4049A-0C81-3D4B-A311-9DA2EE922B0F}" dt="2024-10-10T07:06:06.497" v="504" actId="6264"/>
          <ac:spMkLst>
            <pc:docMk/>
            <pc:sldMk cId="2842680398" sldId="361"/>
            <ac:spMk id="9" creationId="{5AB70D35-EFFD-6374-ACAD-2CCDC04EACBF}"/>
          </ac:spMkLst>
        </pc:spChg>
        <pc:spChg chg="add del mod">
          <ac:chgData name="Emma Milne" userId="4a39f72de45081c2" providerId="LiveId" clId="{C1B4049A-0C81-3D4B-A311-9DA2EE922B0F}" dt="2024-10-10T07:06:06.497" v="504" actId="6264"/>
          <ac:spMkLst>
            <pc:docMk/>
            <pc:sldMk cId="2842680398" sldId="361"/>
            <ac:spMk id="10" creationId="{1F36E648-450A-A0AB-B276-8026A8C19522}"/>
          </ac:spMkLst>
        </pc:spChg>
      </pc:sldChg>
      <pc:sldChg chg="addSp delSp modSp new mod chgLayout">
        <pc:chgData name="Emma Milne" userId="4a39f72de45081c2" providerId="LiveId" clId="{C1B4049A-0C81-3D4B-A311-9DA2EE922B0F}" dt="2024-10-10T07:07:44.343" v="585" actId="6264"/>
        <pc:sldMkLst>
          <pc:docMk/>
          <pc:sldMk cId="3843583435" sldId="362"/>
        </pc:sldMkLst>
        <pc:spChg chg="mod ord">
          <ac:chgData name="Emma Milne" userId="4a39f72de45081c2" providerId="LiveId" clId="{C1B4049A-0C81-3D4B-A311-9DA2EE922B0F}" dt="2024-10-10T07:07:44.343" v="585" actId="6264"/>
          <ac:spMkLst>
            <pc:docMk/>
            <pc:sldMk cId="3843583435" sldId="362"/>
            <ac:spMk id="2" creationId="{A3E1145C-510F-C35A-9D2E-66D6ED360129}"/>
          </ac:spMkLst>
        </pc:spChg>
        <pc:spChg chg="mod ord">
          <ac:chgData name="Emma Milne" userId="4a39f72de45081c2" providerId="LiveId" clId="{C1B4049A-0C81-3D4B-A311-9DA2EE922B0F}" dt="2024-10-10T07:07:44.343" v="585" actId="6264"/>
          <ac:spMkLst>
            <pc:docMk/>
            <pc:sldMk cId="3843583435" sldId="362"/>
            <ac:spMk id="3" creationId="{0058386B-B87A-BAD1-B1AB-70CC86B43E51}"/>
          </ac:spMkLst>
        </pc:spChg>
        <pc:spChg chg="add del mod">
          <ac:chgData name="Emma Milne" userId="4a39f72de45081c2" providerId="LiveId" clId="{C1B4049A-0C81-3D4B-A311-9DA2EE922B0F}" dt="2024-10-10T07:07:44.343" v="585" actId="6264"/>
          <ac:spMkLst>
            <pc:docMk/>
            <pc:sldMk cId="3843583435" sldId="362"/>
            <ac:spMk id="4" creationId="{90E92A70-7ADC-CF4B-E095-3ECBF62A534C}"/>
          </ac:spMkLst>
        </pc:spChg>
        <pc:spChg chg="add del mod">
          <ac:chgData name="Emma Milne" userId="4a39f72de45081c2" providerId="LiveId" clId="{C1B4049A-0C81-3D4B-A311-9DA2EE922B0F}" dt="2024-10-10T07:07:44.343" v="585" actId="6264"/>
          <ac:spMkLst>
            <pc:docMk/>
            <pc:sldMk cId="3843583435" sldId="362"/>
            <ac:spMk id="5" creationId="{7EDD08C2-EB4F-A992-09E1-345E709B8320}"/>
          </ac:spMkLst>
        </pc:spChg>
      </pc:sldChg>
      <pc:sldChg chg="modSp add mod">
        <pc:chgData name="Emma Milne" userId="4a39f72de45081c2" providerId="LiveId" clId="{C1B4049A-0C81-3D4B-A311-9DA2EE922B0F}" dt="2024-10-10T07:26:55.588" v="699" actId="20577"/>
        <pc:sldMkLst>
          <pc:docMk/>
          <pc:sldMk cId="2443244340" sldId="363"/>
        </pc:sldMkLst>
        <pc:spChg chg="mod">
          <ac:chgData name="Emma Milne" userId="4a39f72de45081c2" providerId="LiveId" clId="{C1B4049A-0C81-3D4B-A311-9DA2EE922B0F}" dt="2024-10-10T07:26:55.588" v="699" actId="20577"/>
          <ac:spMkLst>
            <pc:docMk/>
            <pc:sldMk cId="2443244340" sldId="363"/>
            <ac:spMk id="2" creationId="{0732A911-83CD-999B-B56A-884AA9BD2FE4}"/>
          </ac:spMkLst>
        </pc:spChg>
      </pc:sldChg>
      <pc:sldChg chg="addSp delSp modSp new mod chgLayout">
        <pc:chgData name="Emma Milne" userId="4a39f72de45081c2" providerId="LiveId" clId="{C1B4049A-0C81-3D4B-A311-9DA2EE922B0F}" dt="2024-10-10T07:09:36.811" v="596" actId="113"/>
        <pc:sldMkLst>
          <pc:docMk/>
          <pc:sldMk cId="3609319197" sldId="364"/>
        </pc:sldMkLst>
        <pc:spChg chg="mod ord">
          <ac:chgData name="Emma Milne" userId="4a39f72de45081c2" providerId="LiveId" clId="{C1B4049A-0C81-3D4B-A311-9DA2EE922B0F}" dt="2024-10-10T07:09:19.851" v="590" actId="6264"/>
          <ac:spMkLst>
            <pc:docMk/>
            <pc:sldMk cId="3609319197" sldId="364"/>
            <ac:spMk id="2" creationId="{F78D02A3-FB04-7C94-B74C-9BA0837AC49E}"/>
          </ac:spMkLst>
        </pc:spChg>
        <pc:spChg chg="mod ord">
          <ac:chgData name="Emma Milne" userId="4a39f72de45081c2" providerId="LiveId" clId="{C1B4049A-0C81-3D4B-A311-9DA2EE922B0F}" dt="2024-10-10T07:09:36.811" v="596" actId="113"/>
          <ac:spMkLst>
            <pc:docMk/>
            <pc:sldMk cId="3609319197" sldId="364"/>
            <ac:spMk id="3" creationId="{BB8377D2-F11B-AD14-ECC6-6279A7B4F7A2}"/>
          </ac:spMkLst>
        </pc:spChg>
        <pc:spChg chg="add del mod">
          <ac:chgData name="Emma Milne" userId="4a39f72de45081c2" providerId="LiveId" clId="{C1B4049A-0C81-3D4B-A311-9DA2EE922B0F}" dt="2024-10-10T07:09:19.851" v="590" actId="6264"/>
          <ac:spMkLst>
            <pc:docMk/>
            <pc:sldMk cId="3609319197" sldId="364"/>
            <ac:spMk id="4" creationId="{556D5DD9-0DC5-69FE-519C-B77B24D44A34}"/>
          </ac:spMkLst>
        </pc:spChg>
        <pc:spChg chg="add del mod">
          <ac:chgData name="Emma Milne" userId="4a39f72de45081c2" providerId="LiveId" clId="{C1B4049A-0C81-3D4B-A311-9DA2EE922B0F}" dt="2024-10-10T07:09:19.851" v="590" actId="6264"/>
          <ac:spMkLst>
            <pc:docMk/>
            <pc:sldMk cId="3609319197" sldId="364"/>
            <ac:spMk id="5" creationId="{6BC06C54-F31A-CC12-AB8C-E02A80F57F38}"/>
          </ac:spMkLst>
        </pc:spChg>
      </pc:sldChg>
      <pc:sldChg chg="addSp delSp modSp new mod chgLayout">
        <pc:chgData name="Emma Milne" userId="4a39f72de45081c2" providerId="LiveId" clId="{C1B4049A-0C81-3D4B-A311-9DA2EE922B0F}" dt="2024-10-10T07:40:14.489" v="815" actId="20577"/>
        <pc:sldMkLst>
          <pc:docMk/>
          <pc:sldMk cId="902496501" sldId="365"/>
        </pc:sldMkLst>
        <pc:spChg chg="mod ord">
          <ac:chgData name="Emma Milne" userId="4a39f72de45081c2" providerId="LiveId" clId="{C1B4049A-0C81-3D4B-A311-9DA2EE922B0F}" dt="2024-10-10T07:09:52.003" v="601" actId="6264"/>
          <ac:spMkLst>
            <pc:docMk/>
            <pc:sldMk cId="902496501" sldId="365"/>
            <ac:spMk id="2" creationId="{CDA61CA5-1B61-1E5E-2805-FC7F960D4675}"/>
          </ac:spMkLst>
        </pc:spChg>
        <pc:spChg chg="mod ord">
          <ac:chgData name="Emma Milne" userId="4a39f72de45081c2" providerId="LiveId" clId="{C1B4049A-0C81-3D4B-A311-9DA2EE922B0F}" dt="2024-10-10T07:40:14.489" v="815" actId="20577"/>
          <ac:spMkLst>
            <pc:docMk/>
            <pc:sldMk cId="902496501" sldId="365"/>
            <ac:spMk id="3" creationId="{BF732B21-2A76-74C6-257B-A87CE6AAADA4}"/>
          </ac:spMkLst>
        </pc:spChg>
        <pc:spChg chg="add del mod">
          <ac:chgData name="Emma Milne" userId="4a39f72de45081c2" providerId="LiveId" clId="{C1B4049A-0C81-3D4B-A311-9DA2EE922B0F}" dt="2024-10-10T07:09:52.003" v="601" actId="6264"/>
          <ac:spMkLst>
            <pc:docMk/>
            <pc:sldMk cId="902496501" sldId="365"/>
            <ac:spMk id="4" creationId="{A8859E02-89FA-6398-0EAC-8D6EA428C520}"/>
          </ac:spMkLst>
        </pc:spChg>
        <pc:spChg chg="add del mod">
          <ac:chgData name="Emma Milne" userId="4a39f72de45081c2" providerId="LiveId" clId="{C1B4049A-0C81-3D4B-A311-9DA2EE922B0F}" dt="2024-10-10T07:09:52.003" v="601" actId="6264"/>
          <ac:spMkLst>
            <pc:docMk/>
            <pc:sldMk cId="902496501" sldId="365"/>
            <ac:spMk id="5" creationId="{0AE444BA-8BCB-855B-83CB-C591B7B40F3F}"/>
          </ac:spMkLst>
        </pc:spChg>
      </pc:sldChg>
      <pc:sldChg chg="addSp delSp modSp new mod chgLayout">
        <pc:chgData name="Emma Milne" userId="4a39f72de45081c2" providerId="LiveId" clId="{C1B4049A-0C81-3D4B-A311-9DA2EE922B0F}" dt="2024-10-10T07:41:16.342" v="819" actId="20577"/>
        <pc:sldMkLst>
          <pc:docMk/>
          <pc:sldMk cId="3440356437" sldId="366"/>
        </pc:sldMkLst>
        <pc:spChg chg="mod ord">
          <ac:chgData name="Emma Milne" userId="4a39f72de45081c2" providerId="LiveId" clId="{C1B4049A-0C81-3D4B-A311-9DA2EE922B0F}" dt="2024-10-10T07:10:25.755" v="614" actId="6264"/>
          <ac:spMkLst>
            <pc:docMk/>
            <pc:sldMk cId="3440356437" sldId="366"/>
            <ac:spMk id="2" creationId="{4458B037-7418-9687-FE6B-8F6E9DFD7D50}"/>
          </ac:spMkLst>
        </pc:spChg>
        <pc:spChg chg="mod ord">
          <ac:chgData name="Emma Milne" userId="4a39f72de45081c2" providerId="LiveId" clId="{C1B4049A-0C81-3D4B-A311-9DA2EE922B0F}" dt="2024-10-10T07:41:16.342" v="819" actId="20577"/>
          <ac:spMkLst>
            <pc:docMk/>
            <pc:sldMk cId="3440356437" sldId="366"/>
            <ac:spMk id="3" creationId="{236EAB8D-3F49-2E3B-2CF8-5DA5424EA849}"/>
          </ac:spMkLst>
        </pc:spChg>
        <pc:spChg chg="add del mod">
          <ac:chgData name="Emma Milne" userId="4a39f72de45081c2" providerId="LiveId" clId="{C1B4049A-0C81-3D4B-A311-9DA2EE922B0F}" dt="2024-10-10T07:10:25.755" v="614" actId="6264"/>
          <ac:spMkLst>
            <pc:docMk/>
            <pc:sldMk cId="3440356437" sldId="366"/>
            <ac:spMk id="4" creationId="{82197124-D9B0-E4BE-41CD-5E2450D400A6}"/>
          </ac:spMkLst>
        </pc:spChg>
        <pc:spChg chg="add del mod">
          <ac:chgData name="Emma Milne" userId="4a39f72de45081c2" providerId="LiveId" clId="{C1B4049A-0C81-3D4B-A311-9DA2EE922B0F}" dt="2024-10-10T07:10:25.755" v="614" actId="6264"/>
          <ac:spMkLst>
            <pc:docMk/>
            <pc:sldMk cId="3440356437" sldId="366"/>
            <ac:spMk id="5" creationId="{A7700DB6-8A91-4B6F-3F0D-68501EC2AEA6}"/>
          </ac:spMkLst>
        </pc:spChg>
      </pc:sldChg>
      <pc:sldChg chg="addSp delSp modSp new mod chgLayout">
        <pc:chgData name="Emma Milne" userId="4a39f72de45081c2" providerId="LiveId" clId="{C1B4049A-0C81-3D4B-A311-9DA2EE922B0F}" dt="2024-10-10T07:41:28.829" v="821" actId="20577"/>
        <pc:sldMkLst>
          <pc:docMk/>
          <pc:sldMk cId="16105909" sldId="367"/>
        </pc:sldMkLst>
        <pc:spChg chg="mod ord">
          <ac:chgData name="Emma Milne" userId="4a39f72de45081c2" providerId="LiveId" clId="{C1B4049A-0C81-3D4B-A311-9DA2EE922B0F}" dt="2024-10-10T07:10:53.885" v="622" actId="6264"/>
          <ac:spMkLst>
            <pc:docMk/>
            <pc:sldMk cId="16105909" sldId="367"/>
            <ac:spMk id="2" creationId="{FC0EDD24-A83B-F733-7A42-45D1C279640C}"/>
          </ac:spMkLst>
        </pc:spChg>
        <pc:spChg chg="mod ord">
          <ac:chgData name="Emma Milne" userId="4a39f72de45081c2" providerId="LiveId" clId="{C1B4049A-0C81-3D4B-A311-9DA2EE922B0F}" dt="2024-10-10T07:41:28.829" v="821" actId="20577"/>
          <ac:spMkLst>
            <pc:docMk/>
            <pc:sldMk cId="16105909" sldId="367"/>
            <ac:spMk id="3" creationId="{599A8761-91D6-4837-FA91-54BD9DF33333}"/>
          </ac:spMkLst>
        </pc:spChg>
        <pc:spChg chg="add del mod">
          <ac:chgData name="Emma Milne" userId="4a39f72de45081c2" providerId="LiveId" clId="{C1B4049A-0C81-3D4B-A311-9DA2EE922B0F}" dt="2024-10-10T07:10:53.885" v="622" actId="6264"/>
          <ac:spMkLst>
            <pc:docMk/>
            <pc:sldMk cId="16105909" sldId="367"/>
            <ac:spMk id="4" creationId="{0ABE8E70-E3EC-59B0-C17C-E2F1E70D8799}"/>
          </ac:spMkLst>
        </pc:spChg>
        <pc:spChg chg="add del mod">
          <ac:chgData name="Emma Milne" userId="4a39f72de45081c2" providerId="LiveId" clId="{C1B4049A-0C81-3D4B-A311-9DA2EE922B0F}" dt="2024-10-10T07:10:53.885" v="622" actId="6264"/>
          <ac:spMkLst>
            <pc:docMk/>
            <pc:sldMk cId="16105909" sldId="367"/>
            <ac:spMk id="5" creationId="{ADF75C75-F2CC-B86A-0382-4A42B06EB935}"/>
          </ac:spMkLst>
        </pc:spChg>
      </pc:sldChg>
      <pc:sldChg chg="addSp delSp modSp new mod chgLayout">
        <pc:chgData name="Emma Milne" userId="4a39f72de45081c2" providerId="LiveId" clId="{C1B4049A-0C81-3D4B-A311-9DA2EE922B0F}" dt="2024-10-10T07:11:34.366" v="638" actId="114"/>
        <pc:sldMkLst>
          <pc:docMk/>
          <pc:sldMk cId="2337146807" sldId="368"/>
        </pc:sldMkLst>
        <pc:spChg chg="mod ord">
          <ac:chgData name="Emma Milne" userId="4a39f72de45081c2" providerId="LiveId" clId="{C1B4049A-0C81-3D4B-A311-9DA2EE922B0F}" dt="2024-10-10T07:11:30.819" v="637" actId="6264"/>
          <ac:spMkLst>
            <pc:docMk/>
            <pc:sldMk cId="2337146807" sldId="368"/>
            <ac:spMk id="2" creationId="{D2DA322C-E3F7-DA5C-8E7C-49A74A7A9B44}"/>
          </ac:spMkLst>
        </pc:spChg>
        <pc:spChg chg="mod ord">
          <ac:chgData name="Emma Milne" userId="4a39f72de45081c2" providerId="LiveId" clId="{C1B4049A-0C81-3D4B-A311-9DA2EE922B0F}" dt="2024-10-10T07:11:34.366" v="638" actId="114"/>
          <ac:spMkLst>
            <pc:docMk/>
            <pc:sldMk cId="2337146807" sldId="368"/>
            <ac:spMk id="3" creationId="{D5567A4E-EC9E-332B-48E4-3D69D08ADFFE}"/>
          </ac:spMkLst>
        </pc:spChg>
        <pc:spChg chg="add del mod">
          <ac:chgData name="Emma Milne" userId="4a39f72de45081c2" providerId="LiveId" clId="{C1B4049A-0C81-3D4B-A311-9DA2EE922B0F}" dt="2024-10-10T07:11:30.819" v="637" actId="6264"/>
          <ac:spMkLst>
            <pc:docMk/>
            <pc:sldMk cId="2337146807" sldId="368"/>
            <ac:spMk id="4" creationId="{D40D26F8-C9BD-364B-3D54-09C5736C24BB}"/>
          </ac:spMkLst>
        </pc:spChg>
        <pc:spChg chg="add del mod">
          <ac:chgData name="Emma Milne" userId="4a39f72de45081c2" providerId="LiveId" clId="{C1B4049A-0C81-3D4B-A311-9DA2EE922B0F}" dt="2024-10-10T07:11:30.819" v="637" actId="6264"/>
          <ac:spMkLst>
            <pc:docMk/>
            <pc:sldMk cId="2337146807" sldId="368"/>
            <ac:spMk id="5" creationId="{E056E395-D205-1D65-0011-A2285A720C3E}"/>
          </ac:spMkLst>
        </pc:spChg>
      </pc:sldChg>
      <pc:sldChg chg="addSp delSp modSp new mod chgLayout">
        <pc:chgData name="Emma Milne" userId="4a39f72de45081c2" providerId="LiveId" clId="{C1B4049A-0C81-3D4B-A311-9DA2EE922B0F}" dt="2024-10-10T07:11:49.426" v="644" actId="6264"/>
        <pc:sldMkLst>
          <pc:docMk/>
          <pc:sldMk cId="3459871336" sldId="369"/>
        </pc:sldMkLst>
        <pc:spChg chg="mod ord">
          <ac:chgData name="Emma Milne" userId="4a39f72de45081c2" providerId="LiveId" clId="{C1B4049A-0C81-3D4B-A311-9DA2EE922B0F}" dt="2024-10-10T07:11:49.426" v="644" actId="6264"/>
          <ac:spMkLst>
            <pc:docMk/>
            <pc:sldMk cId="3459871336" sldId="369"/>
            <ac:spMk id="2" creationId="{17DC98EE-3615-FD4A-E8CD-DDD07A04D4C8}"/>
          </ac:spMkLst>
        </pc:spChg>
        <pc:spChg chg="mod ord">
          <ac:chgData name="Emma Milne" userId="4a39f72de45081c2" providerId="LiveId" clId="{C1B4049A-0C81-3D4B-A311-9DA2EE922B0F}" dt="2024-10-10T07:11:49.426" v="644" actId="6264"/>
          <ac:spMkLst>
            <pc:docMk/>
            <pc:sldMk cId="3459871336" sldId="369"/>
            <ac:spMk id="3" creationId="{DD2DCA56-7F3D-344C-AAE1-DF065617E234}"/>
          </ac:spMkLst>
        </pc:spChg>
        <pc:spChg chg="add del mod">
          <ac:chgData name="Emma Milne" userId="4a39f72de45081c2" providerId="LiveId" clId="{C1B4049A-0C81-3D4B-A311-9DA2EE922B0F}" dt="2024-10-10T07:11:49.426" v="644" actId="6264"/>
          <ac:spMkLst>
            <pc:docMk/>
            <pc:sldMk cId="3459871336" sldId="369"/>
            <ac:spMk id="4" creationId="{FEF2A901-D177-3725-E477-D26012DB7DC4}"/>
          </ac:spMkLst>
        </pc:spChg>
        <pc:spChg chg="add del mod">
          <ac:chgData name="Emma Milne" userId="4a39f72de45081c2" providerId="LiveId" clId="{C1B4049A-0C81-3D4B-A311-9DA2EE922B0F}" dt="2024-10-10T07:11:49.426" v="644" actId="6264"/>
          <ac:spMkLst>
            <pc:docMk/>
            <pc:sldMk cId="3459871336" sldId="369"/>
            <ac:spMk id="5" creationId="{D1BDA600-1F38-4B7B-2B55-07786932C7DE}"/>
          </ac:spMkLst>
        </pc:spChg>
      </pc:sldChg>
      <pc:sldChg chg="modSp new mod">
        <pc:chgData name="Emma Milne" userId="4a39f72de45081c2" providerId="LiveId" clId="{C1B4049A-0C81-3D4B-A311-9DA2EE922B0F}" dt="2024-10-10T07:12:06.316" v="651" actId="20577"/>
        <pc:sldMkLst>
          <pc:docMk/>
          <pc:sldMk cId="2167920846" sldId="370"/>
        </pc:sldMkLst>
        <pc:spChg chg="mod">
          <ac:chgData name="Emma Milne" userId="4a39f72de45081c2" providerId="LiveId" clId="{C1B4049A-0C81-3D4B-A311-9DA2EE922B0F}" dt="2024-10-10T07:12:00.645" v="647"/>
          <ac:spMkLst>
            <pc:docMk/>
            <pc:sldMk cId="2167920846" sldId="370"/>
            <ac:spMk id="2" creationId="{6DD74002-5F94-662A-B7B0-7042D0669BE0}"/>
          </ac:spMkLst>
        </pc:spChg>
        <pc:spChg chg="mod">
          <ac:chgData name="Emma Milne" userId="4a39f72de45081c2" providerId="LiveId" clId="{C1B4049A-0C81-3D4B-A311-9DA2EE922B0F}" dt="2024-10-10T07:12:06.316" v="651" actId="20577"/>
          <ac:spMkLst>
            <pc:docMk/>
            <pc:sldMk cId="2167920846" sldId="370"/>
            <ac:spMk id="3" creationId="{C7B53B8B-EAB4-63E5-5F94-6EE0EDE64FEA}"/>
          </ac:spMkLst>
        </pc:spChg>
      </pc:sldChg>
      <pc:sldChg chg="addSp delSp modSp new mod chgLayout">
        <pc:chgData name="Emma Milne" userId="4a39f72de45081c2" providerId="LiveId" clId="{C1B4049A-0C81-3D4B-A311-9DA2EE922B0F}" dt="2024-10-10T07:25:20.102" v="658" actId="113"/>
        <pc:sldMkLst>
          <pc:docMk/>
          <pc:sldMk cId="3051725942" sldId="371"/>
        </pc:sldMkLst>
        <pc:spChg chg="mod ord">
          <ac:chgData name="Emma Milne" userId="4a39f72de45081c2" providerId="LiveId" clId="{C1B4049A-0C81-3D4B-A311-9DA2EE922B0F}" dt="2024-10-10T07:25:16.780" v="657" actId="6264"/>
          <ac:spMkLst>
            <pc:docMk/>
            <pc:sldMk cId="3051725942" sldId="371"/>
            <ac:spMk id="2" creationId="{E4FDECB2-BBF7-A6C5-919A-BB5C0BDDBA9D}"/>
          </ac:spMkLst>
        </pc:spChg>
        <pc:spChg chg="mod ord">
          <ac:chgData name="Emma Milne" userId="4a39f72de45081c2" providerId="LiveId" clId="{C1B4049A-0C81-3D4B-A311-9DA2EE922B0F}" dt="2024-10-10T07:25:20.102" v="658" actId="113"/>
          <ac:spMkLst>
            <pc:docMk/>
            <pc:sldMk cId="3051725942" sldId="371"/>
            <ac:spMk id="3" creationId="{F786A65C-5DA9-1BDC-F5A9-5A47A9A91B4E}"/>
          </ac:spMkLst>
        </pc:spChg>
        <pc:spChg chg="add del mod">
          <ac:chgData name="Emma Milne" userId="4a39f72de45081c2" providerId="LiveId" clId="{C1B4049A-0C81-3D4B-A311-9DA2EE922B0F}" dt="2024-10-10T07:25:16.780" v="657" actId="6264"/>
          <ac:spMkLst>
            <pc:docMk/>
            <pc:sldMk cId="3051725942" sldId="371"/>
            <ac:spMk id="4" creationId="{01E63E61-9722-C793-0476-620671638952}"/>
          </ac:spMkLst>
        </pc:spChg>
        <pc:spChg chg="add del mod">
          <ac:chgData name="Emma Milne" userId="4a39f72de45081c2" providerId="LiveId" clId="{C1B4049A-0C81-3D4B-A311-9DA2EE922B0F}" dt="2024-10-10T07:25:16.780" v="657" actId="6264"/>
          <ac:spMkLst>
            <pc:docMk/>
            <pc:sldMk cId="3051725942" sldId="371"/>
            <ac:spMk id="5" creationId="{19A4E4A5-1992-A771-E6DA-293BB01EB8C9}"/>
          </ac:spMkLst>
        </pc:spChg>
      </pc:sldChg>
      <pc:sldChg chg="addSp delSp modSp new mod chgLayout">
        <pc:chgData name="Emma Milne" userId="4a39f72de45081c2" providerId="LiveId" clId="{C1B4049A-0C81-3D4B-A311-9DA2EE922B0F}" dt="2024-10-10T07:45:16.699" v="826" actId="20577"/>
        <pc:sldMkLst>
          <pc:docMk/>
          <pc:sldMk cId="233806312" sldId="372"/>
        </pc:sldMkLst>
        <pc:spChg chg="mod ord">
          <ac:chgData name="Emma Milne" userId="4a39f72de45081c2" providerId="LiveId" clId="{C1B4049A-0C81-3D4B-A311-9DA2EE922B0F}" dt="2024-10-10T07:25:33.625" v="664" actId="6264"/>
          <ac:spMkLst>
            <pc:docMk/>
            <pc:sldMk cId="233806312" sldId="372"/>
            <ac:spMk id="2" creationId="{3E8CA070-94A8-BE00-C4C8-6DE173BA5DF9}"/>
          </ac:spMkLst>
        </pc:spChg>
        <pc:spChg chg="mod ord">
          <ac:chgData name="Emma Milne" userId="4a39f72de45081c2" providerId="LiveId" clId="{C1B4049A-0C81-3D4B-A311-9DA2EE922B0F}" dt="2024-10-10T07:45:16.699" v="826" actId="20577"/>
          <ac:spMkLst>
            <pc:docMk/>
            <pc:sldMk cId="233806312" sldId="372"/>
            <ac:spMk id="3" creationId="{F6A3DC50-E639-D3F1-9190-69FD6DC3F9C5}"/>
          </ac:spMkLst>
        </pc:spChg>
        <pc:spChg chg="add del mod">
          <ac:chgData name="Emma Milne" userId="4a39f72de45081c2" providerId="LiveId" clId="{C1B4049A-0C81-3D4B-A311-9DA2EE922B0F}" dt="2024-10-10T07:25:33.625" v="664" actId="6264"/>
          <ac:spMkLst>
            <pc:docMk/>
            <pc:sldMk cId="233806312" sldId="372"/>
            <ac:spMk id="4" creationId="{38979F4C-D6BC-84A7-940A-D2B7065B436D}"/>
          </ac:spMkLst>
        </pc:spChg>
        <pc:spChg chg="add del mod">
          <ac:chgData name="Emma Milne" userId="4a39f72de45081c2" providerId="LiveId" clId="{C1B4049A-0C81-3D4B-A311-9DA2EE922B0F}" dt="2024-10-10T07:25:33.625" v="664" actId="6264"/>
          <ac:spMkLst>
            <pc:docMk/>
            <pc:sldMk cId="233806312" sldId="372"/>
            <ac:spMk id="5" creationId="{F6573F73-1533-28BF-2BB0-33822F550843}"/>
          </ac:spMkLst>
        </pc:spChg>
      </pc:sldChg>
      <pc:sldChg chg="addSp delSp modSp new mod chgLayout">
        <pc:chgData name="Emma Milne" userId="4a39f72de45081c2" providerId="LiveId" clId="{C1B4049A-0C81-3D4B-A311-9DA2EE922B0F}" dt="2024-10-10T07:26:06.135" v="675" actId="114"/>
        <pc:sldMkLst>
          <pc:docMk/>
          <pc:sldMk cId="4108797960" sldId="373"/>
        </pc:sldMkLst>
        <pc:spChg chg="mod ord">
          <ac:chgData name="Emma Milne" userId="4a39f72de45081c2" providerId="LiveId" clId="{C1B4049A-0C81-3D4B-A311-9DA2EE922B0F}" dt="2024-10-10T07:25:57.658" v="673" actId="6264"/>
          <ac:spMkLst>
            <pc:docMk/>
            <pc:sldMk cId="4108797960" sldId="373"/>
            <ac:spMk id="2" creationId="{04352580-5922-5C19-8D52-F63159C82891}"/>
          </ac:spMkLst>
        </pc:spChg>
        <pc:spChg chg="mod ord">
          <ac:chgData name="Emma Milne" userId="4a39f72de45081c2" providerId="LiveId" clId="{C1B4049A-0C81-3D4B-A311-9DA2EE922B0F}" dt="2024-10-10T07:26:06.135" v="675" actId="114"/>
          <ac:spMkLst>
            <pc:docMk/>
            <pc:sldMk cId="4108797960" sldId="373"/>
            <ac:spMk id="3" creationId="{DBA6A7DB-229A-C6A4-FB49-12680B01327D}"/>
          </ac:spMkLst>
        </pc:spChg>
        <pc:spChg chg="add del mod">
          <ac:chgData name="Emma Milne" userId="4a39f72de45081c2" providerId="LiveId" clId="{C1B4049A-0C81-3D4B-A311-9DA2EE922B0F}" dt="2024-10-10T07:25:57.658" v="673" actId="6264"/>
          <ac:spMkLst>
            <pc:docMk/>
            <pc:sldMk cId="4108797960" sldId="373"/>
            <ac:spMk id="4" creationId="{E21A62AC-1C5C-6220-880D-B4710025FC96}"/>
          </ac:spMkLst>
        </pc:spChg>
        <pc:spChg chg="add del mod">
          <ac:chgData name="Emma Milne" userId="4a39f72de45081c2" providerId="LiveId" clId="{C1B4049A-0C81-3D4B-A311-9DA2EE922B0F}" dt="2024-10-10T07:25:57.658" v="673" actId="6264"/>
          <ac:spMkLst>
            <pc:docMk/>
            <pc:sldMk cId="4108797960" sldId="373"/>
            <ac:spMk id="5" creationId="{D3E42367-E2D0-32A4-84AE-99B1EFE445E8}"/>
          </ac:spMkLst>
        </pc:spChg>
      </pc:sldChg>
      <pc:sldChg chg="addSp delSp modSp add mod modClrScheme chgLayout">
        <pc:chgData name="Emma Milne" userId="4a39f72de45081c2" providerId="LiveId" clId="{C1B4049A-0C81-3D4B-A311-9DA2EE922B0F}" dt="2024-10-10T07:27:26.038" v="709" actId="6264"/>
        <pc:sldMkLst>
          <pc:docMk/>
          <pc:sldMk cId="3836722001" sldId="374"/>
        </pc:sldMkLst>
        <pc:spChg chg="mod ord">
          <ac:chgData name="Emma Milne" userId="4a39f72de45081c2" providerId="LiveId" clId="{C1B4049A-0C81-3D4B-A311-9DA2EE922B0F}" dt="2024-10-10T07:27:26.038" v="709" actId="6264"/>
          <ac:spMkLst>
            <pc:docMk/>
            <pc:sldMk cId="3836722001" sldId="374"/>
            <ac:spMk id="2" creationId="{1F1F84D8-3504-CE6C-D426-865D060AF1B7}"/>
          </ac:spMkLst>
        </pc:spChg>
        <pc:spChg chg="add mod ord">
          <ac:chgData name="Emma Milne" userId="4a39f72de45081c2" providerId="LiveId" clId="{C1B4049A-0C81-3D4B-A311-9DA2EE922B0F}" dt="2024-10-10T07:27:26.038" v="709" actId="6264"/>
          <ac:spMkLst>
            <pc:docMk/>
            <pc:sldMk cId="3836722001" sldId="374"/>
            <ac:spMk id="3" creationId="{9364B644-E50C-2B2E-E5DF-A8DB1DE221B7}"/>
          </ac:spMkLst>
        </pc:spChg>
        <pc:spChg chg="add del mod">
          <ac:chgData name="Emma Milne" userId="4a39f72de45081c2" providerId="LiveId" clId="{C1B4049A-0C81-3D4B-A311-9DA2EE922B0F}" dt="2024-10-10T07:27:26.038" v="709" actId="6264"/>
          <ac:spMkLst>
            <pc:docMk/>
            <pc:sldMk cId="3836722001" sldId="374"/>
            <ac:spMk id="4" creationId="{C73B84FC-6C6A-F4A1-E1B3-8A49284D9666}"/>
          </ac:spMkLst>
        </pc:spChg>
        <pc:spChg chg="add del mod">
          <ac:chgData name="Emma Milne" userId="4a39f72de45081c2" providerId="LiveId" clId="{C1B4049A-0C81-3D4B-A311-9DA2EE922B0F}" dt="2024-10-10T07:27:26.038" v="709" actId="6264"/>
          <ac:spMkLst>
            <pc:docMk/>
            <pc:sldMk cId="3836722001" sldId="374"/>
            <ac:spMk id="5" creationId="{55A49F8E-E1ED-89A5-145F-3AF2CECAF703}"/>
          </ac:spMkLst>
        </pc:spChg>
      </pc:sldChg>
      <pc:sldChg chg="addSp delSp modSp new mod chgLayout">
        <pc:chgData name="Emma Milne" userId="4a39f72de45081c2" providerId="LiveId" clId="{C1B4049A-0C81-3D4B-A311-9DA2EE922B0F}" dt="2024-10-10T07:28:02.776" v="718" actId="113"/>
        <pc:sldMkLst>
          <pc:docMk/>
          <pc:sldMk cId="3356929006" sldId="375"/>
        </pc:sldMkLst>
        <pc:spChg chg="mod ord">
          <ac:chgData name="Emma Milne" userId="4a39f72de45081c2" providerId="LiveId" clId="{C1B4049A-0C81-3D4B-A311-9DA2EE922B0F}" dt="2024-10-10T07:27:41.172" v="714" actId="6264"/>
          <ac:spMkLst>
            <pc:docMk/>
            <pc:sldMk cId="3356929006" sldId="375"/>
            <ac:spMk id="2" creationId="{9391C93C-51CA-866F-A8A5-AE20FB8EC788}"/>
          </ac:spMkLst>
        </pc:spChg>
        <pc:spChg chg="mod ord">
          <ac:chgData name="Emma Milne" userId="4a39f72de45081c2" providerId="LiveId" clId="{C1B4049A-0C81-3D4B-A311-9DA2EE922B0F}" dt="2024-10-10T07:28:02.776" v="718" actId="113"/>
          <ac:spMkLst>
            <pc:docMk/>
            <pc:sldMk cId="3356929006" sldId="375"/>
            <ac:spMk id="3" creationId="{C14955CD-88CF-8566-904F-1A6356F717E4}"/>
          </ac:spMkLst>
        </pc:spChg>
        <pc:spChg chg="add del mod">
          <ac:chgData name="Emma Milne" userId="4a39f72de45081c2" providerId="LiveId" clId="{C1B4049A-0C81-3D4B-A311-9DA2EE922B0F}" dt="2024-10-10T07:27:41.172" v="714" actId="6264"/>
          <ac:spMkLst>
            <pc:docMk/>
            <pc:sldMk cId="3356929006" sldId="375"/>
            <ac:spMk id="4" creationId="{B3A50611-D7D6-3AB0-DE47-EF209E6AEEF7}"/>
          </ac:spMkLst>
        </pc:spChg>
        <pc:spChg chg="add del mod">
          <ac:chgData name="Emma Milne" userId="4a39f72de45081c2" providerId="LiveId" clId="{C1B4049A-0C81-3D4B-A311-9DA2EE922B0F}" dt="2024-10-10T07:27:41.172" v="714" actId="6264"/>
          <ac:spMkLst>
            <pc:docMk/>
            <pc:sldMk cId="3356929006" sldId="375"/>
            <ac:spMk id="5" creationId="{ACC2A3C5-7FFD-BF42-B8F1-34E6E9CB89A0}"/>
          </ac:spMkLst>
        </pc:spChg>
      </pc:sldChg>
      <pc:sldChg chg="new del">
        <pc:chgData name="Emma Milne" userId="4a39f72de45081c2" providerId="LiveId" clId="{C1B4049A-0C81-3D4B-A311-9DA2EE922B0F}" dt="2024-10-10T07:27:08.077" v="701" actId="2696"/>
        <pc:sldMkLst>
          <pc:docMk/>
          <pc:sldMk cId="3709688082" sldId="375"/>
        </pc:sldMkLst>
      </pc:sldChg>
      <pc:sldChg chg="addSp delSp modSp new mod chgLayout">
        <pc:chgData name="Emma Milne" userId="4a39f72de45081c2" providerId="LiveId" clId="{C1B4049A-0C81-3D4B-A311-9DA2EE922B0F}" dt="2024-10-10T07:29:51.809" v="743" actId="113"/>
        <pc:sldMkLst>
          <pc:docMk/>
          <pc:sldMk cId="1344115450" sldId="376"/>
        </pc:sldMkLst>
        <pc:spChg chg="mod ord">
          <ac:chgData name="Emma Milne" userId="4a39f72de45081c2" providerId="LiveId" clId="{C1B4049A-0C81-3D4B-A311-9DA2EE922B0F}" dt="2024-10-10T07:28:29.603" v="728" actId="6264"/>
          <ac:spMkLst>
            <pc:docMk/>
            <pc:sldMk cId="1344115450" sldId="376"/>
            <ac:spMk id="2" creationId="{9B94A7F8-EA04-40C5-A4F5-A207DEBDAFAA}"/>
          </ac:spMkLst>
        </pc:spChg>
        <pc:spChg chg="mod ord">
          <ac:chgData name="Emma Milne" userId="4a39f72de45081c2" providerId="LiveId" clId="{C1B4049A-0C81-3D4B-A311-9DA2EE922B0F}" dt="2024-10-10T07:29:51.809" v="743" actId="113"/>
          <ac:spMkLst>
            <pc:docMk/>
            <pc:sldMk cId="1344115450" sldId="376"/>
            <ac:spMk id="3" creationId="{A656D341-9EE5-0057-2A7B-D23550E53144}"/>
          </ac:spMkLst>
        </pc:spChg>
        <pc:spChg chg="add del mod">
          <ac:chgData name="Emma Milne" userId="4a39f72de45081c2" providerId="LiveId" clId="{C1B4049A-0C81-3D4B-A311-9DA2EE922B0F}" dt="2024-10-10T07:28:29.603" v="728" actId="6264"/>
          <ac:spMkLst>
            <pc:docMk/>
            <pc:sldMk cId="1344115450" sldId="376"/>
            <ac:spMk id="4" creationId="{E599D545-C778-6B9B-2F03-B2025440C509}"/>
          </ac:spMkLst>
        </pc:spChg>
        <pc:spChg chg="add del mod">
          <ac:chgData name="Emma Milne" userId="4a39f72de45081c2" providerId="LiveId" clId="{C1B4049A-0C81-3D4B-A311-9DA2EE922B0F}" dt="2024-10-10T07:28:29.603" v="728" actId="6264"/>
          <ac:spMkLst>
            <pc:docMk/>
            <pc:sldMk cId="1344115450" sldId="376"/>
            <ac:spMk id="5" creationId="{DC5959D1-58EF-220B-F0B7-385FD130EBBB}"/>
          </ac:spMkLst>
        </pc:spChg>
      </pc:sldChg>
      <pc:sldChg chg="addSp delSp modSp new mod chgLayout">
        <pc:chgData name="Emma Milne" userId="4a39f72de45081c2" providerId="LiveId" clId="{C1B4049A-0C81-3D4B-A311-9DA2EE922B0F}" dt="2024-10-10T07:30:12.439" v="747" actId="6549"/>
        <pc:sldMkLst>
          <pc:docMk/>
          <pc:sldMk cId="3500354069" sldId="377"/>
        </pc:sldMkLst>
        <pc:spChg chg="mod ord">
          <ac:chgData name="Emma Milne" userId="4a39f72de45081c2" providerId="LiveId" clId="{C1B4049A-0C81-3D4B-A311-9DA2EE922B0F}" dt="2024-10-10T07:29:09.706" v="740" actId="6264"/>
          <ac:spMkLst>
            <pc:docMk/>
            <pc:sldMk cId="3500354069" sldId="377"/>
            <ac:spMk id="2" creationId="{7FC8A2A5-E577-EAF2-E6DA-E367DB818FD5}"/>
          </ac:spMkLst>
        </pc:spChg>
        <pc:spChg chg="mod ord">
          <ac:chgData name="Emma Milne" userId="4a39f72de45081c2" providerId="LiveId" clId="{C1B4049A-0C81-3D4B-A311-9DA2EE922B0F}" dt="2024-10-10T07:30:12.439" v="747" actId="6549"/>
          <ac:spMkLst>
            <pc:docMk/>
            <pc:sldMk cId="3500354069" sldId="377"/>
            <ac:spMk id="3" creationId="{9154EF1E-AEF1-6158-4C12-0E4F840DADDB}"/>
          </ac:spMkLst>
        </pc:spChg>
        <pc:spChg chg="add del mod">
          <ac:chgData name="Emma Milne" userId="4a39f72de45081c2" providerId="LiveId" clId="{C1B4049A-0C81-3D4B-A311-9DA2EE922B0F}" dt="2024-10-10T07:29:09.706" v="740" actId="6264"/>
          <ac:spMkLst>
            <pc:docMk/>
            <pc:sldMk cId="3500354069" sldId="377"/>
            <ac:spMk id="4" creationId="{4B4536F1-FAD3-EF68-A4C8-F36207FE6906}"/>
          </ac:spMkLst>
        </pc:spChg>
        <pc:spChg chg="add del mod">
          <ac:chgData name="Emma Milne" userId="4a39f72de45081c2" providerId="LiveId" clId="{C1B4049A-0C81-3D4B-A311-9DA2EE922B0F}" dt="2024-10-10T07:29:09.706" v="740" actId="6264"/>
          <ac:spMkLst>
            <pc:docMk/>
            <pc:sldMk cId="3500354069" sldId="377"/>
            <ac:spMk id="5" creationId="{5108E9A0-0E4D-2C3A-ED81-E6462B57E375}"/>
          </ac:spMkLst>
        </pc:spChg>
      </pc:sldChg>
      <pc:sldChg chg="addSp delSp modSp new mod chgLayout">
        <pc:chgData name="Emma Milne" userId="4a39f72de45081c2" providerId="LiveId" clId="{C1B4049A-0C81-3D4B-A311-9DA2EE922B0F}" dt="2024-10-10T07:46:01.933" v="847" actId="114"/>
        <pc:sldMkLst>
          <pc:docMk/>
          <pc:sldMk cId="3965676310" sldId="378"/>
        </pc:sldMkLst>
        <pc:spChg chg="mod ord">
          <ac:chgData name="Emma Milne" userId="4a39f72de45081c2" providerId="LiveId" clId="{C1B4049A-0C81-3D4B-A311-9DA2EE922B0F}" dt="2024-10-10T07:30:59.933" v="759" actId="6264"/>
          <ac:spMkLst>
            <pc:docMk/>
            <pc:sldMk cId="3965676310" sldId="378"/>
            <ac:spMk id="2" creationId="{BC6D69CF-4203-E21D-9812-2257B945593F}"/>
          </ac:spMkLst>
        </pc:spChg>
        <pc:spChg chg="mod ord">
          <ac:chgData name="Emma Milne" userId="4a39f72de45081c2" providerId="LiveId" clId="{C1B4049A-0C81-3D4B-A311-9DA2EE922B0F}" dt="2024-10-10T07:46:01.933" v="847" actId="114"/>
          <ac:spMkLst>
            <pc:docMk/>
            <pc:sldMk cId="3965676310" sldId="378"/>
            <ac:spMk id="3" creationId="{EFE98895-DDBC-519F-A91D-53A477529EFC}"/>
          </ac:spMkLst>
        </pc:spChg>
        <pc:spChg chg="add del mod">
          <ac:chgData name="Emma Milne" userId="4a39f72de45081c2" providerId="LiveId" clId="{C1B4049A-0C81-3D4B-A311-9DA2EE922B0F}" dt="2024-10-10T07:30:59.933" v="759" actId="6264"/>
          <ac:spMkLst>
            <pc:docMk/>
            <pc:sldMk cId="3965676310" sldId="378"/>
            <ac:spMk id="4" creationId="{F3D46E2A-3DFE-BFD3-D071-0F63F9FC3E75}"/>
          </ac:spMkLst>
        </pc:spChg>
        <pc:spChg chg="add del mod">
          <ac:chgData name="Emma Milne" userId="4a39f72de45081c2" providerId="LiveId" clId="{C1B4049A-0C81-3D4B-A311-9DA2EE922B0F}" dt="2024-10-10T07:30:59.933" v="759" actId="6264"/>
          <ac:spMkLst>
            <pc:docMk/>
            <pc:sldMk cId="3965676310" sldId="378"/>
            <ac:spMk id="5" creationId="{6D2DDBE3-3B20-7B85-4DE6-68C8138EE5F2}"/>
          </ac:spMkLst>
        </pc:spChg>
      </pc:sldChg>
      <pc:sldChg chg="addSp delSp modSp new mod chgLayout">
        <pc:chgData name="Emma Milne" userId="4a39f72de45081c2" providerId="LiveId" clId="{C1B4049A-0C81-3D4B-A311-9DA2EE922B0F}" dt="2024-10-10T07:35:14.578" v="796" actId="22"/>
        <pc:sldMkLst>
          <pc:docMk/>
          <pc:sldMk cId="269088373" sldId="379"/>
        </pc:sldMkLst>
        <pc:spChg chg="mod ord">
          <ac:chgData name="Emma Milne" userId="4a39f72de45081c2" providerId="LiveId" clId="{C1B4049A-0C81-3D4B-A311-9DA2EE922B0F}" dt="2024-10-10T07:32:05.085" v="773" actId="6264"/>
          <ac:spMkLst>
            <pc:docMk/>
            <pc:sldMk cId="269088373" sldId="379"/>
            <ac:spMk id="2" creationId="{C743C314-7C08-4776-6F5E-FDC49BCD00A4}"/>
          </ac:spMkLst>
        </pc:spChg>
        <pc:spChg chg="mod ord">
          <ac:chgData name="Emma Milne" userId="4a39f72de45081c2" providerId="LiveId" clId="{C1B4049A-0C81-3D4B-A311-9DA2EE922B0F}" dt="2024-10-10T07:33:58.215" v="792" actId="27636"/>
          <ac:spMkLst>
            <pc:docMk/>
            <pc:sldMk cId="269088373" sldId="379"/>
            <ac:spMk id="3" creationId="{2AAD40DB-4E55-ECEB-B70C-393806DEE04D}"/>
          </ac:spMkLst>
        </pc:spChg>
        <pc:spChg chg="add del mod">
          <ac:chgData name="Emma Milne" userId="4a39f72de45081c2" providerId="LiveId" clId="{C1B4049A-0C81-3D4B-A311-9DA2EE922B0F}" dt="2024-10-10T07:32:05.085" v="773" actId="6264"/>
          <ac:spMkLst>
            <pc:docMk/>
            <pc:sldMk cId="269088373" sldId="379"/>
            <ac:spMk id="4" creationId="{BAB1BE59-8D38-501C-4964-EDE7A32DD987}"/>
          </ac:spMkLst>
        </pc:spChg>
        <pc:spChg chg="add del mod">
          <ac:chgData name="Emma Milne" userId="4a39f72de45081c2" providerId="LiveId" clId="{C1B4049A-0C81-3D4B-A311-9DA2EE922B0F}" dt="2024-10-10T07:32:05.085" v="773" actId="6264"/>
          <ac:spMkLst>
            <pc:docMk/>
            <pc:sldMk cId="269088373" sldId="379"/>
            <ac:spMk id="5" creationId="{46B77993-5628-4F63-1392-7019E2F93568}"/>
          </ac:spMkLst>
        </pc:spChg>
        <pc:spChg chg="add del">
          <ac:chgData name="Emma Milne" userId="4a39f72de45081c2" providerId="LiveId" clId="{C1B4049A-0C81-3D4B-A311-9DA2EE922B0F}" dt="2024-10-10T07:35:14.578" v="796" actId="22"/>
          <ac:spMkLst>
            <pc:docMk/>
            <pc:sldMk cId="269088373" sldId="379"/>
            <ac:spMk id="7" creationId="{DEC12412-EBCF-3195-90AD-DE854D92D906}"/>
          </ac:spMkLst>
        </pc:spChg>
      </pc:sldChg>
      <pc:sldChg chg="modSp new mod">
        <pc:chgData name="Emma Milne" userId="4a39f72de45081c2" providerId="LiveId" clId="{C1B4049A-0C81-3D4B-A311-9DA2EE922B0F}" dt="2024-10-10T07:36:13.379" v="803" actId="27636"/>
        <pc:sldMkLst>
          <pc:docMk/>
          <pc:sldMk cId="1923435926" sldId="380"/>
        </pc:sldMkLst>
        <pc:spChg chg="mod">
          <ac:chgData name="Emma Milne" userId="4a39f72de45081c2" providerId="LiveId" clId="{C1B4049A-0C81-3D4B-A311-9DA2EE922B0F}" dt="2024-10-10T07:34:59.010" v="794"/>
          <ac:spMkLst>
            <pc:docMk/>
            <pc:sldMk cId="1923435926" sldId="380"/>
            <ac:spMk id="2" creationId="{C2F07B10-3E4B-83D6-028B-8D14929E2B41}"/>
          </ac:spMkLst>
        </pc:spChg>
        <pc:spChg chg="mod">
          <ac:chgData name="Emma Milne" userId="4a39f72de45081c2" providerId="LiveId" clId="{C1B4049A-0C81-3D4B-A311-9DA2EE922B0F}" dt="2024-10-10T07:36:13.379" v="803" actId="27636"/>
          <ac:spMkLst>
            <pc:docMk/>
            <pc:sldMk cId="1923435926" sldId="380"/>
            <ac:spMk id="3" creationId="{C1189AA9-D0C6-19FF-F8E6-965260054167}"/>
          </ac:spMkLst>
        </pc:spChg>
      </pc:sldChg>
      <pc:sldChg chg="modSp add mod">
        <pc:chgData name="Emma Milne" userId="4a39f72de45081c2" providerId="LiveId" clId="{C1B4049A-0C81-3D4B-A311-9DA2EE922B0F}" dt="2024-10-10T07:36:25.496" v="812" actId="404"/>
        <pc:sldMkLst>
          <pc:docMk/>
          <pc:sldMk cId="1564922354" sldId="381"/>
        </pc:sldMkLst>
        <pc:spChg chg="mod">
          <ac:chgData name="Emma Milne" userId="4a39f72de45081c2" providerId="LiveId" clId="{C1B4049A-0C81-3D4B-A311-9DA2EE922B0F}" dt="2024-10-10T07:36:25.496" v="812" actId="404"/>
          <ac:spMkLst>
            <pc:docMk/>
            <pc:sldMk cId="1564922354" sldId="381"/>
            <ac:spMk id="3" creationId="{AA54E2D5-942E-FEB0-F5CF-3A3C9896E2DC}"/>
          </ac:spMkLst>
        </pc:spChg>
      </pc:sldChg>
      <pc:sldChg chg="modSp add mod">
        <pc:chgData name="Emma Milne" userId="4a39f72de45081c2" providerId="LiveId" clId="{C1B4049A-0C81-3D4B-A311-9DA2EE922B0F}" dt="2024-10-10T07:45:40.291" v="846" actId="20577"/>
        <pc:sldMkLst>
          <pc:docMk/>
          <pc:sldMk cId="3289629572" sldId="382"/>
        </pc:sldMkLst>
        <pc:spChg chg="mod">
          <ac:chgData name="Emma Milne" userId="4a39f72de45081c2" providerId="LiveId" clId="{C1B4049A-0C81-3D4B-A311-9DA2EE922B0F}" dt="2024-10-10T07:45:40.291" v="846" actId="20577"/>
          <ac:spMkLst>
            <pc:docMk/>
            <pc:sldMk cId="3289629572" sldId="382"/>
            <ac:spMk id="2" creationId="{D1B445E9-B09C-09E5-635D-C4CBF450C84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5083B1-C9C5-DB4F-9A4B-21A5855E7035}" type="doc">
      <dgm:prSet loTypeId="urn:microsoft.com/office/officeart/2005/8/layout/equation1" loCatId="" qsTypeId="urn:microsoft.com/office/officeart/2005/8/quickstyle/simple1" qsCatId="simple" csTypeId="urn:microsoft.com/office/officeart/2005/8/colors/accent1_2" csCatId="accent1" phldr="1"/>
      <dgm:spPr/>
    </dgm:pt>
    <dgm:pt modelId="{21DFD6F1-4032-5A44-869E-D8D327342EBF}">
      <dgm:prSet phldrT="[Text]"/>
      <dgm:spPr>
        <a:solidFill>
          <a:srgbClr val="54135A"/>
        </a:solidFill>
      </dgm:spPr>
      <dgm:t>
        <a:bodyPr/>
        <a:lstStyle/>
        <a:p>
          <a:r>
            <a:rPr lang="en-GB" dirty="0">
              <a:latin typeface="Arial" panose="020B0604020202020204" pitchFamily="34" charset="0"/>
              <a:cs typeface="Arial" panose="020B0604020202020204" pitchFamily="34" charset="0"/>
            </a:rPr>
            <a:t>Assault or battery (base offence)</a:t>
          </a:r>
        </a:p>
      </dgm:t>
    </dgm:pt>
    <dgm:pt modelId="{2FFCF7FB-D7DD-7B49-8A5A-AD8BF2C49DA4}" type="parTrans" cxnId="{61966CA2-802A-AE46-A668-E393FA4D820A}">
      <dgm:prSet/>
      <dgm:spPr/>
      <dgm:t>
        <a:bodyPr/>
        <a:lstStyle/>
        <a:p>
          <a:endParaRPr lang="en-GB"/>
        </a:p>
      </dgm:t>
    </dgm:pt>
    <dgm:pt modelId="{2DC3DEDD-E549-5441-8515-EFA6B819AFB6}" type="sibTrans" cxnId="{61966CA2-802A-AE46-A668-E393FA4D820A}">
      <dgm:prSet/>
      <dgm:spPr>
        <a:solidFill>
          <a:srgbClr val="FFCE2D"/>
        </a:solidFill>
      </dgm:spPr>
      <dgm:t>
        <a:bodyPr/>
        <a:lstStyle/>
        <a:p>
          <a:endParaRPr lang="en-GB"/>
        </a:p>
      </dgm:t>
    </dgm:pt>
    <dgm:pt modelId="{F569C399-C8C4-9C47-B1D5-DE04B2167359}">
      <dgm:prSet phldrT="[Text]"/>
      <dgm:spPr>
        <a:solidFill>
          <a:srgbClr val="54135A"/>
        </a:solidFill>
      </dgm:spPr>
      <dgm:t>
        <a:bodyPr/>
        <a:lstStyle/>
        <a:p>
          <a:r>
            <a:rPr lang="en-GB" dirty="0">
              <a:latin typeface="Arial" panose="020B0604020202020204" pitchFamily="34" charset="0"/>
              <a:cs typeface="Arial" panose="020B0604020202020204" pitchFamily="34" charset="0"/>
            </a:rPr>
            <a:t>V suffers ABH as a result</a:t>
          </a:r>
        </a:p>
      </dgm:t>
    </dgm:pt>
    <dgm:pt modelId="{40775A6F-E148-DD47-9A32-5B4076F399EA}" type="parTrans" cxnId="{3F983475-411D-BB44-A7BB-5EBC67414106}">
      <dgm:prSet/>
      <dgm:spPr/>
      <dgm:t>
        <a:bodyPr/>
        <a:lstStyle/>
        <a:p>
          <a:endParaRPr lang="en-GB"/>
        </a:p>
      </dgm:t>
    </dgm:pt>
    <dgm:pt modelId="{914ED0C7-15F8-A44E-82E3-755B57A57C86}" type="sibTrans" cxnId="{3F983475-411D-BB44-A7BB-5EBC67414106}">
      <dgm:prSet/>
      <dgm:spPr>
        <a:solidFill>
          <a:srgbClr val="FFCE2D"/>
        </a:solidFill>
      </dgm:spPr>
      <dgm:t>
        <a:bodyPr/>
        <a:lstStyle/>
        <a:p>
          <a:endParaRPr lang="en-GB"/>
        </a:p>
      </dgm:t>
    </dgm:pt>
    <dgm:pt modelId="{ABF63756-F276-7045-B095-0554F27507EF}">
      <dgm:prSet phldrT="[Text]"/>
      <dgm:spPr>
        <a:solidFill>
          <a:srgbClr val="54135A"/>
        </a:solidFill>
      </dgm:spPr>
      <dgm:t>
        <a:bodyPr/>
        <a:lstStyle/>
        <a:p>
          <a:r>
            <a:rPr lang="en-GB" dirty="0">
              <a:latin typeface="Arial" panose="020B0604020202020204" pitchFamily="34" charset="0"/>
              <a:cs typeface="Arial" panose="020B0604020202020204" pitchFamily="34" charset="0"/>
            </a:rPr>
            <a:t>Section 47 liability</a:t>
          </a:r>
        </a:p>
      </dgm:t>
    </dgm:pt>
    <dgm:pt modelId="{EE7DE7E8-1C5C-7941-96D7-09D856452933}" type="parTrans" cxnId="{BE143177-1229-0E4B-94A3-FC73F84FED86}">
      <dgm:prSet/>
      <dgm:spPr/>
      <dgm:t>
        <a:bodyPr/>
        <a:lstStyle/>
        <a:p>
          <a:endParaRPr lang="en-GB"/>
        </a:p>
      </dgm:t>
    </dgm:pt>
    <dgm:pt modelId="{B7289353-D3B3-AA45-90B6-85EE3DA02235}" type="sibTrans" cxnId="{BE143177-1229-0E4B-94A3-FC73F84FED86}">
      <dgm:prSet/>
      <dgm:spPr/>
      <dgm:t>
        <a:bodyPr/>
        <a:lstStyle/>
        <a:p>
          <a:endParaRPr lang="en-GB"/>
        </a:p>
      </dgm:t>
    </dgm:pt>
    <dgm:pt modelId="{4ACC51B7-0926-954E-A0F7-F94E7A71D8BA}" type="pres">
      <dgm:prSet presAssocID="{C75083B1-C9C5-DB4F-9A4B-21A5855E7035}" presName="linearFlow" presStyleCnt="0">
        <dgm:presLayoutVars>
          <dgm:dir/>
          <dgm:resizeHandles val="exact"/>
        </dgm:presLayoutVars>
      </dgm:prSet>
      <dgm:spPr/>
    </dgm:pt>
    <dgm:pt modelId="{9CBD8A98-2B54-3D40-B7B1-4C398FF76505}" type="pres">
      <dgm:prSet presAssocID="{21DFD6F1-4032-5A44-869E-D8D327342EBF}" presName="node" presStyleLbl="node1" presStyleIdx="0" presStyleCnt="3">
        <dgm:presLayoutVars>
          <dgm:bulletEnabled val="1"/>
        </dgm:presLayoutVars>
      </dgm:prSet>
      <dgm:spPr/>
    </dgm:pt>
    <dgm:pt modelId="{25507541-9A4F-5A45-98C9-F5168AF48AF6}" type="pres">
      <dgm:prSet presAssocID="{2DC3DEDD-E549-5441-8515-EFA6B819AFB6}" presName="spacerL" presStyleCnt="0"/>
      <dgm:spPr/>
    </dgm:pt>
    <dgm:pt modelId="{21DE34EA-9217-2545-9EC4-EBAF0BF7C42E}" type="pres">
      <dgm:prSet presAssocID="{2DC3DEDD-E549-5441-8515-EFA6B819AFB6}" presName="sibTrans" presStyleLbl="sibTrans2D1" presStyleIdx="0" presStyleCnt="2"/>
      <dgm:spPr/>
    </dgm:pt>
    <dgm:pt modelId="{D2D82106-5BC4-7D40-B15D-E69D0F6DB8A0}" type="pres">
      <dgm:prSet presAssocID="{2DC3DEDD-E549-5441-8515-EFA6B819AFB6}" presName="spacerR" presStyleCnt="0"/>
      <dgm:spPr/>
    </dgm:pt>
    <dgm:pt modelId="{B936AACD-2CEC-E54E-9E1A-319A31213821}" type="pres">
      <dgm:prSet presAssocID="{F569C399-C8C4-9C47-B1D5-DE04B2167359}" presName="node" presStyleLbl="node1" presStyleIdx="1" presStyleCnt="3">
        <dgm:presLayoutVars>
          <dgm:bulletEnabled val="1"/>
        </dgm:presLayoutVars>
      </dgm:prSet>
      <dgm:spPr/>
    </dgm:pt>
    <dgm:pt modelId="{143C7B1D-2066-064F-8422-DEA66AC556F6}" type="pres">
      <dgm:prSet presAssocID="{914ED0C7-15F8-A44E-82E3-755B57A57C86}" presName="spacerL" presStyleCnt="0"/>
      <dgm:spPr/>
    </dgm:pt>
    <dgm:pt modelId="{1015DC74-3E96-884F-B350-6CCB625EAAE5}" type="pres">
      <dgm:prSet presAssocID="{914ED0C7-15F8-A44E-82E3-755B57A57C86}" presName="sibTrans" presStyleLbl="sibTrans2D1" presStyleIdx="1" presStyleCnt="2"/>
      <dgm:spPr/>
    </dgm:pt>
    <dgm:pt modelId="{4A0E30DE-86E2-7546-9D9F-74CAE0CE1865}" type="pres">
      <dgm:prSet presAssocID="{914ED0C7-15F8-A44E-82E3-755B57A57C86}" presName="spacerR" presStyleCnt="0"/>
      <dgm:spPr/>
    </dgm:pt>
    <dgm:pt modelId="{89EF9DB2-3C37-1D42-B803-6965EF77C22F}" type="pres">
      <dgm:prSet presAssocID="{ABF63756-F276-7045-B095-0554F27507EF}" presName="node" presStyleLbl="node1" presStyleIdx="2" presStyleCnt="3">
        <dgm:presLayoutVars>
          <dgm:bulletEnabled val="1"/>
        </dgm:presLayoutVars>
      </dgm:prSet>
      <dgm:spPr/>
    </dgm:pt>
  </dgm:ptLst>
  <dgm:cxnLst>
    <dgm:cxn modelId="{D65B0B00-1726-6E46-9C74-653D07EF665F}" type="presOf" srcId="{2DC3DEDD-E549-5441-8515-EFA6B819AFB6}" destId="{21DE34EA-9217-2545-9EC4-EBAF0BF7C42E}" srcOrd="0" destOrd="0" presId="urn:microsoft.com/office/officeart/2005/8/layout/equation1"/>
    <dgm:cxn modelId="{8E18812A-AFFD-B649-9F9C-6C19B42EDECC}" type="presOf" srcId="{C75083B1-C9C5-DB4F-9A4B-21A5855E7035}" destId="{4ACC51B7-0926-954E-A0F7-F94E7A71D8BA}" srcOrd="0" destOrd="0" presId="urn:microsoft.com/office/officeart/2005/8/layout/equation1"/>
    <dgm:cxn modelId="{3F983475-411D-BB44-A7BB-5EBC67414106}" srcId="{C75083B1-C9C5-DB4F-9A4B-21A5855E7035}" destId="{F569C399-C8C4-9C47-B1D5-DE04B2167359}" srcOrd="1" destOrd="0" parTransId="{40775A6F-E148-DD47-9A32-5B4076F399EA}" sibTransId="{914ED0C7-15F8-A44E-82E3-755B57A57C86}"/>
    <dgm:cxn modelId="{BE143177-1229-0E4B-94A3-FC73F84FED86}" srcId="{C75083B1-C9C5-DB4F-9A4B-21A5855E7035}" destId="{ABF63756-F276-7045-B095-0554F27507EF}" srcOrd="2" destOrd="0" parTransId="{EE7DE7E8-1C5C-7941-96D7-09D856452933}" sibTransId="{B7289353-D3B3-AA45-90B6-85EE3DA02235}"/>
    <dgm:cxn modelId="{3FD1B588-B313-2C4A-A914-D202B783FBA8}" type="presOf" srcId="{914ED0C7-15F8-A44E-82E3-755B57A57C86}" destId="{1015DC74-3E96-884F-B350-6CCB625EAAE5}" srcOrd="0" destOrd="0" presId="urn:microsoft.com/office/officeart/2005/8/layout/equation1"/>
    <dgm:cxn modelId="{F57B4891-AC7C-3C4F-A8E1-8B68AA1347BC}" type="presOf" srcId="{F569C399-C8C4-9C47-B1D5-DE04B2167359}" destId="{B936AACD-2CEC-E54E-9E1A-319A31213821}" srcOrd="0" destOrd="0" presId="urn:microsoft.com/office/officeart/2005/8/layout/equation1"/>
    <dgm:cxn modelId="{B76F9A9A-2D90-4A46-A71D-55D49CFBB2AD}" type="presOf" srcId="{21DFD6F1-4032-5A44-869E-D8D327342EBF}" destId="{9CBD8A98-2B54-3D40-B7B1-4C398FF76505}" srcOrd="0" destOrd="0" presId="urn:microsoft.com/office/officeart/2005/8/layout/equation1"/>
    <dgm:cxn modelId="{61966CA2-802A-AE46-A668-E393FA4D820A}" srcId="{C75083B1-C9C5-DB4F-9A4B-21A5855E7035}" destId="{21DFD6F1-4032-5A44-869E-D8D327342EBF}" srcOrd="0" destOrd="0" parTransId="{2FFCF7FB-D7DD-7B49-8A5A-AD8BF2C49DA4}" sibTransId="{2DC3DEDD-E549-5441-8515-EFA6B819AFB6}"/>
    <dgm:cxn modelId="{BEF5B8B2-1349-7C47-B999-D1C34108C2CD}" type="presOf" srcId="{ABF63756-F276-7045-B095-0554F27507EF}" destId="{89EF9DB2-3C37-1D42-B803-6965EF77C22F}" srcOrd="0" destOrd="0" presId="urn:microsoft.com/office/officeart/2005/8/layout/equation1"/>
    <dgm:cxn modelId="{2CDCBBDE-6495-174F-AF78-E25479E6FEE3}" type="presParOf" srcId="{4ACC51B7-0926-954E-A0F7-F94E7A71D8BA}" destId="{9CBD8A98-2B54-3D40-B7B1-4C398FF76505}" srcOrd="0" destOrd="0" presId="urn:microsoft.com/office/officeart/2005/8/layout/equation1"/>
    <dgm:cxn modelId="{4DBE8E71-3167-BB46-A4D7-E5223CD4412A}" type="presParOf" srcId="{4ACC51B7-0926-954E-A0F7-F94E7A71D8BA}" destId="{25507541-9A4F-5A45-98C9-F5168AF48AF6}" srcOrd="1" destOrd="0" presId="urn:microsoft.com/office/officeart/2005/8/layout/equation1"/>
    <dgm:cxn modelId="{24316681-530C-424A-BB46-86A8ADC140C5}" type="presParOf" srcId="{4ACC51B7-0926-954E-A0F7-F94E7A71D8BA}" destId="{21DE34EA-9217-2545-9EC4-EBAF0BF7C42E}" srcOrd="2" destOrd="0" presId="urn:microsoft.com/office/officeart/2005/8/layout/equation1"/>
    <dgm:cxn modelId="{038D5AB1-8D07-DC4A-9B5F-14ADBF0D92F7}" type="presParOf" srcId="{4ACC51B7-0926-954E-A0F7-F94E7A71D8BA}" destId="{D2D82106-5BC4-7D40-B15D-E69D0F6DB8A0}" srcOrd="3" destOrd="0" presId="urn:microsoft.com/office/officeart/2005/8/layout/equation1"/>
    <dgm:cxn modelId="{AF7A0397-0279-D844-B338-11FF74B6EC39}" type="presParOf" srcId="{4ACC51B7-0926-954E-A0F7-F94E7A71D8BA}" destId="{B936AACD-2CEC-E54E-9E1A-319A31213821}" srcOrd="4" destOrd="0" presId="urn:microsoft.com/office/officeart/2005/8/layout/equation1"/>
    <dgm:cxn modelId="{2C66E2EC-04B5-3540-AF78-6915A746F907}" type="presParOf" srcId="{4ACC51B7-0926-954E-A0F7-F94E7A71D8BA}" destId="{143C7B1D-2066-064F-8422-DEA66AC556F6}" srcOrd="5" destOrd="0" presId="urn:microsoft.com/office/officeart/2005/8/layout/equation1"/>
    <dgm:cxn modelId="{1EDAE3C8-633B-E949-B73B-2DE88978841E}" type="presParOf" srcId="{4ACC51B7-0926-954E-A0F7-F94E7A71D8BA}" destId="{1015DC74-3E96-884F-B350-6CCB625EAAE5}" srcOrd="6" destOrd="0" presId="urn:microsoft.com/office/officeart/2005/8/layout/equation1"/>
    <dgm:cxn modelId="{94413E9B-0642-C54E-9EB0-FC85D65A56A2}" type="presParOf" srcId="{4ACC51B7-0926-954E-A0F7-F94E7A71D8BA}" destId="{4A0E30DE-86E2-7546-9D9F-74CAE0CE1865}" srcOrd="7" destOrd="0" presId="urn:microsoft.com/office/officeart/2005/8/layout/equation1"/>
    <dgm:cxn modelId="{6B5E8DE6-6789-B64D-AB93-75D5CCB86D2C}" type="presParOf" srcId="{4ACC51B7-0926-954E-A0F7-F94E7A71D8BA}" destId="{89EF9DB2-3C37-1D42-B803-6965EF77C22F}"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BD8A98-2B54-3D40-B7B1-4C398FF76505}">
      <dsp:nvSpPr>
        <dsp:cNvPr id="0" name=""/>
        <dsp:cNvSpPr/>
      </dsp:nvSpPr>
      <dsp:spPr>
        <a:xfrm>
          <a:off x="1357" y="917835"/>
          <a:ext cx="1799703" cy="1799703"/>
        </a:xfrm>
        <a:prstGeom prst="ellipse">
          <a:avLst/>
        </a:prstGeom>
        <a:solidFill>
          <a:srgbClr val="54135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Arial" panose="020B0604020202020204" pitchFamily="34" charset="0"/>
              <a:cs typeface="Arial" panose="020B0604020202020204" pitchFamily="34" charset="0"/>
            </a:rPr>
            <a:t>Assault or battery (base offence)</a:t>
          </a:r>
        </a:p>
      </dsp:txBody>
      <dsp:txXfrm>
        <a:off x="264917" y="1181395"/>
        <a:ext cx="1272583" cy="1272583"/>
      </dsp:txXfrm>
    </dsp:sp>
    <dsp:sp modelId="{21DE34EA-9217-2545-9EC4-EBAF0BF7C42E}">
      <dsp:nvSpPr>
        <dsp:cNvPr id="0" name=""/>
        <dsp:cNvSpPr/>
      </dsp:nvSpPr>
      <dsp:spPr>
        <a:xfrm>
          <a:off x="1947196" y="1295773"/>
          <a:ext cx="1043827" cy="1043827"/>
        </a:xfrm>
        <a:prstGeom prst="mathPlus">
          <a:avLst/>
        </a:prstGeom>
        <a:solidFill>
          <a:srgbClr val="FFCE2D"/>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2085555" y="1694932"/>
        <a:ext cx="767109" cy="245509"/>
      </dsp:txXfrm>
    </dsp:sp>
    <dsp:sp modelId="{B936AACD-2CEC-E54E-9E1A-319A31213821}">
      <dsp:nvSpPr>
        <dsp:cNvPr id="0" name=""/>
        <dsp:cNvSpPr/>
      </dsp:nvSpPr>
      <dsp:spPr>
        <a:xfrm>
          <a:off x="3137160" y="917835"/>
          <a:ext cx="1799703" cy="1799703"/>
        </a:xfrm>
        <a:prstGeom prst="ellipse">
          <a:avLst/>
        </a:prstGeom>
        <a:solidFill>
          <a:srgbClr val="54135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Arial" panose="020B0604020202020204" pitchFamily="34" charset="0"/>
              <a:cs typeface="Arial" panose="020B0604020202020204" pitchFamily="34" charset="0"/>
            </a:rPr>
            <a:t>V suffers ABH as a result</a:t>
          </a:r>
        </a:p>
      </dsp:txBody>
      <dsp:txXfrm>
        <a:off x="3400720" y="1181395"/>
        <a:ext cx="1272583" cy="1272583"/>
      </dsp:txXfrm>
    </dsp:sp>
    <dsp:sp modelId="{1015DC74-3E96-884F-B350-6CCB625EAAE5}">
      <dsp:nvSpPr>
        <dsp:cNvPr id="0" name=""/>
        <dsp:cNvSpPr/>
      </dsp:nvSpPr>
      <dsp:spPr>
        <a:xfrm>
          <a:off x="5083000" y="1295773"/>
          <a:ext cx="1043827" cy="1043827"/>
        </a:xfrm>
        <a:prstGeom prst="mathEqual">
          <a:avLst/>
        </a:prstGeom>
        <a:solidFill>
          <a:srgbClr val="FFCE2D"/>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5221359" y="1510801"/>
        <a:ext cx="767109" cy="613771"/>
      </dsp:txXfrm>
    </dsp:sp>
    <dsp:sp modelId="{89EF9DB2-3C37-1D42-B803-6965EF77C22F}">
      <dsp:nvSpPr>
        <dsp:cNvPr id="0" name=""/>
        <dsp:cNvSpPr/>
      </dsp:nvSpPr>
      <dsp:spPr>
        <a:xfrm>
          <a:off x="6272963" y="917835"/>
          <a:ext cx="1799703" cy="1799703"/>
        </a:xfrm>
        <a:prstGeom prst="ellipse">
          <a:avLst/>
        </a:prstGeom>
        <a:solidFill>
          <a:srgbClr val="54135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Arial" panose="020B0604020202020204" pitchFamily="34" charset="0"/>
              <a:cs typeface="Arial" panose="020B0604020202020204" pitchFamily="34" charset="0"/>
            </a:rPr>
            <a:t>Section 47 liability</a:t>
          </a:r>
        </a:p>
      </dsp:txBody>
      <dsp:txXfrm>
        <a:off x="6536523" y="1181395"/>
        <a:ext cx="1272583" cy="1272583"/>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C5ACD56-CA7D-3A42-9B42-9FD56464B91C}" type="datetimeFigureOut">
              <a:rPr lang="en-US" smtClean="0"/>
              <a:t>10/9/24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238D3B8-2EC2-4F46-B8AF-ABD68D92145A}" type="slidenum">
              <a:rPr lang="en-US" smtClean="0"/>
              <a:t>‹#›</a:t>
            </a:fld>
            <a:endParaRPr lang="en-US"/>
          </a:p>
        </p:txBody>
      </p:sp>
    </p:spTree>
    <p:extLst>
      <p:ext uri="{BB962C8B-B14F-4D97-AF65-F5344CB8AC3E}">
        <p14:creationId xmlns:p14="http://schemas.microsoft.com/office/powerpoint/2010/main" val="23477774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FD505C-DB71-934E-ADB2-293A55F87209}" type="datetimeFigureOut">
              <a:rPr lang="en-GB" smtClean="0"/>
              <a:t>09/10/2024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5581F-BF63-B74E-B1D5-4E9850ACDF76}" type="slidenum">
              <a:rPr lang="en-GB" smtClean="0"/>
              <a:t>‹#›</a:t>
            </a:fld>
            <a:endParaRPr lang="en-GB"/>
          </a:p>
        </p:txBody>
      </p:sp>
    </p:spTree>
    <p:extLst>
      <p:ext uri="{BB962C8B-B14F-4D97-AF65-F5344CB8AC3E}">
        <p14:creationId xmlns:p14="http://schemas.microsoft.com/office/powerpoint/2010/main" val="3045938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A35581F-BF63-B74E-B1D5-4E9850ACDF76}" type="slidenum">
              <a:rPr lang="en-GB" smtClean="0"/>
              <a:t>14</a:t>
            </a:fld>
            <a:endParaRPr lang="en-GB"/>
          </a:p>
        </p:txBody>
      </p:sp>
    </p:spTree>
    <p:extLst>
      <p:ext uri="{BB962C8B-B14F-4D97-AF65-F5344CB8AC3E}">
        <p14:creationId xmlns:p14="http://schemas.microsoft.com/office/powerpoint/2010/main" val="248899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A1FC-3930-C244-DD00-E5F68C6CC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45E6E-A0ED-A7AC-1C67-110E590FC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EE4B8-B8E8-590B-9B37-D12D013140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F9974F9-49E2-70E1-FFF5-1A08974BA9D1}"/>
              </a:ext>
            </a:extLst>
          </p:cNvPr>
          <p:cNvSpPr>
            <a:spLocks noGrp="1"/>
          </p:cNvSpPr>
          <p:nvPr>
            <p:ph type="sldNum" sz="quarter" idx="5"/>
          </p:nvPr>
        </p:nvSpPr>
        <p:spPr/>
        <p:txBody>
          <a:bodyPr/>
          <a:lstStyle/>
          <a:p>
            <a:fld id="{9A35581F-BF63-B74E-B1D5-4E9850ACDF76}" type="slidenum">
              <a:rPr lang="en-GB" smtClean="0"/>
              <a:t>26</a:t>
            </a:fld>
            <a:endParaRPr lang="en-GB"/>
          </a:p>
        </p:txBody>
      </p:sp>
    </p:spTree>
    <p:extLst>
      <p:ext uri="{BB962C8B-B14F-4D97-AF65-F5344CB8AC3E}">
        <p14:creationId xmlns:p14="http://schemas.microsoft.com/office/powerpoint/2010/main" val="4204415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A35581F-BF63-B74E-B1D5-4E9850ACDF76}" type="slidenum">
              <a:rPr lang="en-GB" smtClean="0"/>
              <a:t>28</a:t>
            </a:fld>
            <a:endParaRPr lang="en-GB"/>
          </a:p>
        </p:txBody>
      </p:sp>
    </p:spTree>
    <p:extLst>
      <p:ext uri="{BB962C8B-B14F-4D97-AF65-F5344CB8AC3E}">
        <p14:creationId xmlns:p14="http://schemas.microsoft.com/office/powerpoint/2010/main" val="2003466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FC9E9-036B-98E2-13B3-49928C75B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B14C6-A57C-69B0-3078-856BBB884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A3D4B-0479-2F91-92B7-4ED6A8689C7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5B5C131-C35C-702F-C619-CF59E94CC5A7}"/>
              </a:ext>
            </a:extLst>
          </p:cNvPr>
          <p:cNvSpPr>
            <a:spLocks noGrp="1"/>
          </p:cNvSpPr>
          <p:nvPr>
            <p:ph type="sldNum" sz="quarter" idx="5"/>
          </p:nvPr>
        </p:nvSpPr>
        <p:spPr/>
        <p:txBody>
          <a:bodyPr/>
          <a:lstStyle/>
          <a:p>
            <a:fld id="{9A35581F-BF63-B74E-B1D5-4E9850ACDF76}" type="slidenum">
              <a:rPr lang="en-GB" smtClean="0"/>
              <a:t>33</a:t>
            </a:fld>
            <a:endParaRPr lang="en-GB"/>
          </a:p>
        </p:txBody>
      </p:sp>
    </p:spTree>
    <p:extLst>
      <p:ext uri="{BB962C8B-B14F-4D97-AF65-F5344CB8AC3E}">
        <p14:creationId xmlns:p14="http://schemas.microsoft.com/office/powerpoint/2010/main" val="33312463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4000500" y="0"/>
            <a:ext cx="5143500" cy="5143500"/>
          </a:xfrm>
          <a:prstGeom prst="rect">
            <a:avLst/>
          </a:prstGeom>
        </p:spPr>
      </p:pic>
      <p:sp>
        <p:nvSpPr>
          <p:cNvPr id="2" name="Title 1"/>
          <p:cNvSpPr>
            <a:spLocks noGrp="1"/>
          </p:cNvSpPr>
          <p:nvPr>
            <p:ph type="ctrTitle"/>
          </p:nvPr>
        </p:nvSpPr>
        <p:spPr>
          <a:xfrm>
            <a:off x="697754" y="1254162"/>
            <a:ext cx="3321422" cy="1063133"/>
          </a:xfrm>
          <a:prstGeom prst="rect">
            <a:avLst/>
          </a:prstGeom>
        </p:spPr>
        <p:txBody>
          <a:bodyPr lIns="0" tIns="0" rIns="0" bIns="0" anchor="ctr">
            <a:noAutofit/>
          </a:bodyPr>
          <a:lstStyle>
            <a:lvl1pPr algn="ctr">
              <a:lnSpc>
                <a:spcPct val="85000"/>
              </a:lnSpc>
              <a:defRPr sz="2800" b="1">
                <a:solidFill>
                  <a:srgbClr val="002A41"/>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697754" y="2571749"/>
            <a:ext cx="3321422" cy="1063133"/>
          </a:xfrm>
          <a:prstGeom prst="rect">
            <a:avLst/>
          </a:prstGeom>
        </p:spPr>
        <p:txBody>
          <a:bodyPr lIns="0" tIns="0" rIns="0" bIns="0" anchor="ctr">
            <a:noAutofit/>
          </a:bodyPr>
          <a:lstStyle>
            <a:lvl1pPr marL="0" indent="0" algn="l">
              <a:lnSpc>
                <a:spcPct val="90000"/>
              </a:lnSpc>
              <a:buNone/>
              <a:defRPr sz="2000">
                <a:solidFill>
                  <a:srgbClr val="002A4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5" name="Picture 4" descr="A logo with text on it&#10;&#10;Description automatically generated">
            <a:extLst>
              <a:ext uri="{FF2B5EF4-FFF2-40B4-BE49-F238E27FC236}">
                <a16:creationId xmlns:a16="http://schemas.microsoft.com/office/drawing/2014/main" id="{F5BEC502-5565-F0E1-3C95-602230A5A0B7}"/>
              </a:ext>
            </a:extLst>
          </p:cNvPr>
          <p:cNvPicPr>
            <a:picLocks noChangeAspect="1"/>
          </p:cNvPicPr>
          <p:nvPr userDrawn="1"/>
        </p:nvPicPr>
        <p:blipFill>
          <a:blip r:embed="rId3"/>
          <a:stretch>
            <a:fillRect/>
          </a:stretch>
        </p:blipFill>
        <p:spPr>
          <a:xfrm>
            <a:off x="0" y="0"/>
            <a:ext cx="1955712" cy="1016971"/>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4000500" y="0"/>
            <a:ext cx="5143500" cy="5143500"/>
          </a:xfrm>
          <a:prstGeom prst="rect">
            <a:avLst/>
          </a:prstGeom>
        </p:spPr>
      </p:pic>
      <p:pic>
        <p:nvPicPr>
          <p:cNvPr id="5" name="Picture 4" descr="A logo with text on it&#10;&#10;Description automatically generated">
            <a:extLst>
              <a:ext uri="{FF2B5EF4-FFF2-40B4-BE49-F238E27FC236}">
                <a16:creationId xmlns:a16="http://schemas.microsoft.com/office/drawing/2014/main" id="{3F83FA74-DE85-8271-7C1E-9386351D7EE1}"/>
              </a:ext>
            </a:extLst>
          </p:cNvPr>
          <p:cNvPicPr>
            <a:picLocks noChangeAspect="1"/>
          </p:cNvPicPr>
          <p:nvPr userDrawn="1"/>
        </p:nvPicPr>
        <p:blipFill>
          <a:blip r:embed="rId3"/>
          <a:stretch>
            <a:fillRect/>
          </a:stretch>
        </p:blipFill>
        <p:spPr>
          <a:xfrm>
            <a:off x="0" y="0"/>
            <a:ext cx="1955712" cy="1016971"/>
          </a:xfrm>
          <a:prstGeom prst="rect">
            <a:avLst/>
          </a:prstGeom>
        </p:spPr>
      </p:pic>
      <p:sp>
        <p:nvSpPr>
          <p:cNvPr id="6" name="Title 1">
            <a:extLst>
              <a:ext uri="{FF2B5EF4-FFF2-40B4-BE49-F238E27FC236}">
                <a16:creationId xmlns:a16="http://schemas.microsoft.com/office/drawing/2014/main" id="{119A59A8-15C2-09E7-24D4-1C1E20BB92CD}"/>
              </a:ext>
            </a:extLst>
          </p:cNvPr>
          <p:cNvSpPr>
            <a:spLocks noGrp="1"/>
          </p:cNvSpPr>
          <p:nvPr>
            <p:ph type="ctrTitle"/>
          </p:nvPr>
        </p:nvSpPr>
        <p:spPr>
          <a:xfrm>
            <a:off x="697754" y="1254162"/>
            <a:ext cx="3321422" cy="1063133"/>
          </a:xfrm>
          <a:prstGeom prst="rect">
            <a:avLst/>
          </a:prstGeom>
        </p:spPr>
        <p:txBody>
          <a:bodyPr lIns="0" tIns="0" rIns="0" bIns="0" anchor="ctr">
            <a:noAutofit/>
          </a:bodyPr>
          <a:lstStyle>
            <a:lvl1pPr algn="ctr">
              <a:lnSpc>
                <a:spcPct val="85000"/>
              </a:lnSpc>
              <a:defRPr sz="2800" b="1">
                <a:solidFill>
                  <a:srgbClr val="002A41"/>
                </a:solidFill>
                <a:latin typeface="Arial"/>
                <a:cs typeface="Arial"/>
              </a:defRPr>
            </a:lvl1pPr>
          </a:lstStyle>
          <a:p>
            <a:r>
              <a:rPr lang="en-US" dirty="0"/>
              <a:t>Click to edit Master title style</a:t>
            </a:r>
          </a:p>
        </p:txBody>
      </p:sp>
      <p:sp>
        <p:nvSpPr>
          <p:cNvPr id="7" name="Subtitle 2">
            <a:extLst>
              <a:ext uri="{FF2B5EF4-FFF2-40B4-BE49-F238E27FC236}">
                <a16:creationId xmlns:a16="http://schemas.microsoft.com/office/drawing/2014/main" id="{47163384-453E-DB67-EBB2-242AC18CC2F5}"/>
              </a:ext>
            </a:extLst>
          </p:cNvPr>
          <p:cNvSpPr>
            <a:spLocks noGrp="1"/>
          </p:cNvSpPr>
          <p:nvPr>
            <p:ph type="subTitle" idx="1"/>
          </p:nvPr>
        </p:nvSpPr>
        <p:spPr>
          <a:xfrm>
            <a:off x="697754" y="2571749"/>
            <a:ext cx="3321422" cy="1063133"/>
          </a:xfrm>
          <a:prstGeom prst="rect">
            <a:avLst/>
          </a:prstGeom>
        </p:spPr>
        <p:txBody>
          <a:bodyPr lIns="0" tIns="0" rIns="0" bIns="0" anchor="ctr">
            <a:noAutofit/>
          </a:bodyPr>
          <a:lstStyle>
            <a:lvl1pPr marL="0" indent="0" algn="l">
              <a:lnSpc>
                <a:spcPct val="90000"/>
              </a:lnSpc>
              <a:buNone/>
              <a:defRPr sz="2000">
                <a:solidFill>
                  <a:srgbClr val="002A4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4000500" y="0"/>
            <a:ext cx="5143500" cy="5143500"/>
          </a:xfrm>
          <a:prstGeom prst="rect">
            <a:avLst/>
          </a:prstGeom>
        </p:spPr>
      </p:pic>
      <p:pic>
        <p:nvPicPr>
          <p:cNvPr id="5" name="Picture 4" descr="A logo with text on it&#10;&#10;Description automatically generated">
            <a:extLst>
              <a:ext uri="{FF2B5EF4-FFF2-40B4-BE49-F238E27FC236}">
                <a16:creationId xmlns:a16="http://schemas.microsoft.com/office/drawing/2014/main" id="{23B3A82C-430A-088C-3A30-BDF0AE675860}"/>
              </a:ext>
            </a:extLst>
          </p:cNvPr>
          <p:cNvPicPr>
            <a:picLocks noChangeAspect="1"/>
          </p:cNvPicPr>
          <p:nvPr userDrawn="1"/>
        </p:nvPicPr>
        <p:blipFill>
          <a:blip r:embed="rId3"/>
          <a:stretch>
            <a:fillRect/>
          </a:stretch>
        </p:blipFill>
        <p:spPr>
          <a:xfrm>
            <a:off x="0" y="0"/>
            <a:ext cx="1955712" cy="1016971"/>
          </a:xfrm>
          <a:prstGeom prst="rect">
            <a:avLst/>
          </a:prstGeom>
        </p:spPr>
      </p:pic>
      <p:sp>
        <p:nvSpPr>
          <p:cNvPr id="6" name="Title 1">
            <a:extLst>
              <a:ext uri="{FF2B5EF4-FFF2-40B4-BE49-F238E27FC236}">
                <a16:creationId xmlns:a16="http://schemas.microsoft.com/office/drawing/2014/main" id="{70AC9268-4297-7709-ABB4-ED539B193C4D}"/>
              </a:ext>
            </a:extLst>
          </p:cNvPr>
          <p:cNvSpPr>
            <a:spLocks noGrp="1"/>
          </p:cNvSpPr>
          <p:nvPr>
            <p:ph type="ctrTitle"/>
          </p:nvPr>
        </p:nvSpPr>
        <p:spPr>
          <a:xfrm>
            <a:off x="697754" y="1254162"/>
            <a:ext cx="3321422" cy="1063133"/>
          </a:xfrm>
          <a:prstGeom prst="rect">
            <a:avLst/>
          </a:prstGeom>
        </p:spPr>
        <p:txBody>
          <a:bodyPr lIns="0" tIns="0" rIns="0" bIns="0" anchor="ctr">
            <a:noAutofit/>
          </a:bodyPr>
          <a:lstStyle>
            <a:lvl1pPr algn="ctr">
              <a:lnSpc>
                <a:spcPct val="85000"/>
              </a:lnSpc>
              <a:defRPr sz="2800" b="1">
                <a:solidFill>
                  <a:srgbClr val="002A41"/>
                </a:solidFill>
                <a:latin typeface="Arial"/>
                <a:cs typeface="Arial"/>
              </a:defRPr>
            </a:lvl1pPr>
          </a:lstStyle>
          <a:p>
            <a:r>
              <a:rPr lang="en-US" dirty="0"/>
              <a:t>Click to edit Master title style</a:t>
            </a:r>
          </a:p>
        </p:txBody>
      </p:sp>
      <p:sp>
        <p:nvSpPr>
          <p:cNvPr id="7" name="Subtitle 2">
            <a:extLst>
              <a:ext uri="{FF2B5EF4-FFF2-40B4-BE49-F238E27FC236}">
                <a16:creationId xmlns:a16="http://schemas.microsoft.com/office/drawing/2014/main" id="{42F41C18-6F8D-982E-7344-7BEADBE7F0B1}"/>
              </a:ext>
            </a:extLst>
          </p:cNvPr>
          <p:cNvSpPr>
            <a:spLocks noGrp="1"/>
          </p:cNvSpPr>
          <p:nvPr>
            <p:ph type="subTitle" idx="1"/>
          </p:nvPr>
        </p:nvSpPr>
        <p:spPr>
          <a:xfrm>
            <a:off x="697754" y="2571749"/>
            <a:ext cx="3321422" cy="1063133"/>
          </a:xfrm>
          <a:prstGeom prst="rect">
            <a:avLst/>
          </a:prstGeom>
        </p:spPr>
        <p:txBody>
          <a:bodyPr lIns="0" tIns="0" rIns="0" bIns="0" anchor="ctr">
            <a:noAutofit/>
          </a:bodyPr>
          <a:lstStyle>
            <a:lvl1pPr marL="0" indent="0" algn="l">
              <a:lnSpc>
                <a:spcPct val="90000"/>
              </a:lnSpc>
              <a:buNone/>
              <a:defRPr sz="2000">
                <a:solidFill>
                  <a:srgbClr val="002A4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4000500" y="0"/>
            <a:ext cx="5143500" cy="5143500"/>
          </a:xfrm>
          <a:prstGeom prst="rect">
            <a:avLst/>
          </a:prstGeom>
        </p:spPr>
      </p:pic>
      <p:pic>
        <p:nvPicPr>
          <p:cNvPr id="4" name="Picture 3" descr="A logo with text on it&#10;&#10;Description automatically generated">
            <a:extLst>
              <a:ext uri="{FF2B5EF4-FFF2-40B4-BE49-F238E27FC236}">
                <a16:creationId xmlns:a16="http://schemas.microsoft.com/office/drawing/2014/main" id="{2DC25D9F-7D13-98A6-558A-EA5ECCD56FA8}"/>
              </a:ext>
            </a:extLst>
          </p:cNvPr>
          <p:cNvPicPr>
            <a:picLocks noChangeAspect="1"/>
          </p:cNvPicPr>
          <p:nvPr userDrawn="1"/>
        </p:nvPicPr>
        <p:blipFill>
          <a:blip r:embed="rId3"/>
          <a:stretch>
            <a:fillRect/>
          </a:stretch>
        </p:blipFill>
        <p:spPr>
          <a:xfrm>
            <a:off x="0" y="0"/>
            <a:ext cx="1955712" cy="1016971"/>
          </a:xfrm>
          <a:prstGeom prst="rect">
            <a:avLst/>
          </a:prstGeom>
        </p:spPr>
      </p:pic>
      <p:sp>
        <p:nvSpPr>
          <p:cNvPr id="6" name="Title 1">
            <a:extLst>
              <a:ext uri="{FF2B5EF4-FFF2-40B4-BE49-F238E27FC236}">
                <a16:creationId xmlns:a16="http://schemas.microsoft.com/office/drawing/2014/main" id="{2E539EC0-AD59-684D-E1D4-504CA6FACB40}"/>
              </a:ext>
            </a:extLst>
          </p:cNvPr>
          <p:cNvSpPr>
            <a:spLocks noGrp="1"/>
          </p:cNvSpPr>
          <p:nvPr>
            <p:ph type="ctrTitle"/>
          </p:nvPr>
        </p:nvSpPr>
        <p:spPr>
          <a:xfrm>
            <a:off x="697754" y="1254162"/>
            <a:ext cx="3321422" cy="1063133"/>
          </a:xfrm>
          <a:prstGeom prst="rect">
            <a:avLst/>
          </a:prstGeom>
        </p:spPr>
        <p:txBody>
          <a:bodyPr lIns="0" tIns="0" rIns="0" bIns="0" anchor="ctr">
            <a:noAutofit/>
          </a:bodyPr>
          <a:lstStyle>
            <a:lvl1pPr algn="ctr">
              <a:lnSpc>
                <a:spcPct val="85000"/>
              </a:lnSpc>
              <a:defRPr sz="2800" b="1">
                <a:solidFill>
                  <a:srgbClr val="002A41"/>
                </a:solidFill>
                <a:latin typeface="Arial"/>
                <a:cs typeface="Arial"/>
              </a:defRPr>
            </a:lvl1pPr>
          </a:lstStyle>
          <a:p>
            <a:r>
              <a:rPr lang="en-US" dirty="0"/>
              <a:t>Click to edit Master title style</a:t>
            </a:r>
          </a:p>
        </p:txBody>
      </p:sp>
      <p:sp>
        <p:nvSpPr>
          <p:cNvPr id="7" name="Subtitle 2">
            <a:extLst>
              <a:ext uri="{FF2B5EF4-FFF2-40B4-BE49-F238E27FC236}">
                <a16:creationId xmlns:a16="http://schemas.microsoft.com/office/drawing/2014/main" id="{4E9DB416-5463-07A6-2B43-B3734665E527}"/>
              </a:ext>
            </a:extLst>
          </p:cNvPr>
          <p:cNvSpPr>
            <a:spLocks noGrp="1"/>
          </p:cNvSpPr>
          <p:nvPr>
            <p:ph type="subTitle" idx="1"/>
          </p:nvPr>
        </p:nvSpPr>
        <p:spPr>
          <a:xfrm>
            <a:off x="697754" y="2571749"/>
            <a:ext cx="3321422" cy="1063133"/>
          </a:xfrm>
          <a:prstGeom prst="rect">
            <a:avLst/>
          </a:prstGeom>
        </p:spPr>
        <p:txBody>
          <a:bodyPr lIns="0" tIns="0" rIns="0" bIns="0" anchor="ctr">
            <a:noAutofit/>
          </a:bodyPr>
          <a:lstStyle>
            <a:lvl1pPr marL="0" indent="0" algn="l">
              <a:lnSpc>
                <a:spcPct val="90000"/>
              </a:lnSpc>
              <a:buNone/>
              <a:defRPr sz="2000">
                <a:solidFill>
                  <a:srgbClr val="002A4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4000500" y="0"/>
            <a:ext cx="5143500" cy="5143500"/>
          </a:xfrm>
          <a:prstGeom prst="rect">
            <a:avLst/>
          </a:prstGeom>
        </p:spPr>
      </p:pic>
      <p:pic>
        <p:nvPicPr>
          <p:cNvPr id="5" name="Picture 4" descr="A logo with text on it&#10;&#10;Description automatically generated">
            <a:extLst>
              <a:ext uri="{FF2B5EF4-FFF2-40B4-BE49-F238E27FC236}">
                <a16:creationId xmlns:a16="http://schemas.microsoft.com/office/drawing/2014/main" id="{0C0E696D-949B-4D00-8723-391FD806DEE1}"/>
              </a:ext>
            </a:extLst>
          </p:cNvPr>
          <p:cNvPicPr>
            <a:picLocks noChangeAspect="1"/>
          </p:cNvPicPr>
          <p:nvPr userDrawn="1"/>
        </p:nvPicPr>
        <p:blipFill>
          <a:blip r:embed="rId3"/>
          <a:stretch>
            <a:fillRect/>
          </a:stretch>
        </p:blipFill>
        <p:spPr>
          <a:xfrm>
            <a:off x="0" y="0"/>
            <a:ext cx="1955712" cy="1016971"/>
          </a:xfrm>
          <a:prstGeom prst="rect">
            <a:avLst/>
          </a:prstGeom>
        </p:spPr>
      </p:pic>
      <p:sp>
        <p:nvSpPr>
          <p:cNvPr id="6" name="Title 1">
            <a:extLst>
              <a:ext uri="{FF2B5EF4-FFF2-40B4-BE49-F238E27FC236}">
                <a16:creationId xmlns:a16="http://schemas.microsoft.com/office/drawing/2014/main" id="{0FD7B1E3-CA8E-AD39-8755-93CE0B128401}"/>
              </a:ext>
            </a:extLst>
          </p:cNvPr>
          <p:cNvSpPr>
            <a:spLocks noGrp="1"/>
          </p:cNvSpPr>
          <p:nvPr>
            <p:ph type="ctrTitle"/>
          </p:nvPr>
        </p:nvSpPr>
        <p:spPr>
          <a:xfrm>
            <a:off x="697754" y="1254162"/>
            <a:ext cx="3321422" cy="1063133"/>
          </a:xfrm>
          <a:prstGeom prst="rect">
            <a:avLst/>
          </a:prstGeom>
        </p:spPr>
        <p:txBody>
          <a:bodyPr lIns="0" tIns="0" rIns="0" bIns="0" anchor="ctr">
            <a:noAutofit/>
          </a:bodyPr>
          <a:lstStyle>
            <a:lvl1pPr algn="ctr">
              <a:lnSpc>
                <a:spcPct val="85000"/>
              </a:lnSpc>
              <a:defRPr sz="2800" b="1">
                <a:solidFill>
                  <a:srgbClr val="002A41"/>
                </a:solidFill>
                <a:latin typeface="Arial"/>
                <a:cs typeface="Arial"/>
              </a:defRPr>
            </a:lvl1pPr>
          </a:lstStyle>
          <a:p>
            <a:r>
              <a:rPr lang="en-US" dirty="0"/>
              <a:t>Click to edit Master title style</a:t>
            </a:r>
          </a:p>
        </p:txBody>
      </p:sp>
      <p:sp>
        <p:nvSpPr>
          <p:cNvPr id="7" name="Subtitle 2">
            <a:extLst>
              <a:ext uri="{FF2B5EF4-FFF2-40B4-BE49-F238E27FC236}">
                <a16:creationId xmlns:a16="http://schemas.microsoft.com/office/drawing/2014/main" id="{1B23C0AC-0EC8-7F09-7B0D-9C7B5FA59390}"/>
              </a:ext>
            </a:extLst>
          </p:cNvPr>
          <p:cNvSpPr>
            <a:spLocks noGrp="1"/>
          </p:cNvSpPr>
          <p:nvPr>
            <p:ph type="subTitle" idx="1"/>
          </p:nvPr>
        </p:nvSpPr>
        <p:spPr>
          <a:xfrm>
            <a:off x="697754" y="2571749"/>
            <a:ext cx="3321422" cy="1063133"/>
          </a:xfrm>
          <a:prstGeom prst="rect">
            <a:avLst/>
          </a:prstGeom>
        </p:spPr>
        <p:txBody>
          <a:bodyPr lIns="0" tIns="0" rIns="0" bIns="0" anchor="ctr">
            <a:noAutofit/>
          </a:bodyPr>
          <a:lstStyle>
            <a:lvl1pPr marL="0" indent="0" algn="l">
              <a:lnSpc>
                <a:spcPct val="90000"/>
              </a:lnSpc>
              <a:buNone/>
              <a:defRPr sz="2000">
                <a:solidFill>
                  <a:srgbClr val="002A4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6" name="Title Placeholder 9">
            <a:extLst>
              <a:ext uri="{FF2B5EF4-FFF2-40B4-BE49-F238E27FC236}">
                <a16:creationId xmlns:a16="http://schemas.microsoft.com/office/drawing/2014/main" id="{44440D5D-DEB6-C63B-56E5-4227B630ECEE}"/>
              </a:ext>
            </a:extLst>
          </p:cNvPr>
          <p:cNvSpPr>
            <a:spLocks noGrp="1"/>
          </p:cNvSpPr>
          <p:nvPr>
            <p:ph type="title"/>
          </p:nvPr>
        </p:nvSpPr>
        <p:spPr>
          <a:xfrm>
            <a:off x="440675" y="241588"/>
            <a:ext cx="8074675" cy="584677"/>
          </a:xfrm>
          <a:prstGeom prst="rect">
            <a:avLst/>
          </a:prstGeom>
        </p:spPr>
        <p:txBody>
          <a:bodyPr vert="horz" lIns="91440" tIns="45720" rIns="91440" bIns="45720" rtlCol="0" anchor="ctr">
            <a:normAutofit/>
          </a:bodyPr>
          <a:lstStyle/>
          <a:p>
            <a:r>
              <a:rPr lang="en-GB" dirty="0"/>
              <a:t>Click to edit Master title style</a:t>
            </a:r>
          </a:p>
        </p:txBody>
      </p:sp>
      <p:sp>
        <p:nvSpPr>
          <p:cNvPr id="11" name="Content Placeholder 10">
            <a:extLst>
              <a:ext uri="{FF2B5EF4-FFF2-40B4-BE49-F238E27FC236}">
                <a16:creationId xmlns:a16="http://schemas.microsoft.com/office/drawing/2014/main" id="{4924BD09-AAA1-7620-7B22-85F1DBF127AC}"/>
              </a:ext>
            </a:extLst>
          </p:cNvPr>
          <p:cNvSpPr>
            <a:spLocks noGrp="1"/>
          </p:cNvSpPr>
          <p:nvPr>
            <p:ph sz="quarter" idx="10"/>
          </p:nvPr>
        </p:nvSpPr>
        <p:spPr>
          <a:xfrm>
            <a:off x="440675" y="992897"/>
            <a:ext cx="8074025" cy="3635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2" name="Picture 1" descr="A logo with text on it&#10;&#10;Description automatically generated">
            <a:extLst>
              <a:ext uri="{FF2B5EF4-FFF2-40B4-BE49-F238E27FC236}">
                <a16:creationId xmlns:a16="http://schemas.microsoft.com/office/drawing/2014/main" id="{3F8016C3-DCBA-C890-822B-D1770526F5AF}"/>
              </a:ext>
            </a:extLst>
          </p:cNvPr>
          <p:cNvPicPr>
            <a:picLocks noChangeAspect="1"/>
          </p:cNvPicPr>
          <p:nvPr userDrawn="1"/>
        </p:nvPicPr>
        <p:blipFill>
          <a:blip r:embed="rId2"/>
          <a:stretch>
            <a:fillRect/>
          </a:stretch>
        </p:blipFill>
        <p:spPr>
          <a:xfrm>
            <a:off x="164353" y="4628272"/>
            <a:ext cx="914400" cy="475488"/>
          </a:xfrm>
          <a:prstGeom prst="rect">
            <a:avLst/>
          </a:prstGeom>
        </p:spPr>
      </p:pic>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3" name="Title Placeholder 9">
            <a:extLst>
              <a:ext uri="{FF2B5EF4-FFF2-40B4-BE49-F238E27FC236}">
                <a16:creationId xmlns:a16="http://schemas.microsoft.com/office/drawing/2014/main" id="{D8B89A09-CA99-2AD4-DD50-8DEE65B9194E}"/>
              </a:ext>
            </a:extLst>
          </p:cNvPr>
          <p:cNvSpPr>
            <a:spLocks noGrp="1"/>
          </p:cNvSpPr>
          <p:nvPr>
            <p:ph type="title"/>
          </p:nvPr>
        </p:nvSpPr>
        <p:spPr>
          <a:xfrm>
            <a:off x="440675" y="241588"/>
            <a:ext cx="8074675" cy="584677"/>
          </a:xfrm>
          <a:prstGeom prst="rect">
            <a:avLst/>
          </a:prstGeom>
        </p:spPr>
        <p:txBody>
          <a:bodyPr vert="horz" lIns="91440" tIns="45720" rIns="91440" bIns="45720" rtlCol="0" anchor="ctr">
            <a:normAutofit/>
          </a:bodyPr>
          <a:lstStyle/>
          <a:p>
            <a:r>
              <a:rPr lang="en-GB" dirty="0"/>
              <a:t>Click to edit Master title style</a:t>
            </a:r>
          </a:p>
        </p:txBody>
      </p:sp>
      <p:sp>
        <p:nvSpPr>
          <p:cNvPr id="9" name="Content Placeholder 8">
            <a:extLst>
              <a:ext uri="{FF2B5EF4-FFF2-40B4-BE49-F238E27FC236}">
                <a16:creationId xmlns:a16="http://schemas.microsoft.com/office/drawing/2014/main" id="{E708C76F-C193-3053-5967-F82EFC73472D}"/>
              </a:ext>
            </a:extLst>
          </p:cNvPr>
          <p:cNvSpPr>
            <a:spLocks noGrp="1"/>
          </p:cNvSpPr>
          <p:nvPr>
            <p:ph sz="quarter" idx="10"/>
          </p:nvPr>
        </p:nvSpPr>
        <p:spPr>
          <a:xfrm>
            <a:off x="440675" y="991519"/>
            <a:ext cx="3933021" cy="3636753"/>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Content Placeholder 12">
            <a:extLst>
              <a:ext uri="{FF2B5EF4-FFF2-40B4-BE49-F238E27FC236}">
                <a16:creationId xmlns:a16="http://schemas.microsoft.com/office/drawing/2014/main" id="{2887A700-D37D-1685-5AE0-95C005F5DC1A}"/>
              </a:ext>
            </a:extLst>
          </p:cNvPr>
          <p:cNvSpPr>
            <a:spLocks noGrp="1"/>
          </p:cNvSpPr>
          <p:nvPr>
            <p:ph sz="quarter" idx="11"/>
          </p:nvPr>
        </p:nvSpPr>
        <p:spPr>
          <a:xfrm>
            <a:off x="4770306" y="992188"/>
            <a:ext cx="3745044" cy="36360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2" name="Picture 1" descr="A logo with text on it&#10;&#10;Description automatically generated">
            <a:extLst>
              <a:ext uri="{FF2B5EF4-FFF2-40B4-BE49-F238E27FC236}">
                <a16:creationId xmlns:a16="http://schemas.microsoft.com/office/drawing/2014/main" id="{CCF5C8AE-4FF7-5686-FEFB-E1CF1B5E7EEA}"/>
              </a:ext>
            </a:extLst>
          </p:cNvPr>
          <p:cNvPicPr>
            <a:picLocks noChangeAspect="1"/>
          </p:cNvPicPr>
          <p:nvPr userDrawn="1"/>
        </p:nvPicPr>
        <p:blipFill>
          <a:blip r:embed="rId2"/>
          <a:stretch>
            <a:fillRect/>
          </a:stretch>
        </p:blipFill>
        <p:spPr>
          <a:xfrm>
            <a:off x="164353" y="4628272"/>
            <a:ext cx="914400" cy="475488"/>
          </a:xfrm>
          <a:prstGeom prst="rect">
            <a:avLst/>
          </a:prstGeom>
        </p:spPr>
      </p:pic>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urham Text Slide - 2 col">
    <p:spTree>
      <p:nvGrpSpPr>
        <p:cNvPr id="1" name=""/>
        <p:cNvGrpSpPr/>
        <p:nvPr/>
      </p:nvGrpSpPr>
      <p:grpSpPr>
        <a:xfrm>
          <a:off x="0" y="0"/>
          <a:ext cx="0" cy="0"/>
          <a:chOff x="0" y="0"/>
          <a:chExt cx="0" cy="0"/>
        </a:xfrm>
      </p:grpSpPr>
      <p:sp>
        <p:nvSpPr>
          <p:cNvPr id="3" name="Title Placeholder 9">
            <a:extLst>
              <a:ext uri="{FF2B5EF4-FFF2-40B4-BE49-F238E27FC236}">
                <a16:creationId xmlns:a16="http://schemas.microsoft.com/office/drawing/2014/main" id="{D8B89A09-CA99-2AD4-DD50-8DEE65B9194E}"/>
              </a:ext>
            </a:extLst>
          </p:cNvPr>
          <p:cNvSpPr>
            <a:spLocks noGrp="1"/>
          </p:cNvSpPr>
          <p:nvPr>
            <p:ph type="title"/>
          </p:nvPr>
        </p:nvSpPr>
        <p:spPr>
          <a:xfrm>
            <a:off x="440675" y="241588"/>
            <a:ext cx="8261393" cy="584677"/>
          </a:xfrm>
          <a:prstGeom prst="rect">
            <a:avLst/>
          </a:prstGeom>
        </p:spPr>
        <p:txBody>
          <a:bodyPr vert="horz" lIns="91440" tIns="45720" rIns="91440" bIns="45720" rtlCol="0" anchor="ctr">
            <a:normAutofit/>
          </a:bodyPr>
          <a:lstStyle/>
          <a:p>
            <a:r>
              <a:rPr lang="en-GB" dirty="0"/>
              <a:t>Click to edit Master title style</a:t>
            </a:r>
          </a:p>
        </p:txBody>
      </p:sp>
      <p:sp>
        <p:nvSpPr>
          <p:cNvPr id="9" name="Content Placeholder 8">
            <a:extLst>
              <a:ext uri="{FF2B5EF4-FFF2-40B4-BE49-F238E27FC236}">
                <a16:creationId xmlns:a16="http://schemas.microsoft.com/office/drawing/2014/main" id="{E708C76F-C193-3053-5967-F82EFC73472D}"/>
              </a:ext>
            </a:extLst>
          </p:cNvPr>
          <p:cNvSpPr>
            <a:spLocks noGrp="1"/>
          </p:cNvSpPr>
          <p:nvPr>
            <p:ph sz="quarter" idx="10"/>
          </p:nvPr>
        </p:nvSpPr>
        <p:spPr>
          <a:xfrm>
            <a:off x="440675" y="1438102"/>
            <a:ext cx="3933021" cy="31901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Content Placeholder 12">
            <a:extLst>
              <a:ext uri="{FF2B5EF4-FFF2-40B4-BE49-F238E27FC236}">
                <a16:creationId xmlns:a16="http://schemas.microsoft.com/office/drawing/2014/main" id="{2887A700-D37D-1685-5AE0-95C005F5DC1A}"/>
              </a:ext>
            </a:extLst>
          </p:cNvPr>
          <p:cNvSpPr>
            <a:spLocks noGrp="1"/>
          </p:cNvSpPr>
          <p:nvPr>
            <p:ph sz="quarter" idx="11"/>
          </p:nvPr>
        </p:nvSpPr>
        <p:spPr>
          <a:xfrm>
            <a:off x="4770305" y="1438100"/>
            <a:ext cx="3931763" cy="31901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2" name="Picture 1" descr="A logo with text on it&#10;&#10;Description automatically generated">
            <a:extLst>
              <a:ext uri="{FF2B5EF4-FFF2-40B4-BE49-F238E27FC236}">
                <a16:creationId xmlns:a16="http://schemas.microsoft.com/office/drawing/2014/main" id="{CCF5C8AE-4FF7-5686-FEFB-E1CF1B5E7EEA}"/>
              </a:ext>
            </a:extLst>
          </p:cNvPr>
          <p:cNvPicPr>
            <a:picLocks noChangeAspect="1"/>
          </p:cNvPicPr>
          <p:nvPr userDrawn="1"/>
        </p:nvPicPr>
        <p:blipFill>
          <a:blip r:embed="rId2"/>
          <a:stretch>
            <a:fillRect/>
          </a:stretch>
        </p:blipFill>
        <p:spPr>
          <a:xfrm>
            <a:off x="164353" y="4628272"/>
            <a:ext cx="914400" cy="475488"/>
          </a:xfrm>
          <a:prstGeom prst="rect">
            <a:avLst/>
          </a:prstGeom>
        </p:spPr>
      </p:pic>
      <p:sp>
        <p:nvSpPr>
          <p:cNvPr id="5" name="Text Placeholder 4">
            <a:extLst>
              <a:ext uri="{FF2B5EF4-FFF2-40B4-BE49-F238E27FC236}">
                <a16:creationId xmlns:a16="http://schemas.microsoft.com/office/drawing/2014/main" id="{5F8C4366-4A63-78EF-FE9B-E6EECF643241}"/>
              </a:ext>
            </a:extLst>
          </p:cNvPr>
          <p:cNvSpPr>
            <a:spLocks noGrp="1"/>
          </p:cNvSpPr>
          <p:nvPr>
            <p:ph type="body" sz="quarter" idx="12"/>
          </p:nvPr>
        </p:nvSpPr>
        <p:spPr>
          <a:xfrm>
            <a:off x="441325" y="962614"/>
            <a:ext cx="3932238" cy="475661"/>
          </a:xfrm>
        </p:spPr>
        <p:txBody>
          <a:bodyPr>
            <a:noAutofit/>
          </a:bodyPr>
          <a:lstStyle>
            <a:lvl1pPr marL="0" indent="0">
              <a:buNone/>
              <a:defRPr lang="en-GB" sz="2400" b="1" kern="1200" dirty="0">
                <a:solidFill>
                  <a:srgbClr val="54145A"/>
                </a:solidFill>
                <a:latin typeface="Arial"/>
                <a:ea typeface="+mj-ea"/>
                <a:cs typeface="Arial"/>
              </a:defRPr>
            </a:lvl1pPr>
          </a:lstStyle>
          <a:p>
            <a:pPr lvl="0"/>
            <a:r>
              <a:rPr lang="en-GB" dirty="0"/>
              <a:t>Click to edit Master text</a:t>
            </a:r>
          </a:p>
        </p:txBody>
      </p:sp>
      <p:sp>
        <p:nvSpPr>
          <p:cNvPr id="6" name="Text Placeholder 4">
            <a:extLst>
              <a:ext uri="{FF2B5EF4-FFF2-40B4-BE49-F238E27FC236}">
                <a16:creationId xmlns:a16="http://schemas.microsoft.com/office/drawing/2014/main" id="{929CD658-9B3B-25B2-F8B4-FFD1E3FEA705}"/>
              </a:ext>
            </a:extLst>
          </p:cNvPr>
          <p:cNvSpPr>
            <a:spLocks noGrp="1"/>
          </p:cNvSpPr>
          <p:nvPr>
            <p:ph type="body" sz="quarter" idx="13"/>
          </p:nvPr>
        </p:nvSpPr>
        <p:spPr>
          <a:xfrm>
            <a:off x="4769831" y="963723"/>
            <a:ext cx="3932238" cy="475661"/>
          </a:xfrm>
        </p:spPr>
        <p:txBody>
          <a:bodyPr>
            <a:noAutofit/>
          </a:bodyPr>
          <a:lstStyle>
            <a:lvl1pPr marL="0" indent="0">
              <a:buNone/>
              <a:defRPr lang="en-GB" sz="2400" b="1" kern="1200" dirty="0">
                <a:solidFill>
                  <a:srgbClr val="54145A"/>
                </a:solidFill>
                <a:latin typeface="Arial"/>
                <a:ea typeface="+mj-ea"/>
                <a:cs typeface="Arial"/>
              </a:defRPr>
            </a:lvl1pPr>
          </a:lstStyle>
          <a:p>
            <a:pPr lvl="0"/>
            <a:r>
              <a:rPr lang="en-GB" dirty="0"/>
              <a:t>Click to edit Master text</a:t>
            </a:r>
          </a:p>
        </p:txBody>
      </p:sp>
    </p:spTree>
    <p:extLst>
      <p:ext uri="{BB962C8B-B14F-4D97-AF65-F5344CB8AC3E}">
        <p14:creationId xmlns:p14="http://schemas.microsoft.com/office/powerpoint/2010/main" val="2435193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sp>
        <p:nvSpPr>
          <p:cNvPr id="6" name="Content Placeholder 3"/>
          <p:cNvSpPr>
            <a:spLocks noGrp="1"/>
          </p:cNvSpPr>
          <p:nvPr>
            <p:ph sz="quarter" idx="11"/>
          </p:nvPr>
        </p:nvSpPr>
        <p:spPr>
          <a:xfrm>
            <a:off x="2133494" y="1224708"/>
            <a:ext cx="5168900" cy="2914650"/>
          </a:xfrm>
          <a:prstGeom prst="rect">
            <a:avLst/>
          </a:prstGeom>
        </p:spPr>
        <p:txBody>
          <a:bodyPr lIns="0" tIns="0" rIns="0" bIns="0">
            <a:noAutofit/>
          </a:bodyPr>
          <a:lstStyle>
            <a:lvl1pPr marL="0" indent="0">
              <a:spcBef>
                <a:spcPts val="1000"/>
              </a:spcBef>
              <a:buNone/>
              <a:defRPr sz="2400">
                <a:solidFill>
                  <a:srgbClr val="54145A"/>
                </a:solidFill>
                <a:latin typeface="Arial"/>
                <a:cs typeface="Arial"/>
              </a:defRPr>
            </a:lvl1pPr>
            <a:lvl2pPr marL="288000" indent="-288000">
              <a:spcBef>
                <a:spcPts val="1000"/>
              </a:spcBef>
              <a:buClr>
                <a:srgbClr val="68246D"/>
              </a:buClr>
              <a:buFont typeface="Arial"/>
              <a:buChar char="•"/>
              <a:defRPr sz="2400">
                <a:solidFill>
                  <a:srgbClr val="54145A"/>
                </a:solidFill>
                <a:latin typeface="Arial"/>
                <a:cs typeface="Arial"/>
              </a:defRPr>
            </a:lvl2pPr>
            <a:lvl3pPr marL="576000" indent="-288000">
              <a:spcBef>
                <a:spcPts val="1000"/>
              </a:spcBef>
              <a:buFont typeface="Lucida Grande"/>
              <a:buChar char="–"/>
              <a:defRPr sz="2400">
                <a:solidFill>
                  <a:srgbClr val="54145A"/>
                </a:solidFill>
                <a:latin typeface="Arial"/>
                <a:cs typeface="Arial"/>
              </a:defRPr>
            </a:lvl3pPr>
            <a:lvl4pPr>
              <a:defRPr sz="1800">
                <a:latin typeface="Arial"/>
                <a:cs typeface="Arial"/>
              </a:defRPr>
            </a:lvl4pPr>
            <a:lvl5pPr>
              <a:defRPr sz="1800">
                <a:latin typeface="Arial"/>
                <a:cs typeface="Arial"/>
              </a:defRPr>
            </a:lvl5pPr>
          </a:lstStyle>
          <a:p>
            <a:pPr lvl="0"/>
            <a:r>
              <a:rPr lang="en-US" dirty="0"/>
              <a:t>Edit Master text styles</a:t>
            </a:r>
          </a:p>
          <a:p>
            <a:pPr lvl="1"/>
            <a:r>
              <a:rPr lang="en-US" dirty="0"/>
              <a:t>Second level</a:t>
            </a:r>
          </a:p>
          <a:p>
            <a:pPr lvl="2"/>
            <a:r>
              <a:rPr lang="en-US" dirty="0"/>
              <a:t>Third level</a:t>
            </a:r>
          </a:p>
        </p:txBody>
      </p:sp>
      <p:pic>
        <p:nvPicPr>
          <p:cNvPr id="2" name="Picture 1" descr="A logo with text on it&#10;&#10;Description automatically generated">
            <a:extLst>
              <a:ext uri="{FF2B5EF4-FFF2-40B4-BE49-F238E27FC236}">
                <a16:creationId xmlns:a16="http://schemas.microsoft.com/office/drawing/2014/main" id="{4F352945-9AE0-8E4E-F4BB-6173CDC2D3BB}"/>
              </a:ext>
            </a:extLst>
          </p:cNvPr>
          <p:cNvPicPr>
            <a:picLocks noChangeAspect="1"/>
          </p:cNvPicPr>
          <p:nvPr userDrawn="1"/>
        </p:nvPicPr>
        <p:blipFill>
          <a:blip r:embed="rId2"/>
          <a:stretch>
            <a:fillRect/>
          </a:stretch>
        </p:blipFill>
        <p:spPr>
          <a:xfrm>
            <a:off x="164353" y="4628272"/>
            <a:ext cx="914400" cy="475488"/>
          </a:xfrm>
          <a:prstGeom prst="rect">
            <a:avLst/>
          </a:prstGeom>
        </p:spPr>
      </p:pic>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A logo with text on it&#10;&#10;Description automatically generated">
            <a:extLst>
              <a:ext uri="{FF2B5EF4-FFF2-40B4-BE49-F238E27FC236}">
                <a16:creationId xmlns:a16="http://schemas.microsoft.com/office/drawing/2014/main" id="{71F14436-A514-20CE-11F4-84507B7E2D73}"/>
              </a:ext>
            </a:extLst>
          </p:cNvPr>
          <p:cNvPicPr>
            <a:picLocks noChangeAspect="1"/>
          </p:cNvPicPr>
          <p:nvPr userDrawn="1"/>
        </p:nvPicPr>
        <p:blipFill>
          <a:blip r:embed="rId2"/>
          <a:stretch>
            <a:fillRect/>
          </a:stretch>
        </p:blipFill>
        <p:spPr>
          <a:xfrm>
            <a:off x="164353" y="4628272"/>
            <a:ext cx="914400" cy="475488"/>
          </a:xfrm>
          <a:prstGeom prst="rect">
            <a:avLst/>
          </a:prstGeom>
        </p:spPr>
      </p:pic>
    </p:spTree>
    <p:extLst>
      <p:ext uri="{BB962C8B-B14F-4D97-AF65-F5344CB8AC3E}">
        <p14:creationId xmlns:p14="http://schemas.microsoft.com/office/powerpoint/2010/main" val="2354651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Placeholder 9">
            <a:extLst>
              <a:ext uri="{FF2B5EF4-FFF2-40B4-BE49-F238E27FC236}">
                <a16:creationId xmlns:a16="http://schemas.microsoft.com/office/drawing/2014/main" id="{BDEA3E13-521E-FE90-A510-06CE581620A7}"/>
              </a:ext>
            </a:extLst>
          </p:cNvPr>
          <p:cNvSpPr>
            <a:spLocks noGrp="1"/>
          </p:cNvSpPr>
          <p:nvPr>
            <p:ph type="title"/>
          </p:nvPr>
        </p:nvSpPr>
        <p:spPr>
          <a:xfrm>
            <a:off x="440675" y="241588"/>
            <a:ext cx="8074675" cy="584677"/>
          </a:xfrm>
          <a:prstGeom prst="rect">
            <a:avLst/>
          </a:prstGeom>
        </p:spPr>
        <p:txBody>
          <a:bodyPr vert="horz" lIns="91440" tIns="45720" rIns="91440" bIns="45720" rtlCol="0" anchor="ctr">
            <a:normAutofit/>
          </a:bodyPr>
          <a:lstStyle/>
          <a:p>
            <a:r>
              <a:rPr lang="en-GB" dirty="0"/>
              <a:t>Click to edit Master title style</a:t>
            </a:r>
          </a:p>
        </p:txBody>
      </p:sp>
      <p:sp>
        <p:nvSpPr>
          <p:cNvPr id="11" name="Text Placeholder 10">
            <a:extLst>
              <a:ext uri="{FF2B5EF4-FFF2-40B4-BE49-F238E27FC236}">
                <a16:creationId xmlns:a16="http://schemas.microsoft.com/office/drawing/2014/main" id="{104A54E7-3E04-D45B-9B5A-8D11A4ACCE50}"/>
              </a:ext>
            </a:extLst>
          </p:cNvPr>
          <p:cNvSpPr>
            <a:spLocks noGrp="1"/>
          </p:cNvSpPr>
          <p:nvPr>
            <p:ph type="body" idx="1"/>
          </p:nvPr>
        </p:nvSpPr>
        <p:spPr>
          <a:xfrm>
            <a:off x="440675" y="1002535"/>
            <a:ext cx="8074675" cy="36297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1" r:id="rId8"/>
    <p:sldLayoutId id="2147483658" r:id="rId9"/>
    <p:sldLayoutId id="2147483660" r:id="rId10"/>
  </p:sldLayoutIdLst>
  <p:txStyles>
    <p:titleStyle>
      <a:lvl1pPr algn="l" defTabSz="457200" rtl="0" eaLnBrk="1" latinLnBrk="0" hangingPunct="1">
        <a:spcBef>
          <a:spcPct val="0"/>
        </a:spcBef>
        <a:buNone/>
        <a:defRPr lang="en-US" sz="2800" b="1" kern="1200" dirty="0">
          <a:solidFill>
            <a:srgbClr val="54145A"/>
          </a:solidFill>
          <a:latin typeface="Arial"/>
          <a:ea typeface="+mj-ea"/>
          <a:cs typeface="Arial"/>
        </a:defRPr>
      </a:lvl1pPr>
    </p:titleStyle>
    <p:bodyStyle>
      <a:lvl1pPr marL="342900" indent="-342900" algn="l" defTabSz="457200" rtl="0" eaLnBrk="1" latinLnBrk="0" hangingPunct="1">
        <a:spcBef>
          <a:spcPct val="20000"/>
        </a:spcBef>
        <a:buClr>
          <a:srgbClr val="54135A"/>
        </a:buClr>
        <a:buFont typeface="Arial"/>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Clr>
          <a:srgbClr val="54135A"/>
        </a:buClr>
        <a:buFont typeface="Arial"/>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Clr>
          <a:srgbClr val="54135A"/>
        </a:buClr>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Clr>
          <a:srgbClr val="54135A"/>
        </a:buClr>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Clr>
          <a:srgbClr val="54135A"/>
        </a:buClr>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www.cps.gov.uk/legal-guidance/offences-against-person-incorporating-charging-standard"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97754" y="2735385"/>
            <a:ext cx="4446814" cy="2221176"/>
          </a:xfrm>
        </p:spPr>
        <p:txBody>
          <a:bodyPr>
            <a:normAutofit fontScale="92500" lnSpcReduction="10000"/>
          </a:bodyPr>
          <a:lstStyle/>
          <a:p>
            <a:r>
              <a:rPr lang="en-US" dirty="0"/>
              <a:t>Lecture 5</a:t>
            </a:r>
          </a:p>
          <a:p>
            <a:endParaRPr lang="en-US" dirty="0"/>
          </a:p>
          <a:p>
            <a:r>
              <a:rPr lang="en-US" dirty="0"/>
              <a:t>Dr Emma Milne</a:t>
            </a:r>
          </a:p>
          <a:p>
            <a:r>
              <a:rPr lang="en-US" dirty="0"/>
              <a:t>emma.milne@durham.ac.uk</a:t>
            </a:r>
          </a:p>
          <a:p>
            <a:endParaRPr lang="en-US" dirty="0"/>
          </a:p>
          <a:p>
            <a:r>
              <a:rPr lang="en-US" dirty="0"/>
              <a:t>Academic Support &amp; Feedback Hours: Thursday 13.30 to 15.30</a:t>
            </a:r>
          </a:p>
          <a:p>
            <a:r>
              <a:rPr lang="en-US" dirty="0"/>
              <a:t>PCL 113</a:t>
            </a:r>
          </a:p>
        </p:txBody>
      </p:sp>
      <p:sp>
        <p:nvSpPr>
          <p:cNvPr id="4" name="Title 1">
            <a:extLst>
              <a:ext uri="{FF2B5EF4-FFF2-40B4-BE49-F238E27FC236}">
                <a16:creationId xmlns:a16="http://schemas.microsoft.com/office/drawing/2014/main" id="{9A606C88-2B97-820A-B558-EAFB98C8012A}"/>
              </a:ext>
            </a:extLst>
          </p:cNvPr>
          <p:cNvSpPr>
            <a:spLocks noGrp="1"/>
          </p:cNvSpPr>
          <p:nvPr>
            <p:ph type="ctrTitle"/>
          </p:nvPr>
        </p:nvSpPr>
        <p:spPr>
          <a:prstGeom prst="rect">
            <a:avLst/>
          </a:prstGeom>
        </p:spPr>
        <p:txBody>
          <a:bodyPr lIns="0" tIns="0" rIns="0" bIns="0" anchor="ctr">
            <a:noAutofit/>
          </a:bodyPr>
          <a:lstStyle>
            <a:lvl1pPr algn="l">
              <a:lnSpc>
                <a:spcPct val="85000"/>
              </a:lnSpc>
              <a:defRPr sz="2800" b="1">
                <a:solidFill>
                  <a:srgbClr val="002A41"/>
                </a:solidFill>
                <a:latin typeface="Arial"/>
                <a:cs typeface="Arial"/>
              </a:defRPr>
            </a:lvl1pPr>
          </a:lstStyle>
          <a:p>
            <a:pPr algn="ctr"/>
            <a:r>
              <a:rPr lang="en-US" dirty="0"/>
              <a:t>Non-Fatal Offences Against the Person: ABH &amp; GBH</a:t>
            </a:r>
          </a:p>
        </p:txBody>
      </p:sp>
    </p:spTree>
    <p:extLst>
      <p:ext uri="{BB962C8B-B14F-4D97-AF65-F5344CB8AC3E}">
        <p14:creationId xmlns:p14="http://schemas.microsoft.com/office/powerpoint/2010/main" val="3433382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B2B9-827F-2980-D655-5481F008960C}"/>
              </a:ext>
            </a:extLst>
          </p:cNvPr>
          <p:cNvSpPr>
            <a:spLocks noGrp="1"/>
          </p:cNvSpPr>
          <p:nvPr>
            <p:ph type="title"/>
          </p:nvPr>
        </p:nvSpPr>
        <p:spPr>
          <a:xfrm>
            <a:off x="440675" y="241588"/>
            <a:ext cx="8074675" cy="584677"/>
          </a:xfrm>
        </p:spPr>
        <p:txBody>
          <a:bodyPr>
            <a:noAutofit/>
          </a:bodyPr>
          <a:lstStyle/>
          <a:p>
            <a:r>
              <a:rPr lang="en-GB" dirty="0"/>
              <a:t>By the end of this lecture, you should be able to:</a:t>
            </a:r>
          </a:p>
        </p:txBody>
      </p:sp>
      <p:sp>
        <p:nvSpPr>
          <p:cNvPr id="11" name="Content Placeholder 10">
            <a:extLst>
              <a:ext uri="{FF2B5EF4-FFF2-40B4-BE49-F238E27FC236}">
                <a16:creationId xmlns:a16="http://schemas.microsoft.com/office/drawing/2014/main" id="{7441B202-C928-7117-91B4-23A9EF6E26B5}"/>
              </a:ext>
            </a:extLst>
          </p:cNvPr>
          <p:cNvSpPr>
            <a:spLocks noGrp="1"/>
          </p:cNvSpPr>
          <p:nvPr>
            <p:ph sz="quarter" idx="10"/>
          </p:nvPr>
        </p:nvSpPr>
        <p:spPr>
          <a:xfrm>
            <a:off x="440675" y="992897"/>
            <a:ext cx="8074025" cy="3635375"/>
          </a:xfrm>
        </p:spPr>
        <p:txBody>
          <a:bodyPr anchor="ctr">
            <a:normAutofit/>
          </a:bodyPr>
          <a:lstStyle/>
          <a:p>
            <a:r>
              <a:rPr lang="en-GB" dirty="0"/>
              <a:t>Identify the statute outlining the offences of assault occasioning ABH, wounding or inflicting GBH, and wounding or causing GBH with intent.</a:t>
            </a:r>
          </a:p>
          <a:p>
            <a:r>
              <a:rPr lang="en-GB" dirty="0"/>
              <a:t>Explain the actus reus and </a:t>
            </a:r>
            <a:r>
              <a:rPr lang="en-GB" dirty="0" err="1"/>
              <a:t>mens</a:t>
            </a:r>
            <a:r>
              <a:rPr lang="en-GB" dirty="0"/>
              <a:t> rea elements of the offences of ABH, GBH, and GBH with intent.</a:t>
            </a:r>
          </a:p>
          <a:p>
            <a:r>
              <a:rPr lang="en-GB" dirty="0"/>
              <a:t>Analyse a scenario and apply the elements of the offences of ABH, GBH, and GBH with intent to a situation to determine if the offence has been committed.</a:t>
            </a:r>
          </a:p>
        </p:txBody>
      </p:sp>
    </p:spTree>
    <p:extLst>
      <p:ext uri="{BB962C8B-B14F-4D97-AF65-F5344CB8AC3E}">
        <p14:creationId xmlns:p14="http://schemas.microsoft.com/office/powerpoint/2010/main" val="496070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C038D-2C41-4E1E-3528-D2F068F1F141}"/>
              </a:ext>
            </a:extLst>
          </p:cNvPr>
          <p:cNvSpPr>
            <a:spLocks noGrp="1"/>
          </p:cNvSpPr>
          <p:nvPr>
            <p:ph type="ctrTitle"/>
          </p:nvPr>
        </p:nvSpPr>
        <p:spPr>
          <a:xfrm>
            <a:off x="463293" y="1923908"/>
            <a:ext cx="3321422" cy="1295684"/>
          </a:xfrm>
        </p:spPr>
        <p:txBody>
          <a:bodyPr/>
          <a:lstStyle/>
          <a:p>
            <a:r>
              <a:rPr lang="en-GB" dirty="0"/>
              <a:t>Assault occasioning actual bodily harm</a:t>
            </a:r>
          </a:p>
        </p:txBody>
      </p:sp>
    </p:spTree>
    <p:extLst>
      <p:ext uri="{BB962C8B-B14F-4D97-AF65-F5344CB8AC3E}">
        <p14:creationId xmlns:p14="http://schemas.microsoft.com/office/powerpoint/2010/main" val="2123168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30D6-A8B1-9355-FD2B-A67ECE5B2764}"/>
              </a:ext>
            </a:extLst>
          </p:cNvPr>
          <p:cNvSpPr>
            <a:spLocks noGrp="1"/>
          </p:cNvSpPr>
          <p:nvPr>
            <p:ph type="title"/>
          </p:nvPr>
        </p:nvSpPr>
        <p:spPr>
          <a:xfrm>
            <a:off x="440675" y="241588"/>
            <a:ext cx="8074675" cy="584677"/>
          </a:xfrm>
        </p:spPr>
        <p:txBody>
          <a:bodyPr/>
          <a:lstStyle/>
          <a:p>
            <a:r>
              <a:rPr lang="en-GB" dirty="0"/>
              <a:t>The law</a:t>
            </a:r>
          </a:p>
        </p:txBody>
      </p:sp>
      <p:sp>
        <p:nvSpPr>
          <p:cNvPr id="3" name="Content Placeholder 2">
            <a:extLst>
              <a:ext uri="{FF2B5EF4-FFF2-40B4-BE49-F238E27FC236}">
                <a16:creationId xmlns:a16="http://schemas.microsoft.com/office/drawing/2014/main" id="{05AB13CB-F86E-F276-B81F-DEEA1DA14AAE}"/>
              </a:ext>
            </a:extLst>
          </p:cNvPr>
          <p:cNvSpPr>
            <a:spLocks noGrp="1"/>
          </p:cNvSpPr>
          <p:nvPr>
            <p:ph sz="quarter" idx="10"/>
          </p:nvPr>
        </p:nvSpPr>
        <p:spPr>
          <a:xfrm>
            <a:off x="440675" y="992897"/>
            <a:ext cx="8074025" cy="3635375"/>
          </a:xfrm>
        </p:spPr>
        <p:txBody>
          <a:bodyPr/>
          <a:lstStyle/>
          <a:p>
            <a:r>
              <a:rPr lang="en-US" dirty="0"/>
              <a:t>OAPA 1861, s47:</a:t>
            </a:r>
          </a:p>
          <a:p>
            <a:pPr lvl="1"/>
            <a:r>
              <a:rPr lang="en-US" dirty="0"/>
              <a:t>Whosoever shall be convicted upon an indictment of any assault occasioning actual bodily harm shall be liable to be kept in penal servitude.</a:t>
            </a:r>
            <a:endParaRPr lang="en-GB" dirty="0"/>
          </a:p>
          <a:p>
            <a:r>
              <a:rPr lang="en-US" dirty="0"/>
              <a:t>Triable either way.</a:t>
            </a:r>
          </a:p>
          <a:p>
            <a:r>
              <a:rPr lang="en-US" dirty="0"/>
              <a:t>Maximum penalty </a:t>
            </a:r>
          </a:p>
          <a:p>
            <a:pPr lvl="1"/>
            <a:r>
              <a:rPr lang="en-US" dirty="0"/>
              <a:t>indictment: five years</a:t>
            </a:r>
          </a:p>
          <a:p>
            <a:pPr lvl="1"/>
            <a:r>
              <a:rPr lang="en-US" dirty="0"/>
              <a:t>summarily: six months, or an unlimited fine, or both.</a:t>
            </a:r>
            <a:endParaRPr lang="en-GB" dirty="0"/>
          </a:p>
        </p:txBody>
      </p:sp>
    </p:spTree>
    <p:extLst>
      <p:ext uri="{BB962C8B-B14F-4D97-AF65-F5344CB8AC3E}">
        <p14:creationId xmlns:p14="http://schemas.microsoft.com/office/powerpoint/2010/main" val="1365406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29F8-9841-EDCC-C3F0-9817A71629BA}"/>
              </a:ext>
            </a:extLst>
          </p:cNvPr>
          <p:cNvSpPr>
            <a:spLocks noGrp="1"/>
          </p:cNvSpPr>
          <p:nvPr>
            <p:ph type="title"/>
          </p:nvPr>
        </p:nvSpPr>
        <p:spPr>
          <a:xfrm>
            <a:off x="440675" y="241588"/>
            <a:ext cx="8074675" cy="584677"/>
          </a:xfrm>
        </p:spPr>
        <p:txBody>
          <a:bodyPr/>
          <a:lstStyle/>
          <a:p>
            <a:r>
              <a:rPr lang="en-GB" dirty="0"/>
              <a:t>Actus reus</a:t>
            </a:r>
          </a:p>
        </p:txBody>
      </p:sp>
      <p:sp>
        <p:nvSpPr>
          <p:cNvPr id="3" name="Content Placeholder 2">
            <a:extLst>
              <a:ext uri="{FF2B5EF4-FFF2-40B4-BE49-F238E27FC236}">
                <a16:creationId xmlns:a16="http://schemas.microsoft.com/office/drawing/2014/main" id="{02EC9443-8495-214A-D631-5E2FA5E07179}"/>
              </a:ext>
            </a:extLst>
          </p:cNvPr>
          <p:cNvSpPr>
            <a:spLocks noGrp="1"/>
          </p:cNvSpPr>
          <p:nvPr>
            <p:ph sz="quarter" idx="10"/>
          </p:nvPr>
        </p:nvSpPr>
        <p:spPr>
          <a:xfrm>
            <a:off x="440675" y="992897"/>
            <a:ext cx="8074025" cy="3635375"/>
          </a:xfrm>
        </p:spPr>
        <p:txBody>
          <a:bodyPr/>
          <a:lstStyle/>
          <a:p>
            <a:r>
              <a:rPr lang="en-US" dirty="0"/>
              <a:t>Whosoever shall be convicted upon an indictment of </a:t>
            </a:r>
            <a:r>
              <a:rPr lang="en-US" b="1" dirty="0"/>
              <a:t>any assault occasioning actual bodily harm</a:t>
            </a:r>
            <a:r>
              <a:rPr lang="en-US" dirty="0"/>
              <a:t> shall be liable to be kept in penal servitude.</a:t>
            </a:r>
            <a:endParaRPr lang="en-GB" dirty="0"/>
          </a:p>
          <a:p>
            <a:pPr lvl="1"/>
            <a:r>
              <a:rPr lang="en-US" dirty="0"/>
              <a:t>D either:</a:t>
            </a:r>
          </a:p>
          <a:p>
            <a:pPr lvl="2"/>
            <a:r>
              <a:rPr lang="en-US" dirty="0"/>
              <a:t>causes V to to apprehend immediate unlawful force; or</a:t>
            </a:r>
          </a:p>
          <a:p>
            <a:pPr lvl="2"/>
            <a:r>
              <a:rPr lang="en-US" dirty="0"/>
              <a:t>applies unlawful force to V,</a:t>
            </a:r>
          </a:p>
          <a:p>
            <a:pPr lvl="1"/>
            <a:r>
              <a:rPr lang="en-US" dirty="0"/>
              <a:t>and:</a:t>
            </a:r>
          </a:p>
          <a:p>
            <a:pPr lvl="2"/>
            <a:r>
              <a:rPr lang="en-US" dirty="0"/>
              <a:t>causes V actual bodily harm</a:t>
            </a:r>
            <a:endParaRPr lang="en-GB" dirty="0"/>
          </a:p>
        </p:txBody>
      </p:sp>
    </p:spTree>
    <p:extLst>
      <p:ext uri="{BB962C8B-B14F-4D97-AF65-F5344CB8AC3E}">
        <p14:creationId xmlns:p14="http://schemas.microsoft.com/office/powerpoint/2010/main" val="3685635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6C03-1723-F8D4-27B1-90A18FC3364B}"/>
              </a:ext>
            </a:extLst>
          </p:cNvPr>
          <p:cNvSpPr>
            <a:spLocks noGrp="1"/>
          </p:cNvSpPr>
          <p:nvPr>
            <p:ph type="title"/>
          </p:nvPr>
        </p:nvSpPr>
        <p:spPr/>
        <p:txBody>
          <a:bodyPr/>
          <a:lstStyle/>
          <a:p>
            <a:r>
              <a:rPr lang="en-GB" dirty="0"/>
              <a:t>Actus reus</a:t>
            </a:r>
          </a:p>
        </p:txBody>
      </p:sp>
      <p:graphicFrame>
        <p:nvGraphicFramePr>
          <p:cNvPr id="7" name="Content Placeholder 6">
            <a:extLst>
              <a:ext uri="{FF2B5EF4-FFF2-40B4-BE49-F238E27FC236}">
                <a16:creationId xmlns:a16="http://schemas.microsoft.com/office/drawing/2014/main" id="{A1E9C738-C4B9-C978-F82B-74DC5A74520D}"/>
              </a:ext>
            </a:extLst>
          </p:cNvPr>
          <p:cNvGraphicFramePr>
            <a:graphicFrameLocks noGrp="1"/>
          </p:cNvGraphicFramePr>
          <p:nvPr>
            <p:ph sz="quarter" idx="10"/>
            <p:extLst>
              <p:ext uri="{D42A27DB-BD31-4B8C-83A1-F6EECF244321}">
                <p14:modId xmlns:p14="http://schemas.microsoft.com/office/powerpoint/2010/main" val="3206008328"/>
              </p:ext>
            </p:extLst>
          </p:nvPr>
        </p:nvGraphicFramePr>
        <p:xfrm>
          <a:off x="441325" y="992188"/>
          <a:ext cx="8074025" cy="3635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065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C854-D39B-85DD-AA45-D253FC89B455}"/>
              </a:ext>
            </a:extLst>
          </p:cNvPr>
          <p:cNvSpPr>
            <a:spLocks noGrp="1"/>
          </p:cNvSpPr>
          <p:nvPr>
            <p:ph type="title"/>
          </p:nvPr>
        </p:nvSpPr>
        <p:spPr>
          <a:xfrm>
            <a:off x="440675" y="241588"/>
            <a:ext cx="8074675" cy="584677"/>
          </a:xfrm>
        </p:spPr>
        <p:txBody>
          <a:bodyPr/>
          <a:lstStyle/>
          <a:p>
            <a:r>
              <a:rPr lang="en-GB" dirty="0"/>
              <a:t>Constructive offence</a:t>
            </a:r>
          </a:p>
        </p:txBody>
      </p:sp>
      <p:sp>
        <p:nvSpPr>
          <p:cNvPr id="3" name="Content Placeholder 2">
            <a:extLst>
              <a:ext uri="{FF2B5EF4-FFF2-40B4-BE49-F238E27FC236}">
                <a16:creationId xmlns:a16="http://schemas.microsoft.com/office/drawing/2014/main" id="{7FC36AD8-F2DC-94FC-2ACF-49F1F7DBD5EC}"/>
              </a:ext>
            </a:extLst>
          </p:cNvPr>
          <p:cNvSpPr>
            <a:spLocks noGrp="1"/>
          </p:cNvSpPr>
          <p:nvPr>
            <p:ph sz="quarter" idx="10"/>
          </p:nvPr>
        </p:nvSpPr>
        <p:spPr>
          <a:xfrm>
            <a:off x="440675" y="992897"/>
            <a:ext cx="8074025" cy="3635375"/>
          </a:xfrm>
        </p:spPr>
        <p:txBody>
          <a:bodyPr/>
          <a:lstStyle/>
          <a:p>
            <a:r>
              <a:rPr lang="en-GB" dirty="0"/>
              <a:t>Base offence (with AR and corresponding MR).</a:t>
            </a:r>
          </a:p>
          <a:p>
            <a:r>
              <a:rPr lang="en-GB" dirty="0"/>
              <a:t>Additional AR element – constructed on the base offence to make a more serious crime.</a:t>
            </a:r>
          </a:p>
          <a:p>
            <a:r>
              <a:rPr lang="en-GB" dirty="0"/>
              <a:t>D satisfies the elements of the base offence and the additional AR element, then they have committed the offence, no further MR needed.</a:t>
            </a:r>
          </a:p>
        </p:txBody>
      </p:sp>
    </p:spTree>
    <p:extLst>
      <p:ext uri="{BB962C8B-B14F-4D97-AF65-F5344CB8AC3E}">
        <p14:creationId xmlns:p14="http://schemas.microsoft.com/office/powerpoint/2010/main" val="2472594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47A55-71CA-5E70-FC14-378A94732748}"/>
              </a:ext>
            </a:extLst>
          </p:cNvPr>
          <p:cNvSpPr>
            <a:spLocks noGrp="1"/>
          </p:cNvSpPr>
          <p:nvPr>
            <p:ph type="title"/>
          </p:nvPr>
        </p:nvSpPr>
        <p:spPr/>
        <p:txBody>
          <a:bodyPr/>
          <a:lstStyle/>
          <a:p>
            <a:r>
              <a:rPr lang="en-GB" i="1" dirty="0"/>
              <a:t>Occasioning</a:t>
            </a:r>
            <a:r>
              <a:rPr lang="en-GB" dirty="0"/>
              <a:t> ABH</a:t>
            </a:r>
          </a:p>
        </p:txBody>
      </p:sp>
      <p:sp>
        <p:nvSpPr>
          <p:cNvPr id="3" name="Content Placeholder 2">
            <a:extLst>
              <a:ext uri="{FF2B5EF4-FFF2-40B4-BE49-F238E27FC236}">
                <a16:creationId xmlns:a16="http://schemas.microsoft.com/office/drawing/2014/main" id="{E73F4DF3-A216-ACED-94DF-52472E6A35FC}"/>
              </a:ext>
            </a:extLst>
          </p:cNvPr>
          <p:cNvSpPr>
            <a:spLocks noGrp="1"/>
          </p:cNvSpPr>
          <p:nvPr>
            <p:ph sz="quarter" idx="10"/>
          </p:nvPr>
        </p:nvSpPr>
        <p:spPr>
          <a:xfrm>
            <a:off x="440675" y="992897"/>
            <a:ext cx="8074025" cy="3909015"/>
          </a:xfrm>
        </p:spPr>
        <p:txBody>
          <a:bodyPr>
            <a:normAutofit fontScale="92500" lnSpcReduction="10000"/>
          </a:bodyPr>
          <a:lstStyle/>
          <a:p>
            <a:r>
              <a:rPr lang="en-GB" dirty="0"/>
              <a:t>Causing: matter of causation: </a:t>
            </a:r>
            <a:r>
              <a:rPr lang="en-US" dirty="0">
                <a:latin typeface="Arial" panose="020B0604020202020204" pitchFamily="34" charset="0"/>
                <a:cs typeface="Arial" panose="020B0604020202020204" pitchFamily="34" charset="0"/>
              </a:rPr>
              <a:t>Affirmed by </a:t>
            </a:r>
            <a:r>
              <a:rPr lang="en-US" i="1" dirty="0">
                <a:latin typeface="Arial" panose="020B0604020202020204" pitchFamily="34" charset="0"/>
                <a:cs typeface="Arial" panose="020B0604020202020204" pitchFamily="34" charset="0"/>
              </a:rPr>
              <a:t>Savage, Parmenter</a:t>
            </a:r>
            <a:r>
              <a:rPr lang="en-US" dirty="0">
                <a:latin typeface="Arial" panose="020B0604020202020204" pitchFamily="34" charset="0"/>
                <a:cs typeface="Arial" panose="020B0604020202020204" pitchFamily="34" charset="0"/>
              </a:rPr>
              <a:t> [1992] 1 AC 699.</a:t>
            </a:r>
            <a:r>
              <a:rPr lang="en-GB" dirty="0">
                <a:latin typeface="Arial" panose="020B0604020202020204" pitchFamily="34" charset="0"/>
                <a:cs typeface="Arial" panose="020B0604020202020204" pitchFamily="34" charset="0"/>
              </a:rPr>
              <a:t> </a:t>
            </a:r>
          </a:p>
          <a:p>
            <a:pPr lvl="1"/>
            <a:r>
              <a:rPr lang="en-GB" i="1" dirty="0"/>
              <a:t>Roberts</a:t>
            </a:r>
            <a:r>
              <a:rPr lang="en-GB" dirty="0"/>
              <a:t> (1972) 56 Cr App R 95</a:t>
            </a:r>
          </a:p>
          <a:p>
            <a:pPr marL="1200150" lvl="1" indent="-457200">
              <a:buFont typeface="Arial" panose="020B0604020202020204" pitchFamily="34" charset="0"/>
              <a:buChar char="•"/>
            </a:pPr>
            <a:r>
              <a:rPr lang="en-GB" dirty="0"/>
              <a:t>D made unwanted sexual approaches to V in a car</a:t>
            </a:r>
          </a:p>
          <a:p>
            <a:pPr marL="1200150" lvl="1" indent="-457200">
              <a:buFont typeface="Arial" panose="020B0604020202020204" pitchFamily="34" charset="0"/>
              <a:buChar char="•"/>
            </a:pPr>
            <a:r>
              <a:rPr lang="en-GB" dirty="0"/>
              <a:t>V jumped out the moving car to get away from D </a:t>
            </a:r>
          </a:p>
          <a:p>
            <a:pPr marL="1200150" lvl="1" indent="-457200">
              <a:buFont typeface="Arial" panose="020B0604020202020204" pitchFamily="34" charset="0"/>
              <a:buChar char="•"/>
            </a:pPr>
            <a:r>
              <a:rPr lang="en-GB" dirty="0"/>
              <a:t>if of course the victim does something … so unexpected, [it is] not that this particular assailant did not actually foresee it but that no reasonable man could be expected to foresee it, then it is only in a very remote and unreal sense a consequence of his assault, it is really occasioned by a voluntary act on the part of the victim which could not reasonably be foreseen and which breaks the chain of causation between the assault and the harm or injury (at 102). </a:t>
            </a:r>
          </a:p>
        </p:txBody>
      </p:sp>
    </p:spTree>
    <p:extLst>
      <p:ext uri="{BB962C8B-B14F-4D97-AF65-F5344CB8AC3E}">
        <p14:creationId xmlns:p14="http://schemas.microsoft.com/office/powerpoint/2010/main" val="1143769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375D-E13F-5A5B-CC52-AF45953BF172}"/>
              </a:ext>
            </a:extLst>
          </p:cNvPr>
          <p:cNvSpPr>
            <a:spLocks noGrp="1"/>
          </p:cNvSpPr>
          <p:nvPr>
            <p:ph type="title"/>
          </p:nvPr>
        </p:nvSpPr>
        <p:spPr>
          <a:xfrm>
            <a:off x="440675" y="241588"/>
            <a:ext cx="8074675" cy="584677"/>
          </a:xfrm>
        </p:spPr>
        <p:txBody>
          <a:bodyPr/>
          <a:lstStyle/>
          <a:p>
            <a:r>
              <a:rPr lang="en-GB" dirty="0"/>
              <a:t>Actual bodily harm</a:t>
            </a:r>
          </a:p>
        </p:txBody>
      </p:sp>
      <p:sp>
        <p:nvSpPr>
          <p:cNvPr id="3" name="Content Placeholder 2">
            <a:extLst>
              <a:ext uri="{FF2B5EF4-FFF2-40B4-BE49-F238E27FC236}">
                <a16:creationId xmlns:a16="http://schemas.microsoft.com/office/drawing/2014/main" id="{A0AAD62D-2955-5EEA-A87B-F4251D5BC625}"/>
              </a:ext>
            </a:extLst>
          </p:cNvPr>
          <p:cNvSpPr>
            <a:spLocks noGrp="1"/>
          </p:cNvSpPr>
          <p:nvPr>
            <p:ph sz="quarter" idx="10"/>
          </p:nvPr>
        </p:nvSpPr>
        <p:spPr>
          <a:xfrm>
            <a:off x="440675" y="992897"/>
            <a:ext cx="8074025" cy="3635375"/>
          </a:xfrm>
        </p:spPr>
        <p:txBody>
          <a:bodyPr>
            <a:normAutofit fontScale="92500" lnSpcReduction="20000"/>
          </a:bodyPr>
          <a:lstStyle/>
          <a:p>
            <a:pPr marL="0" indent="0">
              <a:buNone/>
            </a:pPr>
            <a:r>
              <a:rPr lang="en-GB" dirty="0"/>
              <a:t>Defined in case law:</a:t>
            </a:r>
          </a:p>
          <a:p>
            <a:r>
              <a:rPr lang="en-US" dirty="0"/>
              <a:t>‘ordinary meaning and includes any hurt or injury calculated to interfere with the health or comfort of the prosecutor. Such hurt or injury need not be permanent, but must, no doubt, be more than merely transient and trifling’ </a:t>
            </a:r>
          </a:p>
          <a:p>
            <a:pPr lvl="1"/>
            <a:r>
              <a:rPr lang="en-GB" i="1" dirty="0"/>
              <a:t>Donovan</a:t>
            </a:r>
            <a:r>
              <a:rPr lang="en-GB" dirty="0"/>
              <a:t> [1934] 2 KB 498</a:t>
            </a:r>
            <a:r>
              <a:rPr lang="en-US" dirty="0"/>
              <a:t> at 509.</a:t>
            </a:r>
          </a:p>
          <a:p>
            <a:r>
              <a:rPr lang="en-GB" dirty="0"/>
              <a:t>Includes loss of consciousness </a:t>
            </a:r>
          </a:p>
          <a:p>
            <a:pPr lvl="1"/>
            <a:r>
              <a:rPr lang="en-GB" i="1" dirty="0"/>
              <a:t>T v DPP </a:t>
            </a:r>
            <a:r>
              <a:rPr lang="en-GB" dirty="0"/>
              <a:t>[2003] EWHC 266.</a:t>
            </a:r>
          </a:p>
          <a:p>
            <a:r>
              <a:rPr lang="en-US" dirty="0"/>
              <a:t>All parts of the body, inside and out</a:t>
            </a:r>
            <a:r>
              <a:rPr lang="en-GB" dirty="0"/>
              <a:t> </a:t>
            </a:r>
          </a:p>
          <a:p>
            <a:r>
              <a:rPr lang="en-US" dirty="0"/>
              <a:t>Includes hair </a:t>
            </a:r>
          </a:p>
          <a:p>
            <a:pPr lvl="1"/>
            <a:r>
              <a:rPr lang="en-GB" i="1" dirty="0"/>
              <a:t>DPP v Smith </a:t>
            </a:r>
            <a:r>
              <a:rPr lang="en-GB" dirty="0"/>
              <a:t>[2006] EWHC 94</a:t>
            </a:r>
          </a:p>
          <a:p>
            <a:endParaRPr lang="en-GB" dirty="0"/>
          </a:p>
        </p:txBody>
      </p:sp>
    </p:spTree>
    <p:extLst>
      <p:ext uri="{BB962C8B-B14F-4D97-AF65-F5344CB8AC3E}">
        <p14:creationId xmlns:p14="http://schemas.microsoft.com/office/powerpoint/2010/main" val="3406507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86845-5F94-587C-EAD4-A5CB849C6BE5}"/>
              </a:ext>
            </a:extLst>
          </p:cNvPr>
          <p:cNvSpPr>
            <a:spLocks noGrp="1"/>
          </p:cNvSpPr>
          <p:nvPr>
            <p:ph type="title"/>
          </p:nvPr>
        </p:nvSpPr>
        <p:spPr>
          <a:xfrm>
            <a:off x="440675" y="241588"/>
            <a:ext cx="8074675" cy="584677"/>
          </a:xfrm>
        </p:spPr>
        <p:txBody>
          <a:bodyPr/>
          <a:lstStyle/>
          <a:p>
            <a:r>
              <a:rPr lang="en-GB" dirty="0"/>
              <a:t>Psychiatric injury</a:t>
            </a:r>
          </a:p>
        </p:txBody>
      </p:sp>
      <p:sp>
        <p:nvSpPr>
          <p:cNvPr id="3" name="Content Placeholder 2">
            <a:extLst>
              <a:ext uri="{FF2B5EF4-FFF2-40B4-BE49-F238E27FC236}">
                <a16:creationId xmlns:a16="http://schemas.microsoft.com/office/drawing/2014/main" id="{29162DB7-A565-6D02-30B3-ED7B022CF33C}"/>
              </a:ext>
            </a:extLst>
          </p:cNvPr>
          <p:cNvSpPr>
            <a:spLocks noGrp="1"/>
          </p:cNvSpPr>
          <p:nvPr>
            <p:ph sz="quarter" idx="10"/>
          </p:nvPr>
        </p:nvSpPr>
        <p:spPr>
          <a:xfrm>
            <a:off x="440675" y="992897"/>
            <a:ext cx="8074025" cy="3635375"/>
          </a:xfrm>
        </p:spPr>
        <p:txBody>
          <a:bodyPr>
            <a:normAutofit fontScale="92500" lnSpcReduction="10000"/>
          </a:bodyPr>
          <a:lstStyle/>
          <a:p>
            <a:r>
              <a:rPr lang="en-GB" dirty="0"/>
              <a:t>Psychiatric injury can amount to ABH, the mind is part of the body. </a:t>
            </a:r>
          </a:p>
          <a:p>
            <a:pPr lvl="1"/>
            <a:r>
              <a:rPr lang="en-GB" dirty="0"/>
              <a:t>Must amount to more than emotions such as fear and anxiety </a:t>
            </a:r>
            <a:r>
              <a:rPr lang="en-GB" i="1" dirty="0"/>
              <a:t>Chan-Fook</a:t>
            </a:r>
            <a:r>
              <a:rPr lang="en-GB" dirty="0"/>
              <a:t> [1994] 2 All ER 552.</a:t>
            </a:r>
          </a:p>
          <a:p>
            <a:pPr lvl="1"/>
            <a:r>
              <a:rPr lang="en-GB" i="1" dirty="0"/>
              <a:t>Ireland, Burstow </a:t>
            </a:r>
            <a:r>
              <a:rPr lang="en-GB" dirty="0"/>
              <a:t>[1998] AC 147.</a:t>
            </a:r>
          </a:p>
          <a:p>
            <a:pPr lvl="1"/>
            <a:r>
              <a:rPr lang="en-GB" dirty="0"/>
              <a:t>Clinical state of depression and anxiety </a:t>
            </a:r>
            <a:r>
              <a:rPr lang="en-GB" i="1" dirty="0"/>
              <a:t>Constanza</a:t>
            </a:r>
            <a:r>
              <a:rPr lang="en-GB" dirty="0"/>
              <a:t> [1997] 2 Cr App R 492. </a:t>
            </a:r>
          </a:p>
          <a:p>
            <a:r>
              <a:rPr lang="en-GB" dirty="0"/>
              <a:t>Requires expert evidence to prove causation </a:t>
            </a:r>
          </a:p>
          <a:p>
            <a:pPr lvl="1"/>
            <a:r>
              <a:rPr lang="en-GB" i="1" dirty="0"/>
              <a:t>Chan-Fook</a:t>
            </a:r>
            <a:r>
              <a:rPr lang="en-GB" dirty="0"/>
              <a:t>; </a:t>
            </a:r>
            <a:r>
              <a:rPr lang="en-GB" i="1" dirty="0"/>
              <a:t>Ireland, Burstow</a:t>
            </a:r>
            <a:r>
              <a:rPr lang="en-GB" dirty="0"/>
              <a:t>; </a:t>
            </a:r>
            <a:r>
              <a:rPr lang="en-GB" i="1" dirty="0"/>
              <a:t>Morris</a:t>
            </a:r>
            <a:r>
              <a:rPr lang="en-GB" dirty="0"/>
              <a:t> [1988] 1 Cr App R 386.</a:t>
            </a:r>
          </a:p>
          <a:p>
            <a:r>
              <a:rPr lang="en-GB" dirty="0"/>
              <a:t>Injury must be a recognised psychiatric illness  </a:t>
            </a:r>
          </a:p>
          <a:p>
            <a:pPr lvl="1"/>
            <a:r>
              <a:rPr lang="en-GB" i="1" dirty="0"/>
              <a:t>D</a:t>
            </a:r>
            <a:r>
              <a:rPr lang="en-GB" dirty="0"/>
              <a:t> [2006] EWCA Crim 1139.</a:t>
            </a:r>
          </a:p>
        </p:txBody>
      </p:sp>
    </p:spTree>
    <p:extLst>
      <p:ext uri="{BB962C8B-B14F-4D97-AF65-F5344CB8AC3E}">
        <p14:creationId xmlns:p14="http://schemas.microsoft.com/office/powerpoint/2010/main" val="3957575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34C5E-D95B-A3B0-0486-C373A209CACB}"/>
              </a:ext>
            </a:extLst>
          </p:cNvPr>
          <p:cNvSpPr>
            <a:spLocks noGrp="1"/>
          </p:cNvSpPr>
          <p:nvPr>
            <p:ph sz="quarter" idx="10"/>
          </p:nvPr>
        </p:nvSpPr>
        <p:spPr>
          <a:xfrm>
            <a:off x="440675" y="2832652"/>
            <a:ext cx="3933021" cy="1795620"/>
          </a:xfrm>
        </p:spPr>
        <p:txBody>
          <a:bodyPr>
            <a:normAutofit fontScale="92500" lnSpcReduction="20000"/>
          </a:bodyPr>
          <a:lstStyle/>
          <a:p>
            <a:pPr algn="l">
              <a:buFont typeface="Arial" panose="020B0604020202020204" pitchFamily="34" charset="0"/>
              <a:buChar char="•"/>
            </a:pPr>
            <a:r>
              <a:rPr lang="en-GB" b="0" i="0" u="none" strike="noStrike" dirty="0">
                <a:solidFill>
                  <a:srgbClr val="444444"/>
                </a:solidFill>
                <a:effectLst/>
                <a:latin typeface="Lato" panose="020F0502020204030203" pitchFamily="34" charset="0"/>
              </a:rPr>
              <a:t>damaged teeth or bones</a:t>
            </a:r>
          </a:p>
          <a:p>
            <a:pPr algn="l">
              <a:buFont typeface="Arial" panose="020B0604020202020204" pitchFamily="34" charset="0"/>
              <a:buChar char="•"/>
            </a:pPr>
            <a:r>
              <a:rPr lang="en-GB" b="0" i="0" u="none" strike="noStrike" dirty="0">
                <a:solidFill>
                  <a:srgbClr val="444444"/>
                </a:solidFill>
                <a:effectLst/>
                <a:latin typeface="Lato" panose="020F0502020204030203" pitchFamily="34" charset="0"/>
              </a:rPr>
              <a:t>extensive or severe bruising</a:t>
            </a:r>
          </a:p>
          <a:p>
            <a:pPr algn="l">
              <a:buFont typeface="Arial" panose="020B0604020202020204" pitchFamily="34" charset="0"/>
              <a:buChar char="•"/>
            </a:pPr>
            <a:r>
              <a:rPr lang="en-GB" b="0" i="0" u="none" strike="noStrike" dirty="0">
                <a:solidFill>
                  <a:srgbClr val="444444"/>
                </a:solidFill>
                <a:effectLst/>
                <a:latin typeface="Lato" panose="020F0502020204030203" pitchFamily="34" charset="0"/>
              </a:rPr>
              <a:t>cuts requiring suturing</a:t>
            </a:r>
          </a:p>
          <a:p>
            <a:pPr algn="l">
              <a:buFont typeface="Arial" panose="020B0604020202020204" pitchFamily="34" charset="0"/>
              <a:buChar char="•"/>
            </a:pPr>
            <a:r>
              <a:rPr lang="en-GB" b="0" i="0" u="none" strike="noStrike" dirty="0">
                <a:solidFill>
                  <a:srgbClr val="444444"/>
                </a:solidFill>
                <a:effectLst/>
                <a:latin typeface="Lato" panose="020F0502020204030203" pitchFamily="34" charset="0"/>
              </a:rPr>
              <a:t>loss of consciousness</a:t>
            </a:r>
          </a:p>
        </p:txBody>
      </p:sp>
      <p:sp>
        <p:nvSpPr>
          <p:cNvPr id="4" name="Content Placeholder 3">
            <a:extLst>
              <a:ext uri="{FF2B5EF4-FFF2-40B4-BE49-F238E27FC236}">
                <a16:creationId xmlns:a16="http://schemas.microsoft.com/office/drawing/2014/main" id="{EECD89E2-46EA-FF79-B83D-69A2368E6F2A}"/>
              </a:ext>
            </a:extLst>
          </p:cNvPr>
          <p:cNvSpPr>
            <a:spLocks noGrp="1"/>
          </p:cNvSpPr>
          <p:nvPr>
            <p:ph sz="quarter" idx="11"/>
          </p:nvPr>
        </p:nvSpPr>
        <p:spPr>
          <a:xfrm>
            <a:off x="4770305" y="2832652"/>
            <a:ext cx="3931763" cy="2176670"/>
          </a:xfrm>
        </p:spPr>
        <p:txBody>
          <a:bodyPr>
            <a:normAutofit fontScale="85000" lnSpcReduction="20000"/>
          </a:bodyPr>
          <a:lstStyle/>
          <a:p>
            <a:r>
              <a:rPr lang="en-GB" dirty="0"/>
              <a:t>Grazes</a:t>
            </a:r>
          </a:p>
          <a:p>
            <a:r>
              <a:rPr lang="en-GB" dirty="0"/>
              <a:t>Scratching</a:t>
            </a:r>
          </a:p>
          <a:p>
            <a:r>
              <a:rPr lang="en-GB" dirty="0"/>
              <a:t>Abrasions</a:t>
            </a:r>
          </a:p>
          <a:p>
            <a:r>
              <a:rPr lang="en-GB" dirty="0"/>
              <a:t>Minor bruising</a:t>
            </a:r>
          </a:p>
          <a:p>
            <a:r>
              <a:rPr lang="en-GB" dirty="0"/>
              <a:t>Swelling</a:t>
            </a:r>
          </a:p>
          <a:p>
            <a:r>
              <a:rPr lang="en-GB" dirty="0"/>
              <a:t>Reddening of the skin</a:t>
            </a:r>
          </a:p>
          <a:p>
            <a:r>
              <a:rPr lang="en-GB" dirty="0"/>
              <a:t>Superficial cuts</a:t>
            </a:r>
          </a:p>
        </p:txBody>
      </p:sp>
      <p:sp>
        <p:nvSpPr>
          <p:cNvPr id="5" name="Text Placeholder 4">
            <a:extLst>
              <a:ext uri="{FF2B5EF4-FFF2-40B4-BE49-F238E27FC236}">
                <a16:creationId xmlns:a16="http://schemas.microsoft.com/office/drawing/2014/main" id="{A7B42D44-42F3-0E84-6924-8887FE80DA4B}"/>
              </a:ext>
            </a:extLst>
          </p:cNvPr>
          <p:cNvSpPr>
            <a:spLocks noGrp="1"/>
          </p:cNvSpPr>
          <p:nvPr>
            <p:ph type="body" sz="quarter" idx="12"/>
          </p:nvPr>
        </p:nvSpPr>
        <p:spPr>
          <a:xfrm>
            <a:off x="440675" y="2391216"/>
            <a:ext cx="3932238" cy="361068"/>
          </a:xfrm>
        </p:spPr>
        <p:txBody>
          <a:bodyPr/>
          <a:lstStyle/>
          <a:p>
            <a:r>
              <a:rPr lang="en-GB" sz="2000" dirty="0"/>
              <a:t>ABH</a:t>
            </a:r>
          </a:p>
        </p:txBody>
      </p:sp>
      <p:sp>
        <p:nvSpPr>
          <p:cNvPr id="6" name="Text Placeholder 5">
            <a:extLst>
              <a:ext uri="{FF2B5EF4-FFF2-40B4-BE49-F238E27FC236}">
                <a16:creationId xmlns:a16="http://schemas.microsoft.com/office/drawing/2014/main" id="{D322C084-44A4-9103-5E23-0DEF54CCF2BF}"/>
              </a:ext>
            </a:extLst>
          </p:cNvPr>
          <p:cNvSpPr>
            <a:spLocks noGrp="1"/>
          </p:cNvSpPr>
          <p:nvPr>
            <p:ph type="body" sz="quarter" idx="13"/>
          </p:nvPr>
        </p:nvSpPr>
        <p:spPr>
          <a:xfrm>
            <a:off x="4769830" y="2391216"/>
            <a:ext cx="3932238" cy="361068"/>
          </a:xfrm>
        </p:spPr>
        <p:txBody>
          <a:bodyPr/>
          <a:lstStyle/>
          <a:p>
            <a:r>
              <a:rPr lang="en-GB" sz="2000" dirty="0"/>
              <a:t>Assault or battery</a:t>
            </a:r>
          </a:p>
        </p:txBody>
      </p:sp>
      <p:sp>
        <p:nvSpPr>
          <p:cNvPr id="7" name="Content Placeholder 2">
            <a:extLst>
              <a:ext uri="{FF2B5EF4-FFF2-40B4-BE49-F238E27FC236}">
                <a16:creationId xmlns:a16="http://schemas.microsoft.com/office/drawing/2014/main" id="{10FDEC69-2658-3A8A-5FBD-78B9940ABB45}"/>
              </a:ext>
            </a:extLst>
          </p:cNvPr>
          <p:cNvSpPr txBox="1">
            <a:spLocks/>
          </p:cNvSpPr>
          <p:nvPr/>
        </p:nvSpPr>
        <p:spPr>
          <a:xfrm>
            <a:off x="440675" y="198008"/>
            <a:ext cx="8365395" cy="2176670"/>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Clr>
                <a:srgbClr val="54135A"/>
              </a:buClr>
              <a:buFont typeface="Arial"/>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Clr>
                <a:srgbClr val="54135A"/>
              </a:buClr>
              <a:buFont typeface="Arial"/>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Clr>
                <a:srgbClr val="54135A"/>
              </a:buClr>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Clr>
                <a:srgbClr val="54135A"/>
              </a:buClr>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Clr>
                <a:srgbClr val="54135A"/>
              </a:buClr>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solidFill>
                  <a:srgbClr val="54135A"/>
                </a:solidFill>
                <a:hlinkClick r:id="rId2">
                  <a:extLst>
                    <a:ext uri="{A12FA001-AC4F-418D-AE19-62706E023703}">
                      <ahyp:hlinkClr xmlns:ahyp="http://schemas.microsoft.com/office/drawing/2018/hyperlinkcolor" val="tx"/>
                    </a:ext>
                  </a:extLst>
                </a:hlinkClick>
              </a:rPr>
              <a:t>CPS charging standards</a:t>
            </a:r>
            <a:r>
              <a:rPr lang="en-GB" dirty="0"/>
              <a:t>:</a:t>
            </a:r>
          </a:p>
          <a:p>
            <a:r>
              <a:rPr lang="en-GB" dirty="0"/>
              <a:t>In the first instance it should be possible to determine whether the injury is of GBH, ABH or battery level.</a:t>
            </a:r>
          </a:p>
          <a:p>
            <a:r>
              <a:rPr lang="en-GB" dirty="0"/>
              <a:t>This must be considered with reference to the victim, i.e. the person’s age, health or any other relevant factors – </a:t>
            </a:r>
            <a:r>
              <a:rPr lang="en-GB" i="1" dirty="0" err="1"/>
              <a:t>Bollom</a:t>
            </a:r>
            <a:r>
              <a:rPr lang="en-GB" dirty="0"/>
              <a:t> [2003] EWCA Crim 2846.</a:t>
            </a:r>
          </a:p>
          <a:p>
            <a:r>
              <a:rPr lang="en-GB" dirty="0"/>
              <a:t>Examples of assault or battery level harm (not an exhaustive list):</a:t>
            </a:r>
          </a:p>
        </p:txBody>
      </p:sp>
    </p:spTree>
    <p:extLst>
      <p:ext uri="{BB962C8B-B14F-4D97-AF65-F5344CB8AC3E}">
        <p14:creationId xmlns:p14="http://schemas.microsoft.com/office/powerpoint/2010/main" val="1107909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95B130-3374-083E-B60C-FEE0102C83EC}"/>
              </a:ext>
            </a:extLst>
          </p:cNvPr>
          <p:cNvSpPr>
            <a:spLocks noGrp="1"/>
          </p:cNvSpPr>
          <p:nvPr>
            <p:ph type="title"/>
          </p:nvPr>
        </p:nvSpPr>
        <p:spPr>
          <a:xfrm>
            <a:off x="440675" y="241588"/>
            <a:ext cx="8074675" cy="584677"/>
          </a:xfrm>
        </p:spPr>
        <p:txBody>
          <a:bodyPr/>
          <a:lstStyle/>
          <a:p>
            <a:r>
              <a:rPr lang="en-GB" dirty="0" err="1"/>
              <a:t>Mens</a:t>
            </a:r>
            <a:r>
              <a:rPr lang="en-GB" dirty="0"/>
              <a:t> rea</a:t>
            </a:r>
          </a:p>
        </p:txBody>
      </p:sp>
      <p:sp>
        <p:nvSpPr>
          <p:cNvPr id="8" name="Content Placeholder 7">
            <a:extLst>
              <a:ext uri="{FF2B5EF4-FFF2-40B4-BE49-F238E27FC236}">
                <a16:creationId xmlns:a16="http://schemas.microsoft.com/office/drawing/2014/main" id="{6ABA2127-B775-0700-2E00-5E8F6374E980}"/>
              </a:ext>
            </a:extLst>
          </p:cNvPr>
          <p:cNvSpPr>
            <a:spLocks noGrp="1"/>
          </p:cNvSpPr>
          <p:nvPr>
            <p:ph sz="quarter" idx="10"/>
          </p:nvPr>
        </p:nvSpPr>
        <p:spPr>
          <a:xfrm>
            <a:off x="440675" y="992897"/>
            <a:ext cx="8074025" cy="3635375"/>
          </a:xfrm>
        </p:spPr>
        <p:txBody>
          <a:bodyPr>
            <a:normAutofit lnSpcReduction="10000"/>
          </a:bodyPr>
          <a:lstStyle/>
          <a:p>
            <a:r>
              <a:rPr lang="en-GB" dirty="0"/>
              <a:t>Whosoever shall be convicted upon an indictment of any assault occasioning actual bodily harm shall be liable to be kept in penal servitude.</a:t>
            </a:r>
          </a:p>
          <a:p>
            <a:pPr lvl="1"/>
            <a:r>
              <a:rPr lang="en-US" b="1" dirty="0"/>
              <a:t>D intentionally or recklessly</a:t>
            </a:r>
            <a:r>
              <a:rPr lang="en-US" dirty="0"/>
              <a:t>:</a:t>
            </a:r>
          </a:p>
          <a:p>
            <a:pPr lvl="2"/>
            <a:r>
              <a:rPr lang="en-US" dirty="0"/>
              <a:t>causes V to to apprehend immediate unlawful force; or</a:t>
            </a:r>
          </a:p>
          <a:p>
            <a:pPr lvl="2"/>
            <a:r>
              <a:rPr lang="en-US" dirty="0"/>
              <a:t>applies unlawful force to V</a:t>
            </a:r>
          </a:p>
          <a:p>
            <a:pPr marL="914400" lvl="2" indent="0">
              <a:buNone/>
            </a:pPr>
            <a:endParaRPr lang="en-US" dirty="0"/>
          </a:p>
          <a:p>
            <a:r>
              <a:rPr lang="en-US" dirty="0"/>
              <a:t>Only </a:t>
            </a:r>
            <a:r>
              <a:rPr lang="en-US" dirty="0" err="1"/>
              <a:t>mens</a:t>
            </a:r>
            <a:r>
              <a:rPr lang="en-US" dirty="0"/>
              <a:t> rea needed is for the assault or battery.</a:t>
            </a:r>
          </a:p>
          <a:p>
            <a:r>
              <a:rPr lang="en-US" dirty="0"/>
              <a:t>Constructive crime: lack of correspondence between actus reus and </a:t>
            </a:r>
            <a:r>
              <a:rPr lang="en-US" dirty="0" err="1"/>
              <a:t>mens</a:t>
            </a:r>
            <a:r>
              <a:rPr lang="en-US" dirty="0"/>
              <a:t> rea. </a:t>
            </a:r>
          </a:p>
          <a:p>
            <a:endParaRPr lang="en-US" dirty="0"/>
          </a:p>
        </p:txBody>
      </p:sp>
    </p:spTree>
    <p:extLst>
      <p:ext uri="{BB962C8B-B14F-4D97-AF65-F5344CB8AC3E}">
        <p14:creationId xmlns:p14="http://schemas.microsoft.com/office/powerpoint/2010/main" val="2842680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07B10-3E4B-83D6-028B-8D14929E2B41}"/>
              </a:ext>
            </a:extLst>
          </p:cNvPr>
          <p:cNvSpPr>
            <a:spLocks noGrp="1"/>
          </p:cNvSpPr>
          <p:nvPr>
            <p:ph type="title"/>
          </p:nvPr>
        </p:nvSpPr>
        <p:spPr/>
        <p:txBody>
          <a:bodyPr/>
          <a:lstStyle/>
          <a:p>
            <a:r>
              <a:rPr lang="en-GB" dirty="0"/>
              <a:t>Assess Glen’s criminal liability</a:t>
            </a:r>
          </a:p>
        </p:txBody>
      </p:sp>
      <p:sp>
        <p:nvSpPr>
          <p:cNvPr id="3" name="Content Placeholder 2">
            <a:extLst>
              <a:ext uri="{FF2B5EF4-FFF2-40B4-BE49-F238E27FC236}">
                <a16:creationId xmlns:a16="http://schemas.microsoft.com/office/drawing/2014/main" id="{C1189AA9-D0C6-19FF-F8E6-965260054167}"/>
              </a:ext>
            </a:extLst>
          </p:cNvPr>
          <p:cNvSpPr>
            <a:spLocks noGrp="1"/>
          </p:cNvSpPr>
          <p:nvPr>
            <p:ph sz="quarter" idx="10"/>
          </p:nvPr>
        </p:nvSpPr>
        <p:spPr/>
        <p:txBody>
          <a:bodyPr>
            <a:normAutofit/>
          </a:bodyPr>
          <a:lstStyle/>
          <a:p>
            <a:pPr marL="0" indent="0">
              <a:buNone/>
            </a:pPr>
            <a:r>
              <a:rPr lang="en-GB" dirty="0"/>
              <a:t>Fatima has long and beautiful hair, which she is very proud of it. She has asked Glen to trim the ends and is expecting that only an inch will be taken off the end. In the mirror, Fatima sees Glen indicate with the scissors that he is going to cut her hair at her shoulders. Glen has a smile on his face and gives Fatima a look that she interprets to mean, “how much will you hate me if I do this!?” Before Fatima can grab the scissors, Glen cuts her hair. </a:t>
            </a:r>
          </a:p>
        </p:txBody>
      </p:sp>
    </p:spTree>
    <p:extLst>
      <p:ext uri="{BB962C8B-B14F-4D97-AF65-F5344CB8AC3E}">
        <p14:creationId xmlns:p14="http://schemas.microsoft.com/office/powerpoint/2010/main" val="192343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624F4-3A65-4467-AFBB-DAAE6DF70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2A911-83CD-999B-B56A-884AA9BD2FE4}"/>
              </a:ext>
            </a:extLst>
          </p:cNvPr>
          <p:cNvSpPr>
            <a:spLocks noGrp="1"/>
          </p:cNvSpPr>
          <p:nvPr>
            <p:ph type="ctrTitle"/>
          </p:nvPr>
        </p:nvSpPr>
        <p:spPr>
          <a:xfrm>
            <a:off x="463293" y="1923908"/>
            <a:ext cx="3321422" cy="1295684"/>
          </a:xfrm>
        </p:spPr>
        <p:txBody>
          <a:bodyPr/>
          <a:lstStyle/>
          <a:p>
            <a:r>
              <a:rPr lang="en-GB" dirty="0"/>
              <a:t>Wounding or inflicting grievous bodily harm (GBH)</a:t>
            </a:r>
          </a:p>
        </p:txBody>
      </p:sp>
    </p:spTree>
    <p:extLst>
      <p:ext uri="{BB962C8B-B14F-4D97-AF65-F5344CB8AC3E}">
        <p14:creationId xmlns:p14="http://schemas.microsoft.com/office/powerpoint/2010/main" val="2443244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1145C-510F-C35A-9D2E-66D6ED360129}"/>
              </a:ext>
            </a:extLst>
          </p:cNvPr>
          <p:cNvSpPr>
            <a:spLocks noGrp="1"/>
          </p:cNvSpPr>
          <p:nvPr>
            <p:ph type="title"/>
          </p:nvPr>
        </p:nvSpPr>
        <p:spPr>
          <a:xfrm>
            <a:off x="440675" y="241588"/>
            <a:ext cx="8074675" cy="584677"/>
          </a:xfrm>
        </p:spPr>
        <p:txBody>
          <a:bodyPr/>
          <a:lstStyle/>
          <a:p>
            <a:r>
              <a:rPr lang="en-GB" dirty="0"/>
              <a:t>Wounding or inflicting grievous bodily harm</a:t>
            </a:r>
          </a:p>
        </p:txBody>
      </p:sp>
      <p:sp>
        <p:nvSpPr>
          <p:cNvPr id="3" name="Content Placeholder 2">
            <a:extLst>
              <a:ext uri="{FF2B5EF4-FFF2-40B4-BE49-F238E27FC236}">
                <a16:creationId xmlns:a16="http://schemas.microsoft.com/office/drawing/2014/main" id="{0058386B-B87A-BAD1-B1AB-70CC86B43E51}"/>
              </a:ext>
            </a:extLst>
          </p:cNvPr>
          <p:cNvSpPr>
            <a:spLocks noGrp="1"/>
          </p:cNvSpPr>
          <p:nvPr>
            <p:ph sz="quarter" idx="10"/>
          </p:nvPr>
        </p:nvSpPr>
        <p:spPr>
          <a:xfrm>
            <a:off x="440675" y="992897"/>
            <a:ext cx="8074025" cy="3635375"/>
          </a:xfrm>
        </p:spPr>
        <p:txBody>
          <a:bodyPr>
            <a:normAutofit lnSpcReduction="10000"/>
          </a:bodyPr>
          <a:lstStyle/>
          <a:p>
            <a:r>
              <a:rPr lang="en-US" dirty="0"/>
              <a:t>OAPA 1861, s20:</a:t>
            </a:r>
          </a:p>
          <a:p>
            <a:pPr lvl="1"/>
            <a:r>
              <a:rPr lang="en-US" dirty="0"/>
              <a:t>Whosoever shall unlawfully and maliciously wound or inflict any grievous bodily harm upon any other person, either with or without any weapon or instrument, shall be guilty of a misdemeanor, and being convicted thereof shall be liable to be kept in penal servitude.</a:t>
            </a:r>
            <a:endParaRPr lang="en-GB" dirty="0"/>
          </a:p>
          <a:p>
            <a:r>
              <a:rPr lang="en-US" dirty="0"/>
              <a:t>Both forms of the offence are triable either way.</a:t>
            </a:r>
            <a:endParaRPr lang="en-GB" dirty="0"/>
          </a:p>
          <a:p>
            <a:r>
              <a:rPr lang="en-US" dirty="0"/>
              <a:t>Maximum penalty </a:t>
            </a:r>
          </a:p>
          <a:p>
            <a:pPr lvl="1"/>
            <a:r>
              <a:rPr lang="en-US" dirty="0"/>
              <a:t>indictment: five years</a:t>
            </a:r>
          </a:p>
          <a:p>
            <a:pPr lvl="1"/>
            <a:r>
              <a:rPr lang="en-US" dirty="0"/>
              <a:t>summarily: six months, or an unlimited fine, or both.</a:t>
            </a:r>
            <a:endParaRPr lang="en-GB" dirty="0"/>
          </a:p>
          <a:p>
            <a:endParaRPr lang="en-GB" dirty="0"/>
          </a:p>
          <a:p>
            <a:endParaRPr lang="en-GB" dirty="0"/>
          </a:p>
        </p:txBody>
      </p:sp>
    </p:spTree>
    <p:extLst>
      <p:ext uri="{BB962C8B-B14F-4D97-AF65-F5344CB8AC3E}">
        <p14:creationId xmlns:p14="http://schemas.microsoft.com/office/powerpoint/2010/main" val="3843583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02A3-FB04-7C94-B74C-9BA0837AC49E}"/>
              </a:ext>
            </a:extLst>
          </p:cNvPr>
          <p:cNvSpPr>
            <a:spLocks noGrp="1"/>
          </p:cNvSpPr>
          <p:nvPr>
            <p:ph type="title"/>
          </p:nvPr>
        </p:nvSpPr>
        <p:spPr>
          <a:xfrm>
            <a:off x="440675" y="241588"/>
            <a:ext cx="8074675" cy="584677"/>
          </a:xfrm>
        </p:spPr>
        <p:txBody>
          <a:bodyPr/>
          <a:lstStyle/>
          <a:p>
            <a:r>
              <a:rPr lang="en-GB" dirty="0"/>
              <a:t>Actus reus</a:t>
            </a:r>
          </a:p>
        </p:txBody>
      </p:sp>
      <p:sp>
        <p:nvSpPr>
          <p:cNvPr id="3" name="Content Placeholder 2">
            <a:extLst>
              <a:ext uri="{FF2B5EF4-FFF2-40B4-BE49-F238E27FC236}">
                <a16:creationId xmlns:a16="http://schemas.microsoft.com/office/drawing/2014/main" id="{BB8377D2-F11B-AD14-ECC6-6279A7B4F7A2}"/>
              </a:ext>
            </a:extLst>
          </p:cNvPr>
          <p:cNvSpPr>
            <a:spLocks noGrp="1"/>
          </p:cNvSpPr>
          <p:nvPr>
            <p:ph sz="quarter" idx="10"/>
          </p:nvPr>
        </p:nvSpPr>
        <p:spPr>
          <a:xfrm>
            <a:off x="440675" y="992897"/>
            <a:ext cx="8074025" cy="3635375"/>
          </a:xfrm>
        </p:spPr>
        <p:txBody>
          <a:bodyPr>
            <a:normAutofit lnSpcReduction="10000"/>
          </a:bodyPr>
          <a:lstStyle/>
          <a:p>
            <a:r>
              <a:rPr lang="en-US" dirty="0"/>
              <a:t>Whosoever shall unlawfully and maliciously </a:t>
            </a:r>
            <a:r>
              <a:rPr lang="en-US" b="1" dirty="0"/>
              <a:t>wound or inflict any grievous bodily harm </a:t>
            </a:r>
            <a:r>
              <a:rPr lang="en-US" dirty="0"/>
              <a:t>upon any other person, </a:t>
            </a:r>
            <a:r>
              <a:rPr lang="en-US" b="1" dirty="0"/>
              <a:t>either with or without any weapon or instrument</a:t>
            </a:r>
            <a:r>
              <a:rPr lang="en-US" dirty="0"/>
              <a:t>, shall be guilty of a misdemeanor, and being convicted thereof shall be liable to be kept in penal servitude.</a:t>
            </a:r>
          </a:p>
          <a:p>
            <a:pPr lvl="1"/>
            <a:r>
              <a:rPr lang="en-US" dirty="0"/>
              <a:t>An act</a:t>
            </a:r>
          </a:p>
          <a:p>
            <a:pPr lvl="1"/>
            <a:r>
              <a:rPr lang="en-US" dirty="0"/>
              <a:t>D unlawfully:</a:t>
            </a:r>
            <a:endParaRPr lang="en-GB" dirty="0"/>
          </a:p>
          <a:p>
            <a:pPr lvl="2"/>
            <a:r>
              <a:rPr lang="en-US" dirty="0"/>
              <a:t>wounded V; and/or</a:t>
            </a:r>
            <a:endParaRPr lang="en-GB" dirty="0"/>
          </a:p>
          <a:p>
            <a:pPr lvl="2"/>
            <a:r>
              <a:rPr lang="en-US" dirty="0"/>
              <a:t>inflicted GBH on V.</a:t>
            </a:r>
            <a:endParaRPr lang="en-GB" dirty="0"/>
          </a:p>
        </p:txBody>
      </p:sp>
    </p:spTree>
    <p:extLst>
      <p:ext uri="{BB962C8B-B14F-4D97-AF65-F5344CB8AC3E}">
        <p14:creationId xmlns:p14="http://schemas.microsoft.com/office/powerpoint/2010/main" val="3609319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61CA5-1B61-1E5E-2805-FC7F960D4675}"/>
              </a:ext>
            </a:extLst>
          </p:cNvPr>
          <p:cNvSpPr>
            <a:spLocks noGrp="1"/>
          </p:cNvSpPr>
          <p:nvPr>
            <p:ph type="title"/>
          </p:nvPr>
        </p:nvSpPr>
        <p:spPr>
          <a:xfrm>
            <a:off x="440675" y="241588"/>
            <a:ext cx="8074675" cy="584677"/>
          </a:xfrm>
        </p:spPr>
        <p:txBody>
          <a:bodyPr/>
          <a:lstStyle/>
          <a:p>
            <a:r>
              <a:rPr lang="en-GB" dirty="0"/>
              <a:t>Wounding</a:t>
            </a:r>
          </a:p>
        </p:txBody>
      </p:sp>
      <p:sp>
        <p:nvSpPr>
          <p:cNvPr id="3" name="Content Placeholder 2">
            <a:extLst>
              <a:ext uri="{FF2B5EF4-FFF2-40B4-BE49-F238E27FC236}">
                <a16:creationId xmlns:a16="http://schemas.microsoft.com/office/drawing/2014/main" id="{BF732B21-2A76-74C6-257B-A87CE6AAADA4}"/>
              </a:ext>
            </a:extLst>
          </p:cNvPr>
          <p:cNvSpPr>
            <a:spLocks noGrp="1"/>
          </p:cNvSpPr>
          <p:nvPr>
            <p:ph sz="quarter" idx="10"/>
          </p:nvPr>
        </p:nvSpPr>
        <p:spPr>
          <a:xfrm>
            <a:off x="440675" y="992897"/>
            <a:ext cx="8074025" cy="3635375"/>
          </a:xfrm>
        </p:spPr>
        <p:txBody>
          <a:bodyPr>
            <a:normAutofit fontScale="92500" lnSpcReduction="10000"/>
          </a:bodyPr>
          <a:lstStyle/>
          <a:p>
            <a:r>
              <a:rPr lang="en-GB" dirty="0"/>
              <a:t>Defined in case law: </a:t>
            </a:r>
          </a:p>
          <a:p>
            <a:pPr lvl="0"/>
            <a:r>
              <a:rPr lang="en-US" dirty="0"/>
              <a:t>The whole skin (dermis and epidermis) must be broken </a:t>
            </a:r>
          </a:p>
          <a:p>
            <a:pPr lvl="1"/>
            <a:r>
              <a:rPr lang="en-GB" i="1" dirty="0"/>
              <a:t>Moriarty v Brooks</a:t>
            </a:r>
            <a:r>
              <a:rPr lang="en-GB" dirty="0"/>
              <a:t> (1834) 6 C&amp;P 684 </a:t>
            </a:r>
          </a:p>
          <a:p>
            <a:pPr lvl="0"/>
            <a:r>
              <a:rPr lang="en-GB" dirty="0"/>
              <a:t>Includes the breaking of the inner skin within the cheek, lip or urethra </a:t>
            </a:r>
          </a:p>
          <a:p>
            <a:pPr lvl="1"/>
            <a:r>
              <a:rPr lang="en-GB" i="1" dirty="0"/>
              <a:t>Smith</a:t>
            </a:r>
            <a:r>
              <a:rPr lang="en-GB" dirty="0"/>
              <a:t> (1837) 8 C&amp;P 173</a:t>
            </a:r>
          </a:p>
          <a:p>
            <a:r>
              <a:rPr lang="en-GB" dirty="0"/>
              <a:t>Wound cannot be solely internal </a:t>
            </a:r>
          </a:p>
          <a:p>
            <a:pPr lvl="1"/>
            <a:r>
              <a:rPr lang="en-GB" i="1" dirty="0"/>
              <a:t>JJC (A Minor) v Eisenhower</a:t>
            </a:r>
            <a:r>
              <a:rPr lang="en-GB" dirty="0"/>
              <a:t> [1984] QB 331</a:t>
            </a:r>
          </a:p>
          <a:p>
            <a:r>
              <a:rPr lang="en-US" dirty="0"/>
              <a:t>A scratch is not sufficient as it does not break the whole skin</a:t>
            </a:r>
          </a:p>
          <a:p>
            <a:pPr lvl="1"/>
            <a:r>
              <a:rPr lang="en-US" i="1" dirty="0"/>
              <a:t>Morris</a:t>
            </a:r>
            <a:r>
              <a:rPr lang="en-US" dirty="0"/>
              <a:t> [2005] EWCA Crim 609</a:t>
            </a:r>
            <a:endParaRPr lang="en-GB" dirty="0"/>
          </a:p>
        </p:txBody>
      </p:sp>
    </p:spTree>
    <p:extLst>
      <p:ext uri="{BB962C8B-B14F-4D97-AF65-F5344CB8AC3E}">
        <p14:creationId xmlns:p14="http://schemas.microsoft.com/office/powerpoint/2010/main" val="902496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8B037-7418-9687-FE6B-8F6E9DFD7D50}"/>
              </a:ext>
            </a:extLst>
          </p:cNvPr>
          <p:cNvSpPr>
            <a:spLocks noGrp="1"/>
          </p:cNvSpPr>
          <p:nvPr>
            <p:ph type="title"/>
          </p:nvPr>
        </p:nvSpPr>
        <p:spPr>
          <a:xfrm>
            <a:off x="440675" y="241588"/>
            <a:ext cx="8074675" cy="584677"/>
          </a:xfrm>
        </p:spPr>
        <p:txBody>
          <a:bodyPr/>
          <a:lstStyle/>
          <a:p>
            <a:r>
              <a:rPr lang="en-GB" dirty="0"/>
              <a:t>Inflicting GBH</a:t>
            </a:r>
          </a:p>
        </p:txBody>
      </p:sp>
      <p:sp>
        <p:nvSpPr>
          <p:cNvPr id="3" name="Content Placeholder 2">
            <a:extLst>
              <a:ext uri="{FF2B5EF4-FFF2-40B4-BE49-F238E27FC236}">
                <a16:creationId xmlns:a16="http://schemas.microsoft.com/office/drawing/2014/main" id="{236EAB8D-3F49-2E3B-2CF8-5DA5424EA849}"/>
              </a:ext>
            </a:extLst>
          </p:cNvPr>
          <p:cNvSpPr>
            <a:spLocks noGrp="1"/>
          </p:cNvSpPr>
          <p:nvPr>
            <p:ph sz="quarter" idx="10"/>
          </p:nvPr>
        </p:nvSpPr>
        <p:spPr>
          <a:xfrm>
            <a:off x="440675" y="992897"/>
            <a:ext cx="8074025" cy="3635375"/>
          </a:xfrm>
        </p:spPr>
        <p:txBody>
          <a:bodyPr>
            <a:normAutofit fontScale="92500" lnSpcReduction="20000"/>
          </a:bodyPr>
          <a:lstStyle/>
          <a:p>
            <a:pPr lvl="0"/>
            <a:r>
              <a:rPr lang="en-GB" dirty="0"/>
              <a:t>GBH = really serious harm</a:t>
            </a:r>
          </a:p>
          <a:p>
            <a:pPr lvl="1"/>
            <a:r>
              <a:rPr lang="en-GB" i="1" dirty="0"/>
              <a:t>DPP v Smith</a:t>
            </a:r>
            <a:r>
              <a:rPr lang="en-GB" dirty="0"/>
              <a:t> [1961] AC 290</a:t>
            </a:r>
          </a:p>
          <a:p>
            <a:pPr lvl="1"/>
            <a:r>
              <a:rPr lang="en-GB" dirty="0"/>
              <a:t>I can find no warrant for giving the words ‘grievous bodily harm’ a meaning other than that which the words convey in their ordinary and natural meaning. ‘Bodily harm’ needs no explanation, and ‘grievous’ means no more and no less than ‘really </a:t>
            </a:r>
            <a:r>
              <a:rPr lang="en-GB" dirty="0" err="1"/>
              <a:t>serious’</a:t>
            </a:r>
            <a:r>
              <a:rPr lang="en-GB" dirty="0"/>
              <a:t> (at 334).</a:t>
            </a:r>
          </a:p>
          <a:p>
            <a:r>
              <a:rPr lang="en-US" dirty="0"/>
              <a:t>‘Serious’ injury or bodily harm is a sufficient direction for jury rather than saying ‘really </a:t>
            </a:r>
            <a:r>
              <a:rPr lang="en-US" dirty="0" err="1"/>
              <a:t>serious’</a:t>
            </a:r>
            <a:r>
              <a:rPr lang="en-US" dirty="0"/>
              <a:t>)</a:t>
            </a:r>
          </a:p>
          <a:p>
            <a:pPr lvl="1"/>
            <a:r>
              <a:rPr lang="en-GB" i="1" dirty="0"/>
              <a:t>Saunders</a:t>
            </a:r>
            <a:r>
              <a:rPr lang="en-GB" dirty="0"/>
              <a:t> [1985] Crim LR 230 [unreported]</a:t>
            </a:r>
          </a:p>
          <a:p>
            <a:pPr lvl="0"/>
            <a:r>
              <a:rPr lang="en-GB" dirty="0"/>
              <a:t>Does not need to be permanent harm or life-threatening </a:t>
            </a:r>
          </a:p>
          <a:p>
            <a:pPr lvl="1"/>
            <a:r>
              <a:rPr lang="en-GB" i="1" dirty="0"/>
              <a:t>Ashman</a:t>
            </a:r>
            <a:r>
              <a:rPr lang="en-GB" dirty="0"/>
              <a:t> [1858] 1 FF 88</a:t>
            </a:r>
          </a:p>
        </p:txBody>
      </p:sp>
    </p:spTree>
    <p:extLst>
      <p:ext uri="{BB962C8B-B14F-4D97-AF65-F5344CB8AC3E}">
        <p14:creationId xmlns:p14="http://schemas.microsoft.com/office/powerpoint/2010/main" val="3440356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EDD24-A83B-F733-7A42-45D1C279640C}"/>
              </a:ext>
            </a:extLst>
          </p:cNvPr>
          <p:cNvSpPr>
            <a:spLocks noGrp="1"/>
          </p:cNvSpPr>
          <p:nvPr>
            <p:ph type="title"/>
          </p:nvPr>
        </p:nvSpPr>
        <p:spPr>
          <a:xfrm>
            <a:off x="440675" y="241588"/>
            <a:ext cx="8074675" cy="584677"/>
          </a:xfrm>
        </p:spPr>
        <p:txBody>
          <a:bodyPr/>
          <a:lstStyle/>
          <a:p>
            <a:r>
              <a:rPr lang="en-GB" dirty="0"/>
              <a:t>Inflicting GBH (cont.)</a:t>
            </a:r>
          </a:p>
        </p:txBody>
      </p:sp>
      <p:sp>
        <p:nvSpPr>
          <p:cNvPr id="3" name="Content Placeholder 2">
            <a:extLst>
              <a:ext uri="{FF2B5EF4-FFF2-40B4-BE49-F238E27FC236}">
                <a16:creationId xmlns:a16="http://schemas.microsoft.com/office/drawing/2014/main" id="{599A8761-91D6-4837-FA91-54BD9DF33333}"/>
              </a:ext>
            </a:extLst>
          </p:cNvPr>
          <p:cNvSpPr>
            <a:spLocks noGrp="1"/>
          </p:cNvSpPr>
          <p:nvPr>
            <p:ph sz="quarter" idx="10"/>
          </p:nvPr>
        </p:nvSpPr>
        <p:spPr>
          <a:xfrm>
            <a:off x="440675" y="992897"/>
            <a:ext cx="8074025" cy="3635375"/>
          </a:xfrm>
        </p:spPr>
        <p:txBody>
          <a:bodyPr>
            <a:normAutofit fontScale="92500" lnSpcReduction="20000"/>
          </a:bodyPr>
          <a:lstStyle/>
          <a:p>
            <a:pPr lvl="0"/>
            <a:r>
              <a:rPr lang="en-GB" dirty="0"/>
              <a:t>Does not need to be a single injury that is ‘serious’, can be the totality of the injuries in one ‘attack’</a:t>
            </a:r>
          </a:p>
          <a:p>
            <a:pPr lvl="1"/>
            <a:r>
              <a:rPr lang="en-GB" i="1" dirty="0"/>
              <a:t>Birmingham</a:t>
            </a:r>
            <a:r>
              <a:rPr lang="en-GB" dirty="0"/>
              <a:t> [2002] EWCA Crim 2608</a:t>
            </a:r>
          </a:p>
          <a:p>
            <a:r>
              <a:rPr lang="en-US" dirty="0"/>
              <a:t>Effect for a particular victim taken into account</a:t>
            </a:r>
          </a:p>
          <a:p>
            <a:pPr lvl="1"/>
            <a:r>
              <a:rPr lang="en-US" i="1" dirty="0"/>
              <a:t>Golding</a:t>
            </a:r>
            <a:r>
              <a:rPr lang="en-US" dirty="0"/>
              <a:t> [2014] EWCA Crim 889</a:t>
            </a:r>
            <a:endParaRPr lang="en-GB" dirty="0"/>
          </a:p>
          <a:p>
            <a:r>
              <a:rPr lang="en-US" dirty="0"/>
              <a:t>Test as to whether the injury is serious is objective, and not subjective to the victim</a:t>
            </a:r>
          </a:p>
          <a:p>
            <a:pPr lvl="1"/>
            <a:r>
              <a:rPr lang="en-US" dirty="0"/>
              <a:t>See </a:t>
            </a:r>
            <a:r>
              <a:rPr lang="en-US" i="1" dirty="0"/>
              <a:t>Brown</a:t>
            </a:r>
            <a:r>
              <a:rPr lang="en-US" dirty="0"/>
              <a:t> [1988] Crim LR 484, discussed later in relation to consent.</a:t>
            </a:r>
          </a:p>
          <a:p>
            <a:r>
              <a:rPr lang="en-GB" dirty="0"/>
              <a:t>But the test as to whether the injury is serious is objective, and not subjective to the victim </a:t>
            </a:r>
          </a:p>
          <a:p>
            <a:pPr lvl="1"/>
            <a:r>
              <a:rPr lang="en-GB" dirty="0"/>
              <a:t>See </a:t>
            </a:r>
            <a:r>
              <a:rPr lang="en-GB" i="1" dirty="0"/>
              <a:t>Brown</a:t>
            </a:r>
            <a:r>
              <a:rPr lang="en-GB" dirty="0"/>
              <a:t> [1988] Crim LR 484.</a:t>
            </a:r>
          </a:p>
          <a:p>
            <a:endParaRPr lang="en-GB" dirty="0"/>
          </a:p>
          <a:p>
            <a:endParaRPr lang="en-GB" dirty="0"/>
          </a:p>
        </p:txBody>
      </p:sp>
    </p:spTree>
    <p:extLst>
      <p:ext uri="{BB962C8B-B14F-4D97-AF65-F5344CB8AC3E}">
        <p14:creationId xmlns:p14="http://schemas.microsoft.com/office/powerpoint/2010/main" val="16105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22C-E3F7-DA5C-8E7C-49A74A7A9B44}"/>
              </a:ext>
            </a:extLst>
          </p:cNvPr>
          <p:cNvSpPr>
            <a:spLocks noGrp="1"/>
          </p:cNvSpPr>
          <p:nvPr>
            <p:ph type="title"/>
          </p:nvPr>
        </p:nvSpPr>
        <p:spPr>
          <a:xfrm>
            <a:off x="440675" y="241588"/>
            <a:ext cx="8074675" cy="584677"/>
          </a:xfrm>
        </p:spPr>
        <p:txBody>
          <a:bodyPr/>
          <a:lstStyle/>
          <a:p>
            <a:r>
              <a:rPr lang="en-GB" dirty="0"/>
              <a:t>Inflicting and wounding</a:t>
            </a:r>
          </a:p>
        </p:txBody>
      </p:sp>
      <p:sp>
        <p:nvSpPr>
          <p:cNvPr id="3" name="Content Placeholder 2">
            <a:extLst>
              <a:ext uri="{FF2B5EF4-FFF2-40B4-BE49-F238E27FC236}">
                <a16:creationId xmlns:a16="http://schemas.microsoft.com/office/drawing/2014/main" id="{D5567A4E-EC9E-332B-48E4-3D69D08ADFFE}"/>
              </a:ext>
            </a:extLst>
          </p:cNvPr>
          <p:cNvSpPr>
            <a:spLocks noGrp="1"/>
          </p:cNvSpPr>
          <p:nvPr>
            <p:ph sz="quarter" idx="10"/>
          </p:nvPr>
        </p:nvSpPr>
        <p:spPr>
          <a:xfrm>
            <a:off x="440675" y="992897"/>
            <a:ext cx="8074025" cy="3635375"/>
          </a:xfrm>
        </p:spPr>
        <p:txBody>
          <a:bodyPr/>
          <a:lstStyle/>
          <a:p>
            <a:r>
              <a:rPr lang="en-US" dirty="0"/>
              <a:t>Remember a wound may not also be inflicting GBH, and vice versa:</a:t>
            </a:r>
            <a:endParaRPr lang="en-GB" dirty="0"/>
          </a:p>
          <a:p>
            <a:pPr lvl="1"/>
            <a:r>
              <a:rPr lang="en-US" dirty="0"/>
              <a:t>i.e. breaking of a collarbone with no breaking of the skin would not constitute a wound (but this may amount to inflicting GBH)</a:t>
            </a:r>
          </a:p>
          <a:p>
            <a:pPr lvl="2"/>
            <a:r>
              <a:rPr lang="en-US" i="1" dirty="0"/>
              <a:t>Wood</a:t>
            </a:r>
            <a:r>
              <a:rPr lang="en-US" dirty="0"/>
              <a:t> (1830) 1 Mood CC 278 </a:t>
            </a:r>
            <a:endParaRPr lang="en-GB" dirty="0"/>
          </a:p>
          <a:p>
            <a:pPr lvl="1"/>
            <a:r>
              <a:rPr lang="en-US" dirty="0"/>
              <a:t>i.e. an injection with a needle would be a technical wound, but may not amount to GBH. </a:t>
            </a:r>
            <a:endParaRPr lang="en-GB" dirty="0"/>
          </a:p>
        </p:txBody>
      </p:sp>
    </p:spTree>
    <p:extLst>
      <p:ext uri="{BB962C8B-B14F-4D97-AF65-F5344CB8AC3E}">
        <p14:creationId xmlns:p14="http://schemas.microsoft.com/office/powerpoint/2010/main" val="2337146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C98EE-3615-FD4A-E8CD-DDD07A04D4C8}"/>
              </a:ext>
            </a:extLst>
          </p:cNvPr>
          <p:cNvSpPr>
            <a:spLocks noGrp="1"/>
          </p:cNvSpPr>
          <p:nvPr>
            <p:ph type="title"/>
          </p:nvPr>
        </p:nvSpPr>
        <p:spPr>
          <a:xfrm>
            <a:off x="440675" y="241588"/>
            <a:ext cx="8074675" cy="584677"/>
          </a:xfrm>
        </p:spPr>
        <p:txBody>
          <a:bodyPr/>
          <a:lstStyle/>
          <a:p>
            <a:r>
              <a:rPr lang="en-GB" dirty="0"/>
              <a:t>Psychiatric harm</a:t>
            </a:r>
          </a:p>
        </p:txBody>
      </p:sp>
      <p:sp>
        <p:nvSpPr>
          <p:cNvPr id="3" name="Content Placeholder 2">
            <a:extLst>
              <a:ext uri="{FF2B5EF4-FFF2-40B4-BE49-F238E27FC236}">
                <a16:creationId xmlns:a16="http://schemas.microsoft.com/office/drawing/2014/main" id="{DD2DCA56-7F3D-344C-AAE1-DF065617E234}"/>
              </a:ext>
            </a:extLst>
          </p:cNvPr>
          <p:cNvSpPr>
            <a:spLocks noGrp="1"/>
          </p:cNvSpPr>
          <p:nvPr>
            <p:ph sz="quarter" idx="10"/>
          </p:nvPr>
        </p:nvSpPr>
        <p:spPr>
          <a:xfrm>
            <a:off x="440675" y="992897"/>
            <a:ext cx="8074025" cy="3635375"/>
          </a:xfrm>
        </p:spPr>
        <p:txBody>
          <a:bodyPr/>
          <a:lstStyle/>
          <a:p>
            <a:r>
              <a:rPr lang="en-GB" dirty="0"/>
              <a:t>As with ABH, </a:t>
            </a:r>
            <a:r>
              <a:rPr lang="en-US" dirty="0"/>
              <a:t>psychiatric harm can amount to GBH</a:t>
            </a:r>
            <a:endParaRPr lang="en-GB" dirty="0"/>
          </a:p>
          <a:p>
            <a:r>
              <a:rPr lang="en-GB" dirty="0"/>
              <a:t>The </a:t>
            </a:r>
            <a:r>
              <a:rPr lang="en-US" dirty="0"/>
              <a:t>psychiatric harm would need to be considered ‘serious’ to amount to GBH.</a:t>
            </a:r>
          </a:p>
          <a:p>
            <a:r>
              <a:rPr lang="en-US" dirty="0"/>
              <a:t>As with ABH </a:t>
            </a:r>
          </a:p>
          <a:p>
            <a:pPr lvl="1"/>
            <a:r>
              <a:rPr lang="en-US" dirty="0"/>
              <a:t>limited to </a:t>
            </a:r>
            <a:r>
              <a:rPr lang="en-GB" dirty="0"/>
              <a:t>psychiatric injury, rather than distress or fear</a:t>
            </a:r>
          </a:p>
          <a:p>
            <a:pPr lvl="1"/>
            <a:r>
              <a:rPr lang="en-GB" dirty="0"/>
              <a:t>expert evidence to prove causation needed</a:t>
            </a:r>
          </a:p>
        </p:txBody>
      </p:sp>
    </p:spTree>
    <p:extLst>
      <p:ext uri="{BB962C8B-B14F-4D97-AF65-F5344CB8AC3E}">
        <p14:creationId xmlns:p14="http://schemas.microsoft.com/office/powerpoint/2010/main" val="3459871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4002-5F94-662A-B7B0-7042D0669BE0}"/>
              </a:ext>
            </a:extLst>
          </p:cNvPr>
          <p:cNvSpPr>
            <a:spLocks noGrp="1"/>
          </p:cNvSpPr>
          <p:nvPr>
            <p:ph type="title"/>
          </p:nvPr>
        </p:nvSpPr>
        <p:spPr/>
        <p:txBody>
          <a:bodyPr/>
          <a:lstStyle/>
          <a:p>
            <a:r>
              <a:rPr lang="en-GB" dirty="0"/>
              <a:t>Inflicting or causing GBH?</a:t>
            </a:r>
          </a:p>
        </p:txBody>
      </p:sp>
      <p:sp>
        <p:nvSpPr>
          <p:cNvPr id="3" name="Content Placeholder 2">
            <a:extLst>
              <a:ext uri="{FF2B5EF4-FFF2-40B4-BE49-F238E27FC236}">
                <a16:creationId xmlns:a16="http://schemas.microsoft.com/office/drawing/2014/main" id="{C7B53B8B-EAB4-63E5-5F94-6EE0EDE64FEA}"/>
              </a:ext>
            </a:extLst>
          </p:cNvPr>
          <p:cNvSpPr>
            <a:spLocks noGrp="1"/>
          </p:cNvSpPr>
          <p:nvPr>
            <p:ph sz="quarter" idx="10"/>
          </p:nvPr>
        </p:nvSpPr>
        <p:spPr/>
        <p:txBody>
          <a:bodyPr>
            <a:normAutofit fontScale="92500" lnSpcReduction="10000"/>
          </a:bodyPr>
          <a:lstStyle/>
          <a:p>
            <a:r>
              <a:rPr lang="en-US" dirty="0"/>
              <a:t>No ‘radical divergence in meaning’ between the meanings of the words </a:t>
            </a:r>
            <a:r>
              <a:rPr lang="en-US" dirty="0" err="1"/>
              <a:t>‘cause</a:t>
            </a:r>
            <a:r>
              <a:rPr lang="en-US" dirty="0"/>
              <a:t>’ and ‘inflict’ </a:t>
            </a:r>
          </a:p>
          <a:p>
            <a:pPr lvl="1"/>
            <a:r>
              <a:rPr lang="en-GB" i="1" dirty="0"/>
              <a:t>Ireland, Burstow </a:t>
            </a:r>
            <a:r>
              <a:rPr lang="en-GB" dirty="0"/>
              <a:t>[1998] AC 147 at 160.</a:t>
            </a:r>
          </a:p>
          <a:p>
            <a:r>
              <a:rPr lang="en-GB" dirty="0"/>
              <a:t>i.e. does not need to be through force applied violently to the body</a:t>
            </a:r>
          </a:p>
          <a:p>
            <a:pPr lvl="1"/>
            <a:r>
              <a:rPr lang="en-GB" dirty="0"/>
              <a:t>Phone call </a:t>
            </a:r>
          </a:p>
          <a:p>
            <a:pPr lvl="2"/>
            <a:r>
              <a:rPr lang="en-GB" i="1" dirty="0"/>
              <a:t>Ireland</a:t>
            </a:r>
          </a:p>
          <a:p>
            <a:pPr lvl="1"/>
            <a:r>
              <a:rPr lang="en-GB" dirty="0"/>
              <a:t>HIV transmission</a:t>
            </a:r>
          </a:p>
          <a:p>
            <a:pPr lvl="2"/>
            <a:r>
              <a:rPr lang="en-US" i="1" dirty="0" err="1"/>
              <a:t>Dica</a:t>
            </a:r>
            <a:r>
              <a:rPr lang="en-US" dirty="0"/>
              <a:t> [2004] </a:t>
            </a:r>
            <a:r>
              <a:rPr lang="en-GB" dirty="0"/>
              <a:t>3 ALL ER 593</a:t>
            </a:r>
          </a:p>
          <a:p>
            <a:pPr lvl="1"/>
            <a:r>
              <a:rPr lang="en-GB" dirty="0"/>
              <a:t>Sat on a railing, fell onto V</a:t>
            </a:r>
          </a:p>
          <a:p>
            <a:pPr lvl="2"/>
            <a:r>
              <a:rPr lang="en-GB" i="1" dirty="0"/>
              <a:t>Brady</a:t>
            </a:r>
            <a:r>
              <a:rPr lang="en-GB" dirty="0"/>
              <a:t> [2006] EWCA Crim 2413</a:t>
            </a:r>
          </a:p>
        </p:txBody>
      </p:sp>
    </p:spTree>
    <p:extLst>
      <p:ext uri="{BB962C8B-B14F-4D97-AF65-F5344CB8AC3E}">
        <p14:creationId xmlns:p14="http://schemas.microsoft.com/office/powerpoint/2010/main" val="2167920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ECB2-BBF7-A6C5-919A-BB5C0BDDBA9D}"/>
              </a:ext>
            </a:extLst>
          </p:cNvPr>
          <p:cNvSpPr>
            <a:spLocks noGrp="1"/>
          </p:cNvSpPr>
          <p:nvPr>
            <p:ph type="title"/>
          </p:nvPr>
        </p:nvSpPr>
        <p:spPr>
          <a:xfrm>
            <a:off x="440675" y="241588"/>
            <a:ext cx="8074675" cy="584677"/>
          </a:xfrm>
        </p:spPr>
        <p:txBody>
          <a:bodyPr/>
          <a:lstStyle/>
          <a:p>
            <a:r>
              <a:rPr lang="en-GB" dirty="0" err="1"/>
              <a:t>Mens</a:t>
            </a:r>
            <a:r>
              <a:rPr lang="en-GB" dirty="0"/>
              <a:t> rea</a:t>
            </a:r>
          </a:p>
        </p:txBody>
      </p:sp>
      <p:sp>
        <p:nvSpPr>
          <p:cNvPr id="3" name="Content Placeholder 2">
            <a:extLst>
              <a:ext uri="{FF2B5EF4-FFF2-40B4-BE49-F238E27FC236}">
                <a16:creationId xmlns:a16="http://schemas.microsoft.com/office/drawing/2014/main" id="{F786A65C-5DA9-1BDC-F5A9-5A47A9A91B4E}"/>
              </a:ext>
            </a:extLst>
          </p:cNvPr>
          <p:cNvSpPr>
            <a:spLocks noGrp="1"/>
          </p:cNvSpPr>
          <p:nvPr>
            <p:ph sz="quarter" idx="10"/>
          </p:nvPr>
        </p:nvSpPr>
        <p:spPr>
          <a:xfrm>
            <a:off x="440675" y="992897"/>
            <a:ext cx="8074025" cy="3635375"/>
          </a:xfrm>
        </p:spPr>
        <p:txBody>
          <a:bodyPr/>
          <a:lstStyle/>
          <a:p>
            <a:r>
              <a:rPr lang="en-US" dirty="0"/>
              <a:t>Whosoever shall unlawfully and </a:t>
            </a:r>
            <a:r>
              <a:rPr lang="en-US" b="1" dirty="0"/>
              <a:t>maliciously</a:t>
            </a:r>
            <a:r>
              <a:rPr lang="en-US" dirty="0"/>
              <a:t> wound or inflict any grievous bodily harm upon any other person, either with or without any weapon or instrument, shall be guilty of a misdemeanor, and being convicted thereof shall be liable to be kept in penal servitude.</a:t>
            </a:r>
          </a:p>
          <a:p>
            <a:pPr lvl="1"/>
            <a:r>
              <a:rPr lang="en-GB" dirty="0"/>
              <a:t>maliciously</a:t>
            </a:r>
          </a:p>
        </p:txBody>
      </p:sp>
    </p:spTree>
    <p:extLst>
      <p:ext uri="{BB962C8B-B14F-4D97-AF65-F5344CB8AC3E}">
        <p14:creationId xmlns:p14="http://schemas.microsoft.com/office/powerpoint/2010/main" val="3051725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CA070-94A8-BE00-C4C8-6DE173BA5DF9}"/>
              </a:ext>
            </a:extLst>
          </p:cNvPr>
          <p:cNvSpPr>
            <a:spLocks noGrp="1"/>
          </p:cNvSpPr>
          <p:nvPr>
            <p:ph type="title"/>
          </p:nvPr>
        </p:nvSpPr>
        <p:spPr>
          <a:xfrm>
            <a:off x="440675" y="241588"/>
            <a:ext cx="8074675" cy="584677"/>
          </a:xfrm>
        </p:spPr>
        <p:txBody>
          <a:bodyPr/>
          <a:lstStyle/>
          <a:p>
            <a:r>
              <a:rPr lang="en-GB" dirty="0"/>
              <a:t>Malice</a:t>
            </a:r>
          </a:p>
        </p:txBody>
      </p:sp>
      <p:sp>
        <p:nvSpPr>
          <p:cNvPr id="3" name="Content Placeholder 2">
            <a:extLst>
              <a:ext uri="{FF2B5EF4-FFF2-40B4-BE49-F238E27FC236}">
                <a16:creationId xmlns:a16="http://schemas.microsoft.com/office/drawing/2014/main" id="{F6A3DC50-E639-D3F1-9190-69FD6DC3F9C5}"/>
              </a:ext>
            </a:extLst>
          </p:cNvPr>
          <p:cNvSpPr>
            <a:spLocks noGrp="1"/>
          </p:cNvSpPr>
          <p:nvPr>
            <p:ph sz="quarter" idx="10"/>
          </p:nvPr>
        </p:nvSpPr>
        <p:spPr>
          <a:xfrm>
            <a:off x="440675" y="992897"/>
            <a:ext cx="8074025" cy="3635375"/>
          </a:xfrm>
        </p:spPr>
        <p:txBody>
          <a:bodyPr/>
          <a:lstStyle/>
          <a:p>
            <a:r>
              <a:rPr lang="en-US" dirty="0"/>
              <a:t>‘Malice’ has been interpreted to mean ‘intentionally or recklessly’ – </a:t>
            </a:r>
            <a:r>
              <a:rPr lang="en-US" i="1" dirty="0"/>
              <a:t>Savage and Parmenter</a:t>
            </a:r>
            <a:r>
              <a:rPr lang="en-US" dirty="0"/>
              <a:t> [1991] 4 All ER 698, 721.</a:t>
            </a:r>
            <a:endParaRPr lang="en-GB" dirty="0"/>
          </a:p>
          <a:p>
            <a:r>
              <a:rPr lang="en-US" dirty="0"/>
              <a:t>Diplock LJ in </a:t>
            </a:r>
            <a:r>
              <a:rPr lang="en-GB" i="1" dirty="0" err="1"/>
              <a:t>Mowatt</a:t>
            </a:r>
            <a:r>
              <a:rPr lang="en-GB" dirty="0"/>
              <a:t> [1967] 1 QB 421 at 425-6:</a:t>
            </a:r>
          </a:p>
          <a:p>
            <a:pPr lvl="1"/>
            <a:r>
              <a:rPr lang="en-GB" dirty="0"/>
              <a:t>‘"Unlawfully and maliciously" was a fashionable phrase of parliamentary draftsmen in 1861 … in any statutory definition of a crime, ”malice” must be taken not in the old vague sense of wickedness in general…’</a:t>
            </a:r>
          </a:p>
          <a:p>
            <a:pPr lvl="2"/>
            <a:r>
              <a:rPr lang="en-GB" dirty="0"/>
              <a:t>intent</a:t>
            </a:r>
          </a:p>
          <a:p>
            <a:pPr lvl="2"/>
            <a:r>
              <a:rPr lang="en-GB" dirty="0"/>
              <a:t>recklessness</a:t>
            </a:r>
          </a:p>
        </p:txBody>
      </p:sp>
    </p:spTree>
    <p:extLst>
      <p:ext uri="{BB962C8B-B14F-4D97-AF65-F5344CB8AC3E}">
        <p14:creationId xmlns:p14="http://schemas.microsoft.com/office/powerpoint/2010/main" val="233806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2580-5922-5C19-8D52-F63159C82891}"/>
              </a:ext>
            </a:extLst>
          </p:cNvPr>
          <p:cNvSpPr>
            <a:spLocks noGrp="1"/>
          </p:cNvSpPr>
          <p:nvPr>
            <p:ph type="title"/>
          </p:nvPr>
        </p:nvSpPr>
        <p:spPr>
          <a:xfrm>
            <a:off x="440675" y="241588"/>
            <a:ext cx="8074675" cy="584677"/>
          </a:xfrm>
        </p:spPr>
        <p:txBody>
          <a:bodyPr/>
          <a:lstStyle/>
          <a:p>
            <a:r>
              <a:rPr lang="en-GB" dirty="0"/>
              <a:t>Some bodily harm</a:t>
            </a:r>
          </a:p>
        </p:txBody>
      </p:sp>
      <p:sp>
        <p:nvSpPr>
          <p:cNvPr id="3" name="Content Placeholder 2">
            <a:extLst>
              <a:ext uri="{FF2B5EF4-FFF2-40B4-BE49-F238E27FC236}">
                <a16:creationId xmlns:a16="http://schemas.microsoft.com/office/drawing/2014/main" id="{DBA6A7DB-229A-C6A4-FB49-12680B01327D}"/>
              </a:ext>
            </a:extLst>
          </p:cNvPr>
          <p:cNvSpPr>
            <a:spLocks noGrp="1"/>
          </p:cNvSpPr>
          <p:nvPr>
            <p:ph sz="quarter" idx="10"/>
          </p:nvPr>
        </p:nvSpPr>
        <p:spPr>
          <a:xfrm>
            <a:off x="440675" y="992897"/>
            <a:ext cx="8074025" cy="3635375"/>
          </a:xfrm>
        </p:spPr>
        <p:txBody>
          <a:bodyPr>
            <a:normAutofit lnSpcReduction="10000"/>
          </a:bodyPr>
          <a:lstStyle/>
          <a:p>
            <a:r>
              <a:rPr lang="en-US" dirty="0"/>
              <a:t>D must intend or foresee (Cunningham recklessness) some physical harm might occur.</a:t>
            </a:r>
          </a:p>
          <a:p>
            <a:r>
              <a:rPr lang="en-US" dirty="0"/>
              <a:t>It is not necessary to show intention or foresight to cause the harm of GBH</a:t>
            </a:r>
          </a:p>
          <a:p>
            <a:pPr lvl="1"/>
            <a:r>
              <a:rPr lang="en-GB" i="1" dirty="0" err="1"/>
              <a:t>Mowatt</a:t>
            </a:r>
            <a:r>
              <a:rPr lang="en-GB" dirty="0"/>
              <a:t> [1967] 1 QB 421</a:t>
            </a:r>
          </a:p>
          <a:p>
            <a:pPr lvl="2"/>
            <a:r>
              <a:rPr lang="en-US" dirty="0"/>
              <a:t>‘It is quite unnecessary that the accused should have foreseen that his unlawful act might cause physical harm of the gravity described in the section [20 of OAPA] ... It is enough that he should have foreseen that some physical harm to some person, albeit of a minor character, might result (at 426).</a:t>
            </a:r>
            <a:endParaRPr lang="en-GB" dirty="0"/>
          </a:p>
          <a:p>
            <a:pPr lvl="1"/>
            <a:r>
              <a:rPr lang="en-GB" dirty="0"/>
              <a:t>Affirmed by </a:t>
            </a:r>
            <a:r>
              <a:rPr lang="en-GB" i="1" dirty="0"/>
              <a:t>Savage and Parmenter </a:t>
            </a:r>
            <a:r>
              <a:rPr lang="en-GB" dirty="0"/>
              <a:t>[1992] 1 AC 699.</a:t>
            </a:r>
          </a:p>
        </p:txBody>
      </p:sp>
    </p:spTree>
    <p:extLst>
      <p:ext uri="{BB962C8B-B14F-4D97-AF65-F5344CB8AC3E}">
        <p14:creationId xmlns:p14="http://schemas.microsoft.com/office/powerpoint/2010/main" val="4108797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7CE82-D71D-DDE3-03E1-8E81EE106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445E9-B09C-09E5-635D-C4CBF450C844}"/>
              </a:ext>
            </a:extLst>
          </p:cNvPr>
          <p:cNvSpPr>
            <a:spLocks noGrp="1"/>
          </p:cNvSpPr>
          <p:nvPr>
            <p:ph type="ctrTitle"/>
          </p:nvPr>
        </p:nvSpPr>
        <p:spPr>
          <a:xfrm>
            <a:off x="463293" y="1923908"/>
            <a:ext cx="3321422" cy="1295684"/>
          </a:xfrm>
        </p:spPr>
        <p:txBody>
          <a:bodyPr/>
          <a:lstStyle/>
          <a:p>
            <a:r>
              <a:rPr lang="en-GB" dirty="0"/>
              <a:t>Wounding or causing grievous bodily harm (GBH) with intent</a:t>
            </a:r>
          </a:p>
        </p:txBody>
      </p:sp>
    </p:spTree>
    <p:extLst>
      <p:ext uri="{BB962C8B-B14F-4D97-AF65-F5344CB8AC3E}">
        <p14:creationId xmlns:p14="http://schemas.microsoft.com/office/powerpoint/2010/main" val="3289629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F0A59-DF6E-CA74-EEC9-7F01E80A9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F84D8-3504-CE6C-D426-865D060AF1B7}"/>
              </a:ext>
            </a:extLst>
          </p:cNvPr>
          <p:cNvSpPr>
            <a:spLocks noGrp="1"/>
          </p:cNvSpPr>
          <p:nvPr>
            <p:ph type="title"/>
          </p:nvPr>
        </p:nvSpPr>
        <p:spPr>
          <a:xfrm>
            <a:off x="440675" y="241588"/>
            <a:ext cx="8074675" cy="584677"/>
          </a:xfrm>
        </p:spPr>
        <p:txBody>
          <a:bodyPr>
            <a:normAutofit/>
          </a:bodyPr>
          <a:lstStyle/>
          <a:p>
            <a:r>
              <a:rPr lang="en-GB" dirty="0"/>
              <a:t>Wounding or causing GBH with intent</a:t>
            </a:r>
          </a:p>
        </p:txBody>
      </p:sp>
      <p:sp>
        <p:nvSpPr>
          <p:cNvPr id="3" name="Content Placeholder 2">
            <a:extLst>
              <a:ext uri="{FF2B5EF4-FFF2-40B4-BE49-F238E27FC236}">
                <a16:creationId xmlns:a16="http://schemas.microsoft.com/office/drawing/2014/main" id="{9364B644-E50C-2B2E-E5DF-A8DB1DE221B7}"/>
              </a:ext>
            </a:extLst>
          </p:cNvPr>
          <p:cNvSpPr>
            <a:spLocks noGrp="1"/>
          </p:cNvSpPr>
          <p:nvPr>
            <p:ph sz="quarter" idx="10"/>
          </p:nvPr>
        </p:nvSpPr>
        <p:spPr>
          <a:xfrm>
            <a:off x="440675" y="992897"/>
            <a:ext cx="8074025" cy="3635375"/>
          </a:xfrm>
        </p:spPr>
        <p:txBody>
          <a:bodyPr/>
          <a:lstStyle/>
          <a:p>
            <a:r>
              <a:rPr lang="en-US" dirty="0"/>
              <a:t>OAPA 1861, s18:</a:t>
            </a:r>
          </a:p>
          <a:p>
            <a:pPr lvl="1"/>
            <a:r>
              <a:rPr lang="en-GB" dirty="0"/>
              <a:t>Whosoever shall unlawfully and maliciously by any means whatsoever wound or cause any grievous bodily harm to any person, with intent, to do some grievous bodily harm to any person, or with intent to resist or prevent the lawful apprehension or detainer of any person, shall be guilty of felony, and being convicted thereof shall be liable to be kept in penal servitude for life.</a:t>
            </a:r>
          </a:p>
          <a:p>
            <a:r>
              <a:rPr lang="en-US" dirty="0"/>
              <a:t>This offence is triable only on indictment.</a:t>
            </a:r>
            <a:endParaRPr lang="en-GB" dirty="0"/>
          </a:p>
          <a:p>
            <a:r>
              <a:rPr lang="en-US" dirty="0"/>
              <a:t>Maximum sentence of life imprisonment.</a:t>
            </a:r>
            <a:endParaRPr lang="en-GB" dirty="0"/>
          </a:p>
        </p:txBody>
      </p:sp>
    </p:spTree>
    <p:extLst>
      <p:ext uri="{BB962C8B-B14F-4D97-AF65-F5344CB8AC3E}">
        <p14:creationId xmlns:p14="http://schemas.microsoft.com/office/powerpoint/2010/main" val="3836722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C93C-51CA-866F-A8A5-AE20FB8EC788}"/>
              </a:ext>
            </a:extLst>
          </p:cNvPr>
          <p:cNvSpPr>
            <a:spLocks noGrp="1"/>
          </p:cNvSpPr>
          <p:nvPr>
            <p:ph type="title"/>
          </p:nvPr>
        </p:nvSpPr>
        <p:spPr>
          <a:xfrm>
            <a:off x="440675" y="241588"/>
            <a:ext cx="8074675" cy="584677"/>
          </a:xfrm>
        </p:spPr>
        <p:txBody>
          <a:bodyPr/>
          <a:lstStyle/>
          <a:p>
            <a:r>
              <a:rPr lang="en-US" dirty="0"/>
              <a:t>Actus reus</a:t>
            </a:r>
            <a:endParaRPr lang="en-GB" dirty="0"/>
          </a:p>
        </p:txBody>
      </p:sp>
      <p:sp>
        <p:nvSpPr>
          <p:cNvPr id="3" name="Content Placeholder 2">
            <a:extLst>
              <a:ext uri="{FF2B5EF4-FFF2-40B4-BE49-F238E27FC236}">
                <a16:creationId xmlns:a16="http://schemas.microsoft.com/office/drawing/2014/main" id="{C14955CD-88CF-8566-904F-1A6356F717E4}"/>
              </a:ext>
            </a:extLst>
          </p:cNvPr>
          <p:cNvSpPr>
            <a:spLocks noGrp="1"/>
          </p:cNvSpPr>
          <p:nvPr>
            <p:ph sz="quarter" idx="10"/>
          </p:nvPr>
        </p:nvSpPr>
        <p:spPr>
          <a:xfrm>
            <a:off x="440675" y="992897"/>
            <a:ext cx="8074025" cy="3635375"/>
          </a:xfrm>
        </p:spPr>
        <p:txBody>
          <a:bodyPr>
            <a:normAutofit fontScale="92500"/>
          </a:bodyPr>
          <a:lstStyle/>
          <a:p>
            <a:r>
              <a:rPr lang="en-GB" dirty="0"/>
              <a:t>Whosoever shall unlawfully and maliciously by </a:t>
            </a:r>
            <a:r>
              <a:rPr lang="en-GB" b="1" dirty="0"/>
              <a:t>any means whatsoever wound or cause any grievous bodily harm to any person</a:t>
            </a:r>
            <a:r>
              <a:rPr lang="en-GB" dirty="0"/>
              <a:t>, with intent, to do some grievous bodily harm to any person, or with intent to resist or prevent the lawful apprehension or detainer of any person, shall be guilty of felony, and being convicted thereof shall be liable to be kept in penal servitude for life.</a:t>
            </a:r>
          </a:p>
          <a:p>
            <a:pPr lvl="1"/>
            <a:r>
              <a:rPr lang="en-GB" dirty="0"/>
              <a:t>D unlawfully either;</a:t>
            </a:r>
          </a:p>
          <a:p>
            <a:pPr lvl="2"/>
            <a:r>
              <a:rPr lang="en-GB" dirty="0"/>
              <a:t>wounds V; or</a:t>
            </a:r>
          </a:p>
          <a:p>
            <a:pPr lvl="2"/>
            <a:r>
              <a:rPr lang="en-GB" dirty="0"/>
              <a:t>causes GBH to V</a:t>
            </a:r>
            <a:endParaRPr lang="en-US" dirty="0"/>
          </a:p>
          <a:p>
            <a:endParaRPr lang="en-GB" dirty="0"/>
          </a:p>
        </p:txBody>
      </p:sp>
    </p:spTree>
    <p:extLst>
      <p:ext uri="{BB962C8B-B14F-4D97-AF65-F5344CB8AC3E}">
        <p14:creationId xmlns:p14="http://schemas.microsoft.com/office/powerpoint/2010/main" val="3356929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4A7F8-EA04-40C5-A4F5-A207DEBDAFAA}"/>
              </a:ext>
            </a:extLst>
          </p:cNvPr>
          <p:cNvSpPr>
            <a:spLocks noGrp="1"/>
          </p:cNvSpPr>
          <p:nvPr>
            <p:ph type="title"/>
          </p:nvPr>
        </p:nvSpPr>
        <p:spPr>
          <a:xfrm>
            <a:off x="440675" y="241588"/>
            <a:ext cx="8074675" cy="584677"/>
          </a:xfrm>
        </p:spPr>
        <p:txBody>
          <a:bodyPr/>
          <a:lstStyle/>
          <a:p>
            <a:r>
              <a:rPr lang="en-US" dirty="0" err="1"/>
              <a:t>Mens</a:t>
            </a:r>
            <a:r>
              <a:rPr lang="en-US" dirty="0"/>
              <a:t> rea</a:t>
            </a:r>
            <a:endParaRPr lang="en-GB" dirty="0"/>
          </a:p>
        </p:txBody>
      </p:sp>
      <p:sp>
        <p:nvSpPr>
          <p:cNvPr id="3" name="Content Placeholder 2">
            <a:extLst>
              <a:ext uri="{FF2B5EF4-FFF2-40B4-BE49-F238E27FC236}">
                <a16:creationId xmlns:a16="http://schemas.microsoft.com/office/drawing/2014/main" id="{A656D341-9EE5-0057-2A7B-D23550E53144}"/>
              </a:ext>
            </a:extLst>
          </p:cNvPr>
          <p:cNvSpPr>
            <a:spLocks noGrp="1"/>
          </p:cNvSpPr>
          <p:nvPr>
            <p:ph sz="quarter" idx="10"/>
          </p:nvPr>
        </p:nvSpPr>
        <p:spPr>
          <a:xfrm>
            <a:off x="440675" y="992897"/>
            <a:ext cx="8074025" cy="3635375"/>
          </a:xfrm>
        </p:spPr>
        <p:txBody>
          <a:bodyPr>
            <a:normAutofit fontScale="92500"/>
          </a:bodyPr>
          <a:lstStyle/>
          <a:p>
            <a:r>
              <a:rPr lang="en-US" dirty="0"/>
              <a:t>Whosoever shall unlawfully and maliciously by any means whatsoever wound or cause any grievous bodily harm to any person, </a:t>
            </a:r>
            <a:r>
              <a:rPr lang="en-US" b="1" dirty="0"/>
              <a:t>with intent, to do some grievous bodily harm to any person</a:t>
            </a:r>
            <a:r>
              <a:rPr lang="en-US" dirty="0"/>
              <a:t>, or </a:t>
            </a:r>
            <a:r>
              <a:rPr lang="en-US" b="1" dirty="0"/>
              <a:t>with intent to resist or prevent the lawful apprehension or detainer of any person</a:t>
            </a:r>
            <a:r>
              <a:rPr lang="en-US" dirty="0"/>
              <a:t>, shall be guilty of felony, and being convicted thereof shall be liable to be kept in penal servitude for life.</a:t>
            </a:r>
          </a:p>
          <a:p>
            <a:pPr lvl="1"/>
            <a:r>
              <a:rPr lang="en-GB" dirty="0"/>
              <a:t>D intended to cause grievous bodily harm; or </a:t>
            </a:r>
          </a:p>
          <a:p>
            <a:pPr lvl="1"/>
            <a:r>
              <a:rPr lang="en-GB" dirty="0"/>
              <a:t>D intended to resist or prevent the lawful apprehension or detention of any person.</a:t>
            </a:r>
          </a:p>
        </p:txBody>
      </p:sp>
    </p:spTree>
    <p:extLst>
      <p:ext uri="{BB962C8B-B14F-4D97-AF65-F5344CB8AC3E}">
        <p14:creationId xmlns:p14="http://schemas.microsoft.com/office/powerpoint/2010/main" val="1344115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A2A5-E577-EAF2-E6DA-E367DB818FD5}"/>
              </a:ext>
            </a:extLst>
          </p:cNvPr>
          <p:cNvSpPr>
            <a:spLocks noGrp="1"/>
          </p:cNvSpPr>
          <p:nvPr>
            <p:ph type="title"/>
          </p:nvPr>
        </p:nvSpPr>
        <p:spPr>
          <a:xfrm>
            <a:off x="440675" y="241588"/>
            <a:ext cx="8074675" cy="584677"/>
          </a:xfrm>
        </p:spPr>
        <p:txBody>
          <a:bodyPr/>
          <a:lstStyle/>
          <a:p>
            <a:r>
              <a:rPr lang="en-GB" dirty="0" err="1"/>
              <a:t>Mens</a:t>
            </a:r>
            <a:r>
              <a:rPr lang="en-GB" dirty="0"/>
              <a:t> rea</a:t>
            </a:r>
          </a:p>
        </p:txBody>
      </p:sp>
      <p:sp>
        <p:nvSpPr>
          <p:cNvPr id="3" name="Content Placeholder 2">
            <a:extLst>
              <a:ext uri="{FF2B5EF4-FFF2-40B4-BE49-F238E27FC236}">
                <a16:creationId xmlns:a16="http://schemas.microsoft.com/office/drawing/2014/main" id="{9154EF1E-AEF1-6158-4C12-0E4F840DADDB}"/>
              </a:ext>
            </a:extLst>
          </p:cNvPr>
          <p:cNvSpPr>
            <a:spLocks noGrp="1"/>
          </p:cNvSpPr>
          <p:nvPr>
            <p:ph sz="quarter" idx="10"/>
          </p:nvPr>
        </p:nvSpPr>
        <p:spPr>
          <a:xfrm>
            <a:off x="440675" y="992897"/>
            <a:ext cx="8074025" cy="3635375"/>
          </a:xfrm>
        </p:spPr>
        <p:txBody>
          <a:bodyPr>
            <a:normAutofit fontScale="85000" lnSpcReduction="20000"/>
          </a:bodyPr>
          <a:lstStyle/>
          <a:p>
            <a:r>
              <a:rPr lang="en-GB" dirty="0"/>
              <a:t>The offence can be committed in FOUR separate ways:</a:t>
            </a:r>
          </a:p>
          <a:p>
            <a:pPr marL="457200" indent="-457200">
              <a:buFont typeface="+mj-lt"/>
              <a:buAutoNum type="arabicPeriod"/>
            </a:pPr>
            <a:r>
              <a:rPr lang="en-US" dirty="0"/>
              <a:t>Cause GBH with intent to cause GBH</a:t>
            </a:r>
            <a:endParaRPr lang="en-GB" dirty="0"/>
          </a:p>
          <a:p>
            <a:pPr marL="457200" indent="-457200">
              <a:buFont typeface="+mj-lt"/>
              <a:buAutoNum type="arabicPeriod"/>
            </a:pPr>
            <a:r>
              <a:rPr lang="en-GB" dirty="0"/>
              <a:t>Cause wounding and intent to cause GBH</a:t>
            </a:r>
          </a:p>
          <a:p>
            <a:pPr marL="457200" indent="-457200">
              <a:buFont typeface="+mj-lt"/>
              <a:buAutoNum type="arabicPeriod"/>
            </a:pPr>
            <a:r>
              <a:rPr lang="en-US" dirty="0"/>
              <a:t>Cause GBH with intent to:</a:t>
            </a:r>
            <a:endParaRPr lang="en-GB" dirty="0"/>
          </a:p>
          <a:p>
            <a:pPr lvl="2"/>
            <a:r>
              <a:rPr lang="en-GB" dirty="0"/>
              <a:t>resist lawful apprehension</a:t>
            </a:r>
          </a:p>
          <a:p>
            <a:pPr lvl="2"/>
            <a:r>
              <a:rPr lang="en-GB" dirty="0"/>
              <a:t>prevent lawful apprehension</a:t>
            </a:r>
          </a:p>
          <a:p>
            <a:pPr lvl="2"/>
            <a:r>
              <a:rPr lang="en-GB" dirty="0"/>
              <a:t>resist lawful detainer</a:t>
            </a:r>
          </a:p>
          <a:p>
            <a:pPr lvl="2"/>
            <a:r>
              <a:rPr lang="en-GB" dirty="0"/>
              <a:t>prevent lawful detainer</a:t>
            </a:r>
          </a:p>
          <a:p>
            <a:pPr marL="457200" indent="-457200">
              <a:buFont typeface="+mj-lt"/>
              <a:buAutoNum type="arabicPeriod"/>
            </a:pPr>
            <a:r>
              <a:rPr lang="en-GB" dirty="0"/>
              <a:t>Cause wounding with intent to: </a:t>
            </a:r>
          </a:p>
          <a:p>
            <a:pPr lvl="2"/>
            <a:r>
              <a:rPr lang="en-GB" dirty="0"/>
              <a:t>resist lawful apprehension</a:t>
            </a:r>
          </a:p>
          <a:p>
            <a:pPr lvl="2"/>
            <a:r>
              <a:rPr lang="en-GB" dirty="0"/>
              <a:t>prevent lawful apprehension</a:t>
            </a:r>
          </a:p>
          <a:p>
            <a:pPr lvl="2"/>
            <a:r>
              <a:rPr lang="en-GB" dirty="0"/>
              <a:t>resist lawful detainer</a:t>
            </a:r>
          </a:p>
          <a:p>
            <a:pPr lvl="2"/>
            <a:r>
              <a:rPr lang="en-GB" dirty="0"/>
              <a:t>prevent lawful detainer</a:t>
            </a:r>
          </a:p>
        </p:txBody>
      </p:sp>
    </p:spTree>
    <p:extLst>
      <p:ext uri="{BB962C8B-B14F-4D97-AF65-F5344CB8AC3E}">
        <p14:creationId xmlns:p14="http://schemas.microsoft.com/office/powerpoint/2010/main" val="3500354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69CF-4203-E21D-9812-2257B945593F}"/>
              </a:ext>
            </a:extLst>
          </p:cNvPr>
          <p:cNvSpPr>
            <a:spLocks noGrp="1"/>
          </p:cNvSpPr>
          <p:nvPr>
            <p:ph type="title"/>
          </p:nvPr>
        </p:nvSpPr>
        <p:spPr>
          <a:xfrm>
            <a:off x="440675" y="241588"/>
            <a:ext cx="8074675" cy="584677"/>
          </a:xfrm>
        </p:spPr>
        <p:txBody>
          <a:bodyPr/>
          <a:lstStyle/>
          <a:p>
            <a:r>
              <a:rPr lang="en-GB" dirty="0"/>
              <a:t>Intent</a:t>
            </a:r>
          </a:p>
        </p:txBody>
      </p:sp>
      <p:sp>
        <p:nvSpPr>
          <p:cNvPr id="3" name="Content Placeholder 2">
            <a:extLst>
              <a:ext uri="{FF2B5EF4-FFF2-40B4-BE49-F238E27FC236}">
                <a16:creationId xmlns:a16="http://schemas.microsoft.com/office/drawing/2014/main" id="{EFE98895-DDBC-519F-A91D-53A477529EFC}"/>
              </a:ext>
            </a:extLst>
          </p:cNvPr>
          <p:cNvSpPr>
            <a:spLocks noGrp="1"/>
          </p:cNvSpPr>
          <p:nvPr>
            <p:ph sz="quarter" idx="10"/>
          </p:nvPr>
        </p:nvSpPr>
        <p:spPr>
          <a:xfrm>
            <a:off x="440675" y="992897"/>
            <a:ext cx="8074025" cy="3635375"/>
          </a:xfrm>
        </p:spPr>
        <p:txBody>
          <a:bodyPr>
            <a:normAutofit fontScale="92500" lnSpcReduction="20000"/>
          </a:bodyPr>
          <a:lstStyle/>
          <a:p>
            <a:r>
              <a:rPr lang="en-GB" dirty="0"/>
              <a:t>D </a:t>
            </a:r>
            <a:r>
              <a:rPr lang="en-GB" b="1" dirty="0"/>
              <a:t>intended</a:t>
            </a:r>
            <a:r>
              <a:rPr lang="en-GB" dirty="0"/>
              <a:t> to cause grievous bodily harm:</a:t>
            </a:r>
          </a:p>
          <a:p>
            <a:pPr lvl="1"/>
            <a:r>
              <a:rPr lang="en-GB" dirty="0"/>
              <a:t>Direct</a:t>
            </a:r>
          </a:p>
          <a:p>
            <a:pPr lvl="1"/>
            <a:r>
              <a:rPr lang="en-GB" dirty="0"/>
              <a:t>Oblique</a:t>
            </a:r>
          </a:p>
          <a:p>
            <a:r>
              <a:rPr lang="en-GB" dirty="0"/>
              <a:t>BUT: intent to wound is not sufficient </a:t>
            </a:r>
            <a:r>
              <a:rPr lang="en-GB" dirty="0" err="1"/>
              <a:t>mens</a:t>
            </a:r>
            <a:r>
              <a:rPr lang="en-GB" dirty="0"/>
              <a:t> rea for s18 </a:t>
            </a:r>
          </a:p>
          <a:p>
            <a:pPr lvl="1"/>
            <a:r>
              <a:rPr lang="en-GB" i="1" dirty="0"/>
              <a:t>Taylor</a:t>
            </a:r>
            <a:r>
              <a:rPr lang="en-GB" dirty="0"/>
              <a:t> [2009] EWCA Crim 544</a:t>
            </a:r>
          </a:p>
          <a:p>
            <a:pPr lvl="0"/>
            <a:r>
              <a:rPr lang="en-GB" b="1" dirty="0"/>
              <a:t>[maliciously] causing GBH with intent to cause GBH</a:t>
            </a:r>
          </a:p>
          <a:p>
            <a:pPr lvl="1"/>
            <a:r>
              <a:rPr lang="en-GB" dirty="0"/>
              <a:t>‘maliciously’ is superfluous as intent to cause GBH is require. </a:t>
            </a:r>
          </a:p>
          <a:p>
            <a:pPr lvl="1"/>
            <a:r>
              <a:rPr lang="en-GB" dirty="0"/>
              <a:t>If you intend to cause GBH you clearly foresee that GBH may result. </a:t>
            </a:r>
          </a:p>
          <a:p>
            <a:pPr lvl="0"/>
            <a:r>
              <a:rPr lang="en-GB" b="1" dirty="0"/>
              <a:t>[maliciously] causing wounding with intent to cause GBH</a:t>
            </a:r>
          </a:p>
          <a:p>
            <a:pPr lvl="1"/>
            <a:r>
              <a:rPr lang="en-GB" dirty="0"/>
              <a:t>‘maliciously’ is superfluous for the reasons outlined above.  </a:t>
            </a:r>
          </a:p>
        </p:txBody>
      </p:sp>
    </p:spTree>
    <p:extLst>
      <p:ext uri="{BB962C8B-B14F-4D97-AF65-F5344CB8AC3E}">
        <p14:creationId xmlns:p14="http://schemas.microsoft.com/office/powerpoint/2010/main" val="3965676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3C314-7C08-4776-6F5E-FDC49BCD00A4}"/>
              </a:ext>
            </a:extLst>
          </p:cNvPr>
          <p:cNvSpPr>
            <a:spLocks noGrp="1"/>
          </p:cNvSpPr>
          <p:nvPr>
            <p:ph type="title"/>
          </p:nvPr>
        </p:nvSpPr>
        <p:spPr>
          <a:xfrm>
            <a:off x="440675" y="241588"/>
            <a:ext cx="8074675" cy="584677"/>
          </a:xfrm>
        </p:spPr>
        <p:txBody>
          <a:bodyPr/>
          <a:lstStyle/>
          <a:p>
            <a:r>
              <a:rPr lang="en-GB" dirty="0"/>
              <a:t>Resist/prevent lawful apprehension</a:t>
            </a:r>
          </a:p>
        </p:txBody>
      </p:sp>
      <p:sp>
        <p:nvSpPr>
          <p:cNvPr id="3" name="Content Placeholder 2">
            <a:extLst>
              <a:ext uri="{FF2B5EF4-FFF2-40B4-BE49-F238E27FC236}">
                <a16:creationId xmlns:a16="http://schemas.microsoft.com/office/drawing/2014/main" id="{2AAD40DB-4E55-ECEB-B70C-393806DEE04D}"/>
              </a:ext>
            </a:extLst>
          </p:cNvPr>
          <p:cNvSpPr>
            <a:spLocks noGrp="1"/>
          </p:cNvSpPr>
          <p:nvPr>
            <p:ph sz="quarter" idx="10"/>
          </p:nvPr>
        </p:nvSpPr>
        <p:spPr>
          <a:xfrm>
            <a:off x="440675" y="992897"/>
            <a:ext cx="8074025" cy="3635375"/>
          </a:xfrm>
        </p:spPr>
        <p:txBody>
          <a:bodyPr>
            <a:normAutofit fontScale="85000" lnSpcReduction="10000"/>
          </a:bodyPr>
          <a:lstStyle/>
          <a:p>
            <a:pPr marL="457200" indent="-457200">
              <a:buFont typeface="+mj-lt"/>
              <a:buAutoNum type="arabicPeriod"/>
            </a:pPr>
            <a:r>
              <a:rPr lang="en-GB" dirty="0"/>
              <a:t>D must intend to resist/prevent lawful apprehension or lawful detainer, </a:t>
            </a:r>
          </a:p>
          <a:p>
            <a:pPr marL="0" indent="0">
              <a:buNone/>
            </a:pPr>
            <a:r>
              <a:rPr lang="en-GB" dirty="0"/>
              <a:t>AND</a:t>
            </a:r>
          </a:p>
          <a:p>
            <a:pPr marL="514350" indent="-514350">
              <a:buFont typeface="+mj-lt"/>
              <a:buAutoNum type="romanLcPeriod"/>
            </a:pPr>
            <a:r>
              <a:rPr lang="en-GB" dirty="0"/>
              <a:t>D was malicious (foresaw) the possibility of causing V GBH</a:t>
            </a:r>
          </a:p>
          <a:p>
            <a:pPr lvl="1"/>
            <a:r>
              <a:rPr lang="en-GB" dirty="0"/>
              <a:t>For example, D intends to resist arrest and so pushes the police officer, foreseeing that GBH may occur, the officer suffers GBH from banging her head on the pavement.</a:t>
            </a:r>
          </a:p>
          <a:p>
            <a:pPr marL="0" indent="0">
              <a:buNone/>
            </a:pPr>
            <a:r>
              <a:rPr lang="en-GB" dirty="0"/>
              <a:t>OR</a:t>
            </a:r>
          </a:p>
          <a:p>
            <a:pPr marL="514350" indent="-514350">
              <a:buFont typeface="+mj-lt"/>
              <a:buAutoNum type="romanLcPeriod"/>
            </a:pPr>
            <a:r>
              <a:rPr lang="en-GB" dirty="0"/>
              <a:t>D was malicious (foresaw) the possibility of causing wounding to</a:t>
            </a:r>
          </a:p>
          <a:p>
            <a:pPr lvl="1"/>
            <a:r>
              <a:rPr lang="en-GB" dirty="0"/>
              <a:t>For example, D intends to resist arrest and so pushes the police officer, foreseeing that GBH may occur, the officer suffers a gash to the head from the fall.</a:t>
            </a:r>
          </a:p>
        </p:txBody>
      </p:sp>
    </p:spTree>
    <p:extLst>
      <p:ext uri="{BB962C8B-B14F-4D97-AF65-F5344CB8AC3E}">
        <p14:creationId xmlns:p14="http://schemas.microsoft.com/office/powerpoint/2010/main" val="269088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08DA-AF27-BA08-5979-C52580C3E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8114F-D4ED-136C-4770-531430563B90}"/>
              </a:ext>
            </a:extLst>
          </p:cNvPr>
          <p:cNvSpPr>
            <a:spLocks noGrp="1"/>
          </p:cNvSpPr>
          <p:nvPr>
            <p:ph type="title"/>
          </p:nvPr>
        </p:nvSpPr>
        <p:spPr/>
        <p:txBody>
          <a:bodyPr/>
          <a:lstStyle/>
          <a:p>
            <a:r>
              <a:rPr lang="en-GB" dirty="0"/>
              <a:t>Assess </a:t>
            </a:r>
            <a:r>
              <a:rPr lang="en-US" dirty="0"/>
              <a:t>Fatima</a:t>
            </a:r>
            <a:r>
              <a:rPr lang="en-GB" dirty="0"/>
              <a:t>’s criminal liability</a:t>
            </a:r>
          </a:p>
        </p:txBody>
      </p:sp>
      <p:sp>
        <p:nvSpPr>
          <p:cNvPr id="3" name="Content Placeholder 2">
            <a:extLst>
              <a:ext uri="{FF2B5EF4-FFF2-40B4-BE49-F238E27FC236}">
                <a16:creationId xmlns:a16="http://schemas.microsoft.com/office/drawing/2014/main" id="{AA54E2D5-942E-FEB0-F5CF-3A3C9896E2DC}"/>
              </a:ext>
            </a:extLst>
          </p:cNvPr>
          <p:cNvSpPr>
            <a:spLocks noGrp="1"/>
          </p:cNvSpPr>
          <p:nvPr>
            <p:ph sz="quarter" idx="10"/>
          </p:nvPr>
        </p:nvSpPr>
        <p:spPr>
          <a:xfrm>
            <a:off x="440675" y="992897"/>
            <a:ext cx="8074025" cy="3756903"/>
          </a:xfrm>
        </p:spPr>
        <p:txBody>
          <a:bodyPr>
            <a:normAutofit/>
          </a:bodyPr>
          <a:lstStyle/>
          <a:p>
            <a:pPr marL="0" indent="0">
              <a:buNone/>
            </a:pPr>
            <a:r>
              <a:rPr lang="en-GB" sz="1800" dirty="0"/>
              <a:t>Fatima has long and beautiful hair, which she is very proud of it. She has asked Glen to trim the ends and is expecting that only an inch will be taken off the end. In the mirror, Fatima sees Glen indicate with the scissors that he is going to cut her hair at her shoulders. Glen has a smile on his face and gives Fatima a look that she interprets to mean, “how much will you hate me if I do this!?” Before Fatima can grab the scissors, Glen cuts her hair. </a:t>
            </a:r>
          </a:p>
          <a:p>
            <a:pPr marL="0" indent="0">
              <a:buNone/>
            </a:pPr>
            <a:r>
              <a:rPr lang="en-GB" dirty="0"/>
              <a:t>In a rage, Fatima grabs the scissors and stabs Glen in the abdomen. Glen is rushed to hospital, receiving emergency surgery to repair the puncture of his liver. He makes a full recovery.</a:t>
            </a:r>
          </a:p>
          <a:p>
            <a:pPr marL="0" indent="0">
              <a:buNone/>
            </a:pPr>
            <a:endParaRPr lang="en-US" dirty="0"/>
          </a:p>
        </p:txBody>
      </p:sp>
    </p:spTree>
    <p:extLst>
      <p:ext uri="{BB962C8B-B14F-4D97-AF65-F5344CB8AC3E}">
        <p14:creationId xmlns:p14="http://schemas.microsoft.com/office/powerpoint/2010/main" val="1564922354"/>
      </p:ext>
    </p:extLst>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mage xmlns="674d51e3-3ba6-45e1-9e5a-18c440d6de5a" xsi:nil="true"/>
    <lcf76f155ced4ddcb4097134ff3c332f xmlns="674d51e3-3ba6-45e1-9e5a-18c440d6de5a">
      <Terms xmlns="http://schemas.microsoft.com/office/infopath/2007/PartnerControls"/>
    </lcf76f155ced4ddcb4097134ff3c332f>
    <Checked_x003f_ xmlns="674d51e3-3ba6-45e1-9e5a-18c440d6de5a">true</Checked_x003f_>
    <Rankings xmlns="674d51e3-3ba6-45e1-9e5a-18c440d6de5a" xsi:nil="true"/>
    <TaxCatchAll xmlns="3bf6d2de-cfb7-466c-825b-051a8e3c8b7d" xsi:nil="true"/>
    <Thumbnail xmlns="674d51e3-3ba6-45e1-9e5a-18c440d6de5a" xsi:nil="true"/>
    <SharedWithUsers xmlns="8f612c8a-2dfb-4a1a-9050-5ffbd886e57b">
      <UserInfo>
        <DisplayName>WILLIAMS, ASHLEIGH</DisplayName>
        <AccountId>22577</AccountId>
        <AccountType/>
      </UserInfo>
      <UserInfo>
        <DisplayName>HUNTER, CLAIRE L.</DisplayName>
        <AccountId>910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CE951B1D604F47AD4EB98F3F9810DA" ma:contentTypeVersion="27" ma:contentTypeDescription="Create a new document." ma:contentTypeScope="" ma:versionID="c86e2fcf5a2629d4de2018db3c3a5d05">
  <xsd:schema xmlns:xsd="http://www.w3.org/2001/XMLSchema" xmlns:xs="http://www.w3.org/2001/XMLSchema" xmlns:p="http://schemas.microsoft.com/office/2006/metadata/properties" xmlns:ns2="674d51e3-3ba6-45e1-9e5a-18c440d6de5a" xmlns:ns3="8f612c8a-2dfb-4a1a-9050-5ffbd886e57b" xmlns:ns4="3bf6d2de-cfb7-466c-825b-051a8e3c8b7d" targetNamespace="http://schemas.microsoft.com/office/2006/metadata/properties" ma:root="true" ma:fieldsID="a0ea3a93053499daa7c372dbfd9d7c59" ns2:_="" ns3:_="" ns4:_="">
    <xsd:import namespace="674d51e3-3ba6-45e1-9e5a-18c440d6de5a"/>
    <xsd:import namespace="8f612c8a-2dfb-4a1a-9050-5ffbd886e57b"/>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Checked_x003f_" minOccurs="0"/>
                <xsd:element ref="ns2:MediaLengthInSeconds" minOccurs="0"/>
                <xsd:element ref="ns2:lcf76f155ced4ddcb4097134ff3c332f" minOccurs="0"/>
                <xsd:element ref="ns4:TaxCatchAll" minOccurs="0"/>
                <xsd:element ref="ns2:Image" minOccurs="0"/>
                <xsd:element ref="ns2:Rankings" minOccurs="0"/>
                <xsd:element ref="ns2:MediaServiceObjectDetectorVersions" minOccurs="0"/>
                <xsd:element ref="ns2:Thumbnai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4d51e3-3ba6-45e1-9e5a-18c440d6de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Checked_x003f_" ma:index="20" nillable="true" ma:displayName="Checked?" ma:default="1" ma:format="Dropdown" ma:internalName="Checked_x003f_">
      <xsd:simpleType>
        <xsd:restriction base="dms:Boolea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Image" ma:index="25" nillable="true" ma:displayName="Image" ma:format="Thumbnail" ma:internalName="Image">
      <xsd:simpleType>
        <xsd:restriction base="dms:Unknown"/>
      </xsd:simpleType>
    </xsd:element>
    <xsd:element name="Rankings" ma:index="26" nillable="true" ma:displayName="Rankings" ma:format="Dropdown" ma:internalName="Rankings">
      <xsd:simpleType>
        <xsd:restriction base="dms:Choice">
          <xsd:enumeration value="Choice 1"/>
          <xsd:enumeration value="Choice 2"/>
          <xsd:enumeration value="Choice 3"/>
        </xsd:restriction>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Thumbnail" ma:index="28" nillable="true" ma:displayName="Thumbnail" ma:format="Thumbnail" ma:internalName="Thumbnail">
      <xsd:simpleType>
        <xsd:restriction base="dms:Unknow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612c8a-2dfb-4a1a-9050-5ffbd886e57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3fba56ad-7498-4c7f-b5a6-dab056f02876}" ma:internalName="TaxCatchAll" ma:showField="CatchAllData" ma:web="8f612c8a-2dfb-4a1a-9050-5ffbd886e5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2A46E8-E1F1-4337-B47E-59BACB057020}">
  <ds:schemaRefs>
    <ds:schemaRef ds:uri="http://schemas.microsoft.com/sharepoint/v3/contenttype/forms"/>
  </ds:schemaRefs>
</ds:datastoreItem>
</file>

<file path=customXml/itemProps2.xml><?xml version="1.0" encoding="utf-8"?>
<ds:datastoreItem xmlns:ds="http://schemas.openxmlformats.org/officeDocument/2006/customXml" ds:itemID="{F73F50C3-625F-4387-85F6-F8762EB49D72}">
  <ds:schemaRefs>
    <ds:schemaRef ds:uri="http://purl.org/dc/terms/"/>
    <ds:schemaRef ds:uri="http://schemas.microsoft.com/office/2006/metadata/properties"/>
    <ds:schemaRef ds:uri="http://schemas.microsoft.com/office/infopath/2007/PartnerControls"/>
    <ds:schemaRef ds:uri="http://purl.org/dc/dcmitype/"/>
    <ds:schemaRef ds:uri="http://www.w3.org/XML/1998/namespace"/>
    <ds:schemaRef ds:uri="3bf6d2de-cfb7-466c-825b-051a8e3c8b7d"/>
    <ds:schemaRef ds:uri="8f612c8a-2dfb-4a1a-9050-5ffbd886e57b"/>
    <ds:schemaRef ds:uri="674d51e3-3ba6-45e1-9e5a-18c440d6de5a"/>
    <ds:schemaRef ds:uri="http://schemas.microsoft.com/office/2006/documentManagement/type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DE1632DD-C57A-4449-86BC-061DB82E8C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4d51e3-3ba6-45e1-9e5a-18c440d6de5a"/>
    <ds:schemaRef ds:uri="8f612c8a-2dfb-4a1a-9050-5ffbd886e57b"/>
    <ds:schemaRef ds:uri="3bf6d2de-cfb7-466c-825b-051a8e3c8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Durham University_powerpoint 29.08.19 FINAL</Template>
  <TotalTime>2453</TotalTime>
  <Words>2545</Words>
  <Application>Microsoft Macintosh PowerPoint</Application>
  <PresentationFormat>On-screen Show (16:9)</PresentationFormat>
  <Paragraphs>218</Paragraphs>
  <Slides>33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Lato</vt:lpstr>
      <vt:lpstr>Lucida Grande</vt:lpstr>
      <vt:lpstr>Office Theme</vt:lpstr>
      <vt:lpstr>Non-Fatal Offences Against the Person: ABH &amp; GBH</vt:lpstr>
      <vt:lpstr>By the end of this lecture, you should be able to:</vt:lpstr>
      <vt:lpstr>Assault occasioning actual bodily harm</vt:lpstr>
      <vt:lpstr>The law</vt:lpstr>
      <vt:lpstr>Actus reus</vt:lpstr>
      <vt:lpstr>Actus reus</vt:lpstr>
      <vt:lpstr>Constructive offence</vt:lpstr>
      <vt:lpstr>Occasioning ABH</vt:lpstr>
      <vt:lpstr>Actual bodily harm</vt:lpstr>
      <vt:lpstr>Psychiatric injury</vt:lpstr>
      <vt:lpstr>PowerPoint Presentation</vt:lpstr>
      <vt:lpstr>Mens rea</vt:lpstr>
      <vt:lpstr>Assess Glen’s criminal liability</vt:lpstr>
      <vt:lpstr>Wounding or inflicting grievous bodily harm (GBH)</vt:lpstr>
      <vt:lpstr>Wounding or inflicting grievous bodily harm</vt:lpstr>
      <vt:lpstr>Actus reus</vt:lpstr>
      <vt:lpstr>Wounding</vt:lpstr>
      <vt:lpstr>Inflicting GBH</vt:lpstr>
      <vt:lpstr>Inflicting GBH (cont.)</vt:lpstr>
      <vt:lpstr>Inflicting and wounding</vt:lpstr>
      <vt:lpstr>Psychiatric harm</vt:lpstr>
      <vt:lpstr>Inflicting or causing GBH?</vt:lpstr>
      <vt:lpstr>Mens rea</vt:lpstr>
      <vt:lpstr>Malice</vt:lpstr>
      <vt:lpstr>Some bodily harm</vt:lpstr>
      <vt:lpstr>Wounding or causing grievous bodily harm (GBH) with intent</vt:lpstr>
      <vt:lpstr>Wounding or causing GBH with intent</vt:lpstr>
      <vt:lpstr>Actus reus</vt:lpstr>
      <vt:lpstr>Mens rea</vt:lpstr>
      <vt:lpstr>Mens rea</vt:lpstr>
      <vt:lpstr>Intent</vt:lpstr>
      <vt:lpstr>Resist/prevent lawful apprehension</vt:lpstr>
      <vt:lpstr>Assess Fatima’s criminal liability</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DAWSON, STEPH</dc:creator>
  <cp:lastModifiedBy>Emma Milne</cp:lastModifiedBy>
  <cp:revision>56</cp:revision>
  <dcterms:created xsi:type="dcterms:W3CDTF">2019-09-04T13:17:49Z</dcterms:created>
  <dcterms:modified xsi:type="dcterms:W3CDTF">2024-10-10T07:46:12Z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0x0101003BCE951B1D604F47AD4EB98F3F9810DA</vt:lpwstr>
  </property>
  <property fmtid="{D5CDD505-2E9C-101B-9397-08002B2CF9AE}" pid="3" name="MediaServiceImageTags">
    <vt:lpwstr/>
  </property>
</Properties>
</file>